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8" r:id="rId3"/>
    <p:sldId id="333" r:id="rId4"/>
    <p:sldId id="345" r:id="rId5"/>
    <p:sldId id="346" r:id="rId6"/>
    <p:sldId id="347" r:id="rId7"/>
    <p:sldId id="348" r:id="rId8"/>
    <p:sldId id="349" r:id="rId9"/>
    <p:sldId id="350" r:id="rId10"/>
    <p:sldId id="351" r:id="rId11"/>
    <p:sldId id="352" r:id="rId12"/>
    <p:sldId id="353" r:id="rId13"/>
    <p:sldId id="343" r:id="rId14"/>
  </p:sldIdLst>
  <p:sldSz cx="12192000" cy="6858000"/>
  <p:notesSz cx="6858000" cy="9144000"/>
  <p:custDataLst>
    <p:tags r:id="rId17"/>
  </p:custDataLst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ngano" initials="" lastIdx="0" clrIdx="0"/>
  <p:cmAuthor id="2" name="Maria da Luz Velho VAZ" initials="" lastIdx="0" clrIdx="1"/>
  <p:cmAuthor id="3" name="Nelita Nassone" initials="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F8FD"/>
    <a:srgbClr val="E8FC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8797C8-0E34-4105-B43A-9473771095AA}" v="45" dt="2026-09-17T12:31:44.8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12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6576"/>
    </p:cViewPr>
  </p:sorterViewPr>
  <p:notesViewPr>
    <p:cSldViewPr snapToGrid="0">
      <p:cViewPr varScale="1">
        <p:scale>
          <a:sx n="62" d="100"/>
          <a:sy n="62" d="100"/>
        </p:scale>
        <p:origin x="2371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ovao Timbana" userId="7ed9e01f-347d-41e7-8ac4-53e49369b88d" providerId="ADAL" clId="{C333D178-E2ED-4FA8-9CC0-19F94F3C9C94}"/>
    <pc:docChg chg="undo redo custSel addSld delSld modSld modMainMaster">
      <pc:chgData name="Cristovao Timbana" userId="7ed9e01f-347d-41e7-8ac4-53e49369b88d" providerId="ADAL" clId="{C333D178-E2ED-4FA8-9CC0-19F94F3C9C94}" dt="2026-09-17T12:33:38.596" v="857" actId="478"/>
      <pc:docMkLst>
        <pc:docMk/>
      </pc:docMkLst>
      <pc:sldChg chg="addSp delSp modSp mod">
        <pc:chgData name="Cristovao Timbana" userId="7ed9e01f-347d-41e7-8ac4-53e49369b88d" providerId="ADAL" clId="{C333D178-E2ED-4FA8-9CC0-19F94F3C9C94}" dt="2026-09-17T12:33:38.596" v="857" actId="478"/>
        <pc:sldMkLst>
          <pc:docMk/>
          <pc:sldMk cId="0" sldId="256"/>
        </pc:sldMkLst>
        <pc:spChg chg="del">
          <ac:chgData name="Cristovao Timbana" userId="7ed9e01f-347d-41e7-8ac4-53e49369b88d" providerId="ADAL" clId="{C333D178-E2ED-4FA8-9CC0-19F94F3C9C94}" dt="2026-09-17T11:50:53.089" v="832" actId="478"/>
          <ac:spMkLst>
            <pc:docMk/>
            <pc:sldMk cId="0" sldId="256"/>
            <ac:spMk id="2" creationId="{FFD33A6C-1A3E-2E73-14C7-652256455583}"/>
          </ac:spMkLst>
        </pc:spChg>
        <pc:spChg chg="del">
          <ac:chgData name="Cristovao Timbana" userId="7ed9e01f-347d-41e7-8ac4-53e49369b88d" providerId="ADAL" clId="{C333D178-E2ED-4FA8-9CC0-19F94F3C9C94}" dt="2026-09-17T12:33:38.596" v="857" actId="478"/>
          <ac:spMkLst>
            <pc:docMk/>
            <pc:sldMk cId="0" sldId="256"/>
            <ac:spMk id="3" creationId="{AD795669-CAE4-E51E-24B2-B7B861015AFB}"/>
          </ac:spMkLst>
        </pc:spChg>
      </pc:sldChg>
      <pc:sldChg chg="addSp delSp modSp mod setBg">
        <pc:chgData name="Cristovao Timbana" userId="7ed9e01f-347d-41e7-8ac4-53e49369b88d" providerId="ADAL" clId="{C333D178-E2ED-4FA8-9CC0-19F94F3C9C94}" dt="2026-09-17T11:49:49.820" v="829" actId="20577"/>
        <pc:sldMkLst>
          <pc:docMk/>
          <pc:sldMk cId="0" sldId="258"/>
        </pc:sldMkLst>
        <pc:spChg chg="mod">
          <ac:chgData name="Cristovao Timbana" userId="7ed9e01f-347d-41e7-8ac4-53e49369b88d" providerId="ADAL" clId="{C333D178-E2ED-4FA8-9CC0-19F94F3C9C94}" dt="2026-09-14T12:44:59.074" v="678" actId="313"/>
          <ac:spMkLst>
            <pc:docMk/>
            <pc:sldMk cId="0" sldId="258"/>
            <ac:spMk id="13" creationId="{DF74C49A-5555-F6DF-2344-48955F797FD8}"/>
          </ac:spMkLst>
        </pc:spChg>
        <pc:spChg chg="mod">
          <ac:chgData name="Cristovao Timbana" userId="7ed9e01f-347d-41e7-8ac4-53e49369b88d" providerId="ADAL" clId="{C333D178-E2ED-4FA8-9CC0-19F94F3C9C94}" dt="2026-09-14T12:40:01.838" v="504" actId="1076"/>
          <ac:spMkLst>
            <pc:docMk/>
            <pc:sldMk cId="0" sldId="258"/>
            <ac:spMk id="24578" creationId="{A4012CFA-58F9-3F43-704D-7C6D4C70C954}"/>
          </ac:spMkLst>
        </pc:spChg>
        <pc:spChg chg="mod">
          <ac:chgData name="Cristovao Timbana" userId="7ed9e01f-347d-41e7-8ac4-53e49369b88d" providerId="ADAL" clId="{C333D178-E2ED-4FA8-9CC0-19F94F3C9C94}" dt="2026-09-17T11:49:49.820" v="829" actId="20577"/>
          <ac:spMkLst>
            <pc:docMk/>
            <pc:sldMk cId="0" sldId="258"/>
            <ac:spMk id="24579" creationId="{5C866598-F616-1F5F-A9F9-9B89097F1884}"/>
          </ac:spMkLst>
        </pc:spChg>
        <pc:picChg chg="mod">
          <ac:chgData name="Cristovao Timbana" userId="7ed9e01f-347d-41e7-8ac4-53e49369b88d" providerId="ADAL" clId="{C333D178-E2ED-4FA8-9CC0-19F94F3C9C94}" dt="2026-09-14T12:39:47.360" v="500" actId="14100"/>
          <ac:picMkLst>
            <pc:docMk/>
            <pc:sldMk cId="0" sldId="258"/>
            <ac:picMk id="24580" creationId="{FA5EF871-EDDE-BAD2-1693-91DAF3A24833}"/>
          </ac:picMkLst>
        </pc:picChg>
      </pc:sldChg>
      <pc:sldChg chg="addSp delSp modSp mod">
        <pc:chgData name="Cristovao Timbana" userId="7ed9e01f-347d-41e7-8ac4-53e49369b88d" providerId="ADAL" clId="{C333D178-E2ED-4FA8-9CC0-19F94F3C9C94}" dt="2026-09-17T12:27:18.592" v="839" actId="6549"/>
        <pc:sldMkLst>
          <pc:docMk/>
          <pc:sldMk cId="2765791685" sldId="333"/>
        </pc:sldMkLst>
        <pc:spChg chg="add del mod">
          <ac:chgData name="Cristovao Timbana" userId="7ed9e01f-347d-41e7-8ac4-53e49369b88d" providerId="ADAL" clId="{C333D178-E2ED-4FA8-9CC0-19F94F3C9C94}" dt="2026-09-17T10:57:07.481" v="805" actId="478"/>
          <ac:spMkLst>
            <pc:docMk/>
            <pc:sldMk cId="2765791685" sldId="333"/>
            <ac:spMk id="3" creationId="{B5363E4B-0714-D58C-AAE8-8426F8D6EE5B}"/>
          </ac:spMkLst>
        </pc:spChg>
        <pc:spChg chg="add mod">
          <ac:chgData name="Cristovao Timbana" userId="7ed9e01f-347d-41e7-8ac4-53e49369b88d" providerId="ADAL" clId="{C333D178-E2ED-4FA8-9CC0-19F94F3C9C94}" dt="2026-09-17T12:27:18.592" v="839" actId="6549"/>
          <ac:spMkLst>
            <pc:docMk/>
            <pc:sldMk cId="2765791685" sldId="333"/>
            <ac:spMk id="4" creationId="{0232D695-7911-9AB7-1525-6B0B63590185}"/>
          </ac:spMkLst>
        </pc:spChg>
        <pc:spChg chg="add mod">
          <ac:chgData name="Cristovao Timbana" userId="7ed9e01f-347d-41e7-8ac4-53e49369b88d" providerId="ADAL" clId="{C333D178-E2ED-4FA8-9CC0-19F94F3C9C94}" dt="2026-09-14T12:50:44.858" v="713" actId="20577"/>
          <ac:spMkLst>
            <pc:docMk/>
            <pc:sldMk cId="2765791685" sldId="333"/>
            <ac:spMk id="6" creationId="{B5678C29-B991-E318-C6A6-550E6CF7E735}"/>
          </ac:spMkLst>
        </pc:spChg>
        <pc:spChg chg="del mod">
          <ac:chgData name="Cristovao Timbana" userId="7ed9e01f-347d-41e7-8ac4-53e49369b88d" providerId="ADAL" clId="{C333D178-E2ED-4FA8-9CC0-19F94F3C9C94}" dt="2026-09-17T10:58:00.612" v="806" actId="478"/>
          <ac:spMkLst>
            <pc:docMk/>
            <pc:sldMk cId="2765791685" sldId="333"/>
            <ac:spMk id="94213" creationId="{00000000-0000-0000-0000-000000000000}"/>
          </ac:spMkLst>
        </pc:spChg>
      </pc:sldChg>
      <pc:sldChg chg="addSp delSp modSp add mod">
        <pc:chgData name="Cristovao Timbana" userId="7ed9e01f-347d-41e7-8ac4-53e49369b88d" providerId="ADAL" clId="{C333D178-E2ED-4FA8-9CC0-19F94F3C9C94}" dt="2026-09-14T13:33:11.462" v="755" actId="14100"/>
        <pc:sldMkLst>
          <pc:docMk/>
          <pc:sldMk cId="469607465" sldId="343"/>
        </pc:sldMkLst>
        <pc:spChg chg="add mod">
          <ac:chgData name="Cristovao Timbana" userId="7ed9e01f-347d-41e7-8ac4-53e49369b88d" providerId="ADAL" clId="{C333D178-E2ED-4FA8-9CC0-19F94F3C9C94}" dt="2026-09-14T13:33:11.462" v="755" actId="14100"/>
          <ac:spMkLst>
            <pc:docMk/>
            <pc:sldMk cId="469607465" sldId="343"/>
            <ac:spMk id="6" creationId="{9A4DD2E7-4F49-8D49-8B50-82758105787C}"/>
          </ac:spMkLst>
        </pc:spChg>
      </pc:sldChg>
      <pc:sldChg chg="add">
        <pc:chgData name="Cristovao Timbana" userId="7ed9e01f-347d-41e7-8ac4-53e49369b88d" providerId="ADAL" clId="{C333D178-E2ED-4FA8-9CC0-19F94F3C9C94}" dt="2026-09-17T10:56:01.239" v="762"/>
        <pc:sldMkLst>
          <pc:docMk/>
          <pc:sldMk cId="547752343" sldId="344"/>
        </pc:sldMkLst>
      </pc:sldChg>
      <pc:sldChg chg="new del">
        <pc:chgData name="Cristovao Timbana" userId="7ed9e01f-347d-41e7-8ac4-53e49369b88d" providerId="ADAL" clId="{C333D178-E2ED-4FA8-9CC0-19F94F3C9C94}" dt="2026-09-17T10:55:37.417" v="759" actId="680"/>
        <pc:sldMkLst>
          <pc:docMk/>
          <pc:sldMk cId="735031126" sldId="344"/>
        </pc:sldMkLst>
      </pc:sldChg>
      <pc:sldChg chg="new del">
        <pc:chgData name="Cristovao Timbana" userId="7ed9e01f-347d-41e7-8ac4-53e49369b88d" providerId="ADAL" clId="{C333D178-E2ED-4FA8-9CC0-19F94F3C9C94}" dt="2026-09-17T10:55:33.065" v="757" actId="680"/>
        <pc:sldMkLst>
          <pc:docMk/>
          <pc:sldMk cId="1154063898" sldId="344"/>
        </pc:sldMkLst>
      </pc:sldChg>
      <pc:sldChg chg="new del">
        <pc:chgData name="Cristovao Timbana" userId="7ed9e01f-347d-41e7-8ac4-53e49369b88d" providerId="ADAL" clId="{C333D178-E2ED-4FA8-9CC0-19F94F3C9C94}" dt="2026-09-17T10:55:49.877" v="761" actId="47"/>
        <pc:sldMkLst>
          <pc:docMk/>
          <pc:sldMk cId="3033654734" sldId="344"/>
        </pc:sldMkLst>
      </pc:sldChg>
      <pc:sldChg chg="add">
        <pc:chgData name="Cristovao Timbana" userId="7ed9e01f-347d-41e7-8ac4-53e49369b88d" providerId="ADAL" clId="{C333D178-E2ED-4FA8-9CC0-19F94F3C9C94}" dt="2026-09-17T10:56:15.760" v="763"/>
        <pc:sldMkLst>
          <pc:docMk/>
          <pc:sldMk cId="34944693" sldId="345"/>
        </pc:sldMkLst>
      </pc:sldChg>
      <pc:sldChg chg="add">
        <pc:chgData name="Cristovao Timbana" userId="7ed9e01f-347d-41e7-8ac4-53e49369b88d" providerId="ADAL" clId="{C333D178-E2ED-4FA8-9CC0-19F94F3C9C94}" dt="2026-09-17T10:56:17.733" v="764"/>
        <pc:sldMkLst>
          <pc:docMk/>
          <pc:sldMk cId="1497063838" sldId="346"/>
        </pc:sldMkLst>
      </pc:sldChg>
      <pc:sldChg chg="add">
        <pc:chgData name="Cristovao Timbana" userId="7ed9e01f-347d-41e7-8ac4-53e49369b88d" providerId="ADAL" clId="{C333D178-E2ED-4FA8-9CC0-19F94F3C9C94}" dt="2026-09-17T10:56:18.186" v="765"/>
        <pc:sldMkLst>
          <pc:docMk/>
          <pc:sldMk cId="2501639224" sldId="347"/>
        </pc:sldMkLst>
      </pc:sldChg>
      <pc:sldChg chg="add">
        <pc:chgData name="Cristovao Timbana" userId="7ed9e01f-347d-41e7-8ac4-53e49369b88d" providerId="ADAL" clId="{C333D178-E2ED-4FA8-9CC0-19F94F3C9C94}" dt="2026-09-17T10:56:18.499" v="766"/>
        <pc:sldMkLst>
          <pc:docMk/>
          <pc:sldMk cId="3638549593" sldId="348"/>
        </pc:sldMkLst>
      </pc:sldChg>
      <pc:sldChg chg="add">
        <pc:chgData name="Cristovao Timbana" userId="7ed9e01f-347d-41e7-8ac4-53e49369b88d" providerId="ADAL" clId="{C333D178-E2ED-4FA8-9CC0-19F94F3C9C94}" dt="2026-09-17T10:56:18.805" v="767"/>
        <pc:sldMkLst>
          <pc:docMk/>
          <pc:sldMk cId="2197821340" sldId="349"/>
        </pc:sldMkLst>
      </pc:sldChg>
      <pc:sldChg chg="add">
        <pc:chgData name="Cristovao Timbana" userId="7ed9e01f-347d-41e7-8ac4-53e49369b88d" providerId="ADAL" clId="{C333D178-E2ED-4FA8-9CC0-19F94F3C9C94}" dt="2026-09-17T10:56:19.111" v="768"/>
        <pc:sldMkLst>
          <pc:docMk/>
          <pc:sldMk cId="1853454506" sldId="350"/>
        </pc:sldMkLst>
      </pc:sldChg>
      <pc:sldChg chg="add">
        <pc:chgData name="Cristovao Timbana" userId="7ed9e01f-347d-41e7-8ac4-53e49369b88d" providerId="ADAL" clId="{C333D178-E2ED-4FA8-9CC0-19F94F3C9C94}" dt="2026-09-17T10:56:19.425" v="769"/>
        <pc:sldMkLst>
          <pc:docMk/>
          <pc:sldMk cId="3582967992" sldId="351"/>
        </pc:sldMkLst>
      </pc:sldChg>
      <pc:sldChg chg="add">
        <pc:chgData name="Cristovao Timbana" userId="7ed9e01f-347d-41e7-8ac4-53e49369b88d" providerId="ADAL" clId="{C333D178-E2ED-4FA8-9CC0-19F94F3C9C94}" dt="2026-09-17T10:56:19.718" v="770"/>
        <pc:sldMkLst>
          <pc:docMk/>
          <pc:sldMk cId="1758350371" sldId="352"/>
        </pc:sldMkLst>
      </pc:sldChg>
      <pc:sldChg chg="add">
        <pc:chgData name="Cristovao Timbana" userId="7ed9e01f-347d-41e7-8ac4-53e49369b88d" providerId="ADAL" clId="{C333D178-E2ED-4FA8-9CC0-19F94F3C9C94}" dt="2026-09-17T10:56:19.982" v="771"/>
        <pc:sldMkLst>
          <pc:docMk/>
          <pc:sldMk cId="1089052141" sldId="353"/>
        </pc:sldMkLst>
      </pc:sldChg>
      <pc:sldChg chg="add">
        <pc:chgData name="Cristovao Timbana" userId="7ed9e01f-347d-41e7-8ac4-53e49369b88d" providerId="ADAL" clId="{C333D178-E2ED-4FA8-9CC0-19F94F3C9C94}" dt="2026-09-17T10:56:20.222" v="772"/>
        <pc:sldMkLst>
          <pc:docMk/>
          <pc:sldMk cId="380524703" sldId="354"/>
        </pc:sldMkLst>
      </pc:sldChg>
      <pc:sldChg chg="add">
        <pc:chgData name="Cristovao Timbana" userId="7ed9e01f-347d-41e7-8ac4-53e49369b88d" providerId="ADAL" clId="{C333D178-E2ED-4FA8-9CC0-19F94F3C9C94}" dt="2026-09-17T10:56:39.686" v="777"/>
        <pc:sldMkLst>
          <pc:docMk/>
          <pc:sldMk cId="1832960446" sldId="355"/>
        </pc:sldMkLst>
      </pc:sldChg>
      <pc:sldChg chg="new del">
        <pc:chgData name="Cristovao Timbana" userId="7ed9e01f-347d-41e7-8ac4-53e49369b88d" providerId="ADAL" clId="{C333D178-E2ED-4FA8-9CC0-19F94F3C9C94}" dt="2026-09-17T10:56:33.062" v="776" actId="47"/>
        <pc:sldMkLst>
          <pc:docMk/>
          <pc:sldMk cId="2033519868" sldId="355"/>
        </pc:sldMkLst>
      </pc:sldChg>
      <pc:sldChg chg="new del">
        <pc:chgData name="Cristovao Timbana" userId="7ed9e01f-347d-41e7-8ac4-53e49369b88d" providerId="ADAL" clId="{C333D178-E2ED-4FA8-9CC0-19F94F3C9C94}" dt="2026-09-17T10:56:28.117" v="774" actId="47"/>
        <pc:sldMkLst>
          <pc:docMk/>
          <pc:sldMk cId="3055353711" sldId="355"/>
        </pc:sldMkLst>
      </pc:sldChg>
      <pc:sldChg chg="add">
        <pc:chgData name="Cristovao Timbana" userId="7ed9e01f-347d-41e7-8ac4-53e49369b88d" providerId="ADAL" clId="{C333D178-E2ED-4FA8-9CC0-19F94F3C9C94}" dt="2026-09-17T10:56:39.994" v="778"/>
        <pc:sldMkLst>
          <pc:docMk/>
          <pc:sldMk cId="658250921" sldId="356"/>
        </pc:sldMkLst>
      </pc:sldChg>
      <pc:sldChg chg="add">
        <pc:chgData name="Cristovao Timbana" userId="7ed9e01f-347d-41e7-8ac4-53e49369b88d" providerId="ADAL" clId="{C333D178-E2ED-4FA8-9CC0-19F94F3C9C94}" dt="2026-09-17T10:56:40.228" v="779"/>
        <pc:sldMkLst>
          <pc:docMk/>
          <pc:sldMk cId="4235754278" sldId="357"/>
        </pc:sldMkLst>
      </pc:sldChg>
      <pc:sldChg chg="add">
        <pc:chgData name="Cristovao Timbana" userId="7ed9e01f-347d-41e7-8ac4-53e49369b88d" providerId="ADAL" clId="{C333D178-E2ED-4FA8-9CC0-19F94F3C9C94}" dt="2026-09-17T10:56:40.433" v="780"/>
        <pc:sldMkLst>
          <pc:docMk/>
          <pc:sldMk cId="3735663537" sldId="358"/>
        </pc:sldMkLst>
      </pc:sldChg>
      <pc:sldChg chg="add">
        <pc:chgData name="Cristovao Timbana" userId="7ed9e01f-347d-41e7-8ac4-53e49369b88d" providerId="ADAL" clId="{C333D178-E2ED-4FA8-9CC0-19F94F3C9C94}" dt="2026-09-17T10:56:40.641" v="781"/>
        <pc:sldMkLst>
          <pc:docMk/>
          <pc:sldMk cId="3596886858" sldId="359"/>
        </pc:sldMkLst>
      </pc:sldChg>
      <pc:sldChg chg="add">
        <pc:chgData name="Cristovao Timbana" userId="7ed9e01f-347d-41e7-8ac4-53e49369b88d" providerId="ADAL" clId="{C333D178-E2ED-4FA8-9CC0-19F94F3C9C94}" dt="2026-09-17T10:56:40.883" v="782"/>
        <pc:sldMkLst>
          <pc:docMk/>
          <pc:sldMk cId="2614747318" sldId="360"/>
        </pc:sldMkLst>
      </pc:sldChg>
      <pc:sldChg chg="add">
        <pc:chgData name="Cristovao Timbana" userId="7ed9e01f-347d-41e7-8ac4-53e49369b88d" providerId="ADAL" clId="{C333D178-E2ED-4FA8-9CC0-19F94F3C9C94}" dt="2026-09-17T10:56:41.075" v="783"/>
        <pc:sldMkLst>
          <pc:docMk/>
          <pc:sldMk cId="3807395142" sldId="361"/>
        </pc:sldMkLst>
      </pc:sldChg>
      <pc:sldChg chg="add">
        <pc:chgData name="Cristovao Timbana" userId="7ed9e01f-347d-41e7-8ac4-53e49369b88d" providerId="ADAL" clId="{C333D178-E2ED-4FA8-9CC0-19F94F3C9C94}" dt="2026-09-17T10:56:41.287" v="784"/>
        <pc:sldMkLst>
          <pc:docMk/>
          <pc:sldMk cId="582488949" sldId="362"/>
        </pc:sldMkLst>
      </pc:sldChg>
      <pc:sldChg chg="add">
        <pc:chgData name="Cristovao Timbana" userId="7ed9e01f-347d-41e7-8ac4-53e49369b88d" providerId="ADAL" clId="{C333D178-E2ED-4FA8-9CC0-19F94F3C9C94}" dt="2026-09-17T10:56:41.516" v="785"/>
        <pc:sldMkLst>
          <pc:docMk/>
          <pc:sldMk cId="236667484" sldId="363"/>
        </pc:sldMkLst>
      </pc:sldChg>
      <pc:sldChg chg="add">
        <pc:chgData name="Cristovao Timbana" userId="7ed9e01f-347d-41e7-8ac4-53e49369b88d" providerId="ADAL" clId="{C333D178-E2ED-4FA8-9CC0-19F94F3C9C94}" dt="2026-09-17T10:56:41.733" v="786"/>
        <pc:sldMkLst>
          <pc:docMk/>
          <pc:sldMk cId="2595629959" sldId="364"/>
        </pc:sldMkLst>
      </pc:sldChg>
      <pc:sldChg chg="add">
        <pc:chgData name="Cristovao Timbana" userId="7ed9e01f-347d-41e7-8ac4-53e49369b88d" providerId="ADAL" clId="{C333D178-E2ED-4FA8-9CC0-19F94F3C9C94}" dt="2026-09-17T10:56:41.979" v="787"/>
        <pc:sldMkLst>
          <pc:docMk/>
          <pc:sldMk cId="4182679524" sldId="365"/>
        </pc:sldMkLst>
      </pc:sldChg>
      <pc:sldChg chg="add">
        <pc:chgData name="Cristovao Timbana" userId="7ed9e01f-347d-41e7-8ac4-53e49369b88d" providerId="ADAL" clId="{C333D178-E2ED-4FA8-9CC0-19F94F3C9C94}" dt="2026-09-17T10:56:42.213" v="788"/>
        <pc:sldMkLst>
          <pc:docMk/>
          <pc:sldMk cId="4204660213" sldId="366"/>
        </pc:sldMkLst>
      </pc:sldChg>
      <pc:sldChg chg="add">
        <pc:chgData name="Cristovao Timbana" userId="7ed9e01f-347d-41e7-8ac4-53e49369b88d" providerId="ADAL" clId="{C333D178-E2ED-4FA8-9CC0-19F94F3C9C94}" dt="2026-09-17T10:56:42.519" v="789"/>
        <pc:sldMkLst>
          <pc:docMk/>
          <pc:sldMk cId="1700438258" sldId="367"/>
        </pc:sldMkLst>
      </pc:sldChg>
      <pc:sldChg chg="add">
        <pc:chgData name="Cristovao Timbana" userId="7ed9e01f-347d-41e7-8ac4-53e49369b88d" providerId="ADAL" clId="{C333D178-E2ED-4FA8-9CC0-19F94F3C9C94}" dt="2026-09-17T10:56:43.314" v="790"/>
        <pc:sldMkLst>
          <pc:docMk/>
          <pc:sldMk cId="1564572949" sldId="368"/>
        </pc:sldMkLst>
      </pc:sldChg>
      <pc:sldChg chg="add">
        <pc:chgData name="Cristovao Timbana" userId="7ed9e01f-347d-41e7-8ac4-53e49369b88d" providerId="ADAL" clId="{C333D178-E2ED-4FA8-9CC0-19F94F3C9C94}" dt="2026-09-17T10:56:44.212" v="791"/>
        <pc:sldMkLst>
          <pc:docMk/>
          <pc:sldMk cId="589840149" sldId="369"/>
        </pc:sldMkLst>
      </pc:sldChg>
      <pc:sldChg chg="add">
        <pc:chgData name="Cristovao Timbana" userId="7ed9e01f-347d-41e7-8ac4-53e49369b88d" providerId="ADAL" clId="{C333D178-E2ED-4FA8-9CC0-19F94F3C9C94}" dt="2026-09-17T10:56:44.494" v="792"/>
        <pc:sldMkLst>
          <pc:docMk/>
          <pc:sldMk cId="2157610477" sldId="370"/>
        </pc:sldMkLst>
      </pc:sldChg>
      <pc:sldChg chg="add">
        <pc:chgData name="Cristovao Timbana" userId="7ed9e01f-347d-41e7-8ac4-53e49369b88d" providerId="ADAL" clId="{C333D178-E2ED-4FA8-9CC0-19F94F3C9C94}" dt="2026-09-17T10:56:45.723" v="793"/>
        <pc:sldMkLst>
          <pc:docMk/>
          <pc:sldMk cId="3632426442" sldId="371"/>
        </pc:sldMkLst>
      </pc:sldChg>
      <pc:sldChg chg="add">
        <pc:chgData name="Cristovao Timbana" userId="7ed9e01f-347d-41e7-8ac4-53e49369b88d" providerId="ADAL" clId="{C333D178-E2ED-4FA8-9CC0-19F94F3C9C94}" dt="2026-09-17T10:56:46.357" v="794"/>
        <pc:sldMkLst>
          <pc:docMk/>
          <pc:sldMk cId="2708606754" sldId="372"/>
        </pc:sldMkLst>
      </pc:sldChg>
      <pc:sldChg chg="add">
        <pc:chgData name="Cristovao Timbana" userId="7ed9e01f-347d-41e7-8ac4-53e49369b88d" providerId="ADAL" clId="{C333D178-E2ED-4FA8-9CC0-19F94F3C9C94}" dt="2026-09-17T10:56:48.531" v="795"/>
        <pc:sldMkLst>
          <pc:docMk/>
          <pc:sldMk cId="2156134829" sldId="373"/>
        </pc:sldMkLst>
      </pc:sldChg>
      <pc:sldChg chg="add">
        <pc:chgData name="Cristovao Timbana" userId="7ed9e01f-347d-41e7-8ac4-53e49369b88d" providerId="ADAL" clId="{C333D178-E2ED-4FA8-9CC0-19F94F3C9C94}" dt="2026-09-17T10:56:48.827" v="796"/>
        <pc:sldMkLst>
          <pc:docMk/>
          <pc:sldMk cId="726855858" sldId="374"/>
        </pc:sldMkLst>
      </pc:sldChg>
      <pc:sldChg chg="add">
        <pc:chgData name="Cristovao Timbana" userId="7ed9e01f-347d-41e7-8ac4-53e49369b88d" providerId="ADAL" clId="{C333D178-E2ED-4FA8-9CC0-19F94F3C9C94}" dt="2026-09-17T10:56:49.024" v="797"/>
        <pc:sldMkLst>
          <pc:docMk/>
          <pc:sldMk cId="2528353065" sldId="375"/>
        </pc:sldMkLst>
      </pc:sldChg>
      <pc:sldChg chg="add">
        <pc:chgData name="Cristovao Timbana" userId="7ed9e01f-347d-41e7-8ac4-53e49369b88d" providerId="ADAL" clId="{C333D178-E2ED-4FA8-9CC0-19F94F3C9C94}" dt="2026-09-17T10:56:49.206" v="798"/>
        <pc:sldMkLst>
          <pc:docMk/>
          <pc:sldMk cId="3487515266" sldId="376"/>
        </pc:sldMkLst>
      </pc:sldChg>
      <pc:sldChg chg="add">
        <pc:chgData name="Cristovao Timbana" userId="7ed9e01f-347d-41e7-8ac4-53e49369b88d" providerId="ADAL" clId="{C333D178-E2ED-4FA8-9CC0-19F94F3C9C94}" dt="2026-09-17T10:56:50.249" v="799"/>
        <pc:sldMkLst>
          <pc:docMk/>
          <pc:sldMk cId="1823102031" sldId="377"/>
        </pc:sldMkLst>
      </pc:sldChg>
      <pc:sldChg chg="add">
        <pc:chgData name="Cristovao Timbana" userId="7ed9e01f-347d-41e7-8ac4-53e49369b88d" providerId="ADAL" clId="{C333D178-E2ED-4FA8-9CC0-19F94F3C9C94}" dt="2026-09-17T10:56:50.477" v="800"/>
        <pc:sldMkLst>
          <pc:docMk/>
          <pc:sldMk cId="3252894241" sldId="378"/>
        </pc:sldMkLst>
      </pc:sldChg>
      <pc:sldChg chg="add">
        <pc:chgData name="Cristovao Timbana" userId="7ed9e01f-347d-41e7-8ac4-53e49369b88d" providerId="ADAL" clId="{C333D178-E2ED-4FA8-9CC0-19F94F3C9C94}" dt="2026-09-17T10:56:51.061" v="801"/>
        <pc:sldMkLst>
          <pc:docMk/>
          <pc:sldMk cId="3661190063" sldId="379"/>
        </pc:sldMkLst>
      </pc:sldChg>
      <pc:sldChg chg="add">
        <pc:chgData name="Cristovao Timbana" userId="7ed9e01f-347d-41e7-8ac4-53e49369b88d" providerId="ADAL" clId="{C333D178-E2ED-4FA8-9CC0-19F94F3C9C94}" dt="2026-09-17T10:56:52.130" v="802"/>
        <pc:sldMkLst>
          <pc:docMk/>
          <pc:sldMk cId="1217614434" sldId="380"/>
        </pc:sldMkLst>
      </pc:sldChg>
      <pc:sldChg chg="add">
        <pc:chgData name="Cristovao Timbana" userId="7ed9e01f-347d-41e7-8ac4-53e49369b88d" providerId="ADAL" clId="{C333D178-E2ED-4FA8-9CC0-19F94F3C9C94}" dt="2026-09-17T12:31:44.805" v="844"/>
        <pc:sldMkLst>
          <pc:docMk/>
          <pc:sldMk cId="1580191887" sldId="381"/>
        </pc:sldMkLst>
      </pc:sldChg>
      <pc:sldMasterChg chg="modSp mod delSldLayout modSldLayout sldLayoutOrd">
        <pc:chgData name="Cristovao Timbana" userId="7ed9e01f-347d-41e7-8ac4-53e49369b88d" providerId="ADAL" clId="{C333D178-E2ED-4FA8-9CC0-19F94F3C9C94}" dt="2026-09-17T12:33:05.340" v="856" actId="1076"/>
        <pc:sldMasterMkLst>
          <pc:docMk/>
          <pc:sldMasterMk cId="0" sldId="2147483648"/>
        </pc:sldMasterMkLst>
        <pc:grpChg chg="mod">
          <ac:chgData name="Cristovao Timbana" userId="7ed9e01f-347d-41e7-8ac4-53e49369b88d" providerId="ADAL" clId="{C333D178-E2ED-4FA8-9CC0-19F94F3C9C94}" dt="2026-09-14T12:46:47.922" v="693" actId="14100"/>
          <ac:grpSpMkLst>
            <pc:docMk/>
            <pc:sldMasterMk cId="0" sldId="2147483648"/>
            <ac:grpSpMk id="1031" creationId="{6B13CA1E-7907-9AB6-908D-32161B0BD304}"/>
          </ac:grpSpMkLst>
        </pc:grpChg>
        <pc:sldLayoutChg chg="addSp delSp modSp mod ord">
          <pc:chgData name="Cristovao Timbana" userId="7ed9e01f-347d-41e7-8ac4-53e49369b88d" providerId="ADAL" clId="{C333D178-E2ED-4FA8-9CC0-19F94F3C9C94}" dt="2026-09-17T12:33:05.340" v="856" actId="1076"/>
          <pc:sldLayoutMkLst>
            <pc:docMk/>
            <pc:sldMasterMk cId="0" sldId="2147483648"/>
            <pc:sldLayoutMk cId="1999378594" sldId="2147483688"/>
          </pc:sldLayoutMkLst>
          <pc:spChg chg="add del mod">
            <ac:chgData name="Cristovao Timbana" userId="7ed9e01f-347d-41e7-8ac4-53e49369b88d" providerId="ADAL" clId="{C333D178-E2ED-4FA8-9CC0-19F94F3C9C94}" dt="2026-09-17T12:32:52.792" v="855" actId="478"/>
            <ac:spMkLst>
              <pc:docMk/>
              <pc:sldMasterMk cId="0" sldId="2147483648"/>
              <pc:sldLayoutMk cId="1999378594" sldId="2147483688"/>
              <ac:spMk id="7" creationId="{FB9F9FCB-AFA8-6B21-9813-216D79301FC5}"/>
            </ac:spMkLst>
          </pc:spChg>
          <pc:spChg chg="mod">
            <ac:chgData name="Cristovao Timbana" userId="7ed9e01f-347d-41e7-8ac4-53e49369b88d" providerId="ADAL" clId="{C333D178-E2ED-4FA8-9CC0-19F94F3C9C94}" dt="2026-09-17T12:33:05.340" v="856" actId="1076"/>
            <ac:spMkLst>
              <pc:docMk/>
              <pc:sldMasterMk cId="0" sldId="2147483648"/>
              <pc:sldLayoutMk cId="1999378594" sldId="2147483688"/>
              <ac:spMk id="9" creationId="{4D3E06F1-1F79-6D72-8F24-50EB1D5F08C6}"/>
            </ac:spMkLst>
          </pc:spChg>
          <pc:spChg chg="add mod">
            <ac:chgData name="Cristovao Timbana" userId="7ed9e01f-347d-41e7-8ac4-53e49369b88d" providerId="ADAL" clId="{C333D178-E2ED-4FA8-9CC0-19F94F3C9C94}" dt="2026-09-14T12:25:38.056" v="325" actId="14100"/>
            <ac:spMkLst>
              <pc:docMk/>
              <pc:sldMasterMk cId="0" sldId="2147483648"/>
              <pc:sldLayoutMk cId="1999378594" sldId="2147483688"/>
              <ac:spMk id="11" creationId="{DC6E4D48-D476-9079-8A1D-DE51783549FE}"/>
            </ac:spMkLst>
          </pc:spChg>
          <pc:spChg chg="add mod">
            <ac:chgData name="Cristovao Timbana" userId="7ed9e01f-347d-41e7-8ac4-53e49369b88d" providerId="ADAL" clId="{C333D178-E2ED-4FA8-9CC0-19F94F3C9C94}" dt="2026-09-17T12:32:50.103" v="853" actId="1076"/>
            <ac:spMkLst>
              <pc:docMk/>
              <pc:sldMasterMk cId="0" sldId="2147483648"/>
              <pc:sldLayoutMk cId="1999378594" sldId="2147483688"/>
              <ac:spMk id="19" creationId="{B6A6BFBD-9882-3474-49D7-A2C5B31EDF50}"/>
            </ac:spMkLst>
          </pc:spChg>
          <pc:picChg chg="mod">
            <ac:chgData name="Cristovao Timbana" userId="7ed9e01f-347d-41e7-8ac4-53e49369b88d" providerId="ADAL" clId="{C333D178-E2ED-4FA8-9CC0-19F94F3C9C94}" dt="2026-09-14T12:26:18.653" v="329" actId="1076"/>
            <ac:picMkLst>
              <pc:docMk/>
              <pc:sldMasterMk cId="0" sldId="2147483648"/>
              <pc:sldLayoutMk cId="1999378594" sldId="2147483688"/>
              <ac:picMk id="5" creationId="{9BFB0EC2-6DD9-15D4-D949-F84E4666B124}"/>
            </ac:picMkLst>
          </pc:picChg>
          <pc:picChg chg="add mod ord">
            <ac:chgData name="Cristovao Timbana" userId="7ed9e01f-347d-41e7-8ac4-53e49369b88d" providerId="ADAL" clId="{C333D178-E2ED-4FA8-9CC0-19F94F3C9C94}" dt="2026-09-17T12:32:10.379" v="847" actId="1076"/>
            <ac:picMkLst>
              <pc:docMk/>
              <pc:sldMasterMk cId="0" sldId="2147483648"/>
              <pc:sldLayoutMk cId="1999378594" sldId="2147483688"/>
              <ac:picMk id="6" creationId="{A7E0ECDB-78A6-E0EE-99D8-DB08368F4D3C}"/>
            </ac:picMkLst>
          </pc:picChg>
        </pc:sldLayoutChg>
        <pc:sldLayoutChg chg="addSp delSp modSp mod">
          <pc:chgData name="Cristovao Timbana" userId="7ed9e01f-347d-41e7-8ac4-53e49369b88d" providerId="ADAL" clId="{C333D178-E2ED-4FA8-9CC0-19F94F3C9C94}" dt="2026-09-17T11:50:42.447" v="831" actId="478"/>
          <pc:sldLayoutMkLst>
            <pc:docMk/>
            <pc:sldMasterMk cId="0" sldId="2147483648"/>
            <pc:sldLayoutMk cId="3541848229" sldId="2147483693"/>
          </pc:sldLayoutMkLst>
          <pc:spChg chg="mod">
            <ac:chgData name="Cristovao Timbana" userId="7ed9e01f-347d-41e7-8ac4-53e49369b88d" providerId="ADAL" clId="{C333D178-E2ED-4FA8-9CC0-19F94F3C9C94}" dt="2026-09-14T12:23:06.942" v="313" actId="339"/>
            <ac:spMkLst>
              <pc:docMk/>
              <pc:sldMasterMk cId="0" sldId="2147483648"/>
              <pc:sldLayoutMk cId="3541848229" sldId="2147483693"/>
              <ac:spMk id="2" creationId="{D2A2499E-EE88-5471-CDB1-8A3B7D4CA3A5}"/>
            </ac:spMkLst>
          </pc:spChg>
          <pc:spChg chg="mod">
            <ac:chgData name="Cristovao Timbana" userId="7ed9e01f-347d-41e7-8ac4-53e49369b88d" providerId="ADAL" clId="{C333D178-E2ED-4FA8-9CC0-19F94F3C9C94}" dt="2026-09-14T12:11:09.626" v="213" actId="20577"/>
            <ac:spMkLst>
              <pc:docMk/>
              <pc:sldMasterMk cId="0" sldId="2147483648"/>
              <pc:sldLayoutMk cId="3541848229" sldId="2147483693"/>
              <ac:spMk id="3" creationId="{89E0EDC5-73C9-2395-68B4-8A503E64085A}"/>
            </ac:spMkLst>
          </pc:spChg>
          <pc:spChg chg="del mod">
            <ac:chgData name="Cristovao Timbana" userId="7ed9e01f-347d-41e7-8ac4-53e49369b88d" providerId="ADAL" clId="{C333D178-E2ED-4FA8-9CC0-19F94F3C9C94}" dt="2026-09-17T11:50:42.447" v="831" actId="478"/>
            <ac:spMkLst>
              <pc:docMk/>
              <pc:sldMasterMk cId="0" sldId="2147483648"/>
              <pc:sldLayoutMk cId="3541848229" sldId="2147483693"/>
              <ac:spMk id="10" creationId="{1A7BCD35-98A6-BECA-628F-EDC92ACB735E}"/>
            </ac:spMkLst>
          </pc:spChg>
          <pc:spChg chg="mod">
            <ac:chgData name="Cristovao Timbana" userId="7ed9e01f-347d-41e7-8ac4-53e49369b88d" providerId="ADAL" clId="{C333D178-E2ED-4FA8-9CC0-19F94F3C9C94}" dt="2026-09-14T12:49:27" v="700" actId="14100"/>
            <ac:spMkLst>
              <pc:docMk/>
              <pc:sldMasterMk cId="0" sldId="2147483648"/>
              <pc:sldLayoutMk cId="3541848229" sldId="2147483693"/>
              <ac:spMk id="11" creationId="{CB842B1E-3AA6-EB75-2CDE-F4F8C35B6A1D}"/>
            </ac:spMkLst>
          </pc:spChg>
          <pc:spChg chg="add del mod">
            <ac:chgData name="Cristovao Timbana" userId="7ed9e01f-347d-41e7-8ac4-53e49369b88d" providerId="ADAL" clId="{C333D178-E2ED-4FA8-9CC0-19F94F3C9C94}" dt="2026-09-17T11:50:26.374" v="830" actId="478"/>
            <ac:spMkLst>
              <pc:docMk/>
              <pc:sldMasterMk cId="0" sldId="2147483648"/>
              <pc:sldLayoutMk cId="3541848229" sldId="2147483693"/>
              <ac:spMk id="15" creationId="{7905DA00-A162-3296-6C7B-0562A0E78709}"/>
            </ac:spMkLst>
          </pc:spChg>
          <pc:spChg chg="add mod">
            <ac:chgData name="Cristovao Timbana" userId="7ed9e01f-347d-41e7-8ac4-53e49369b88d" providerId="ADAL" clId="{C333D178-E2ED-4FA8-9CC0-19F94F3C9C94}" dt="2026-09-14T12:21:25.995" v="310" actId="339"/>
            <ac:spMkLst>
              <pc:docMk/>
              <pc:sldMasterMk cId="0" sldId="2147483648"/>
              <pc:sldLayoutMk cId="3541848229" sldId="2147483693"/>
              <ac:spMk id="19" creationId="{79861ADA-BA1A-DC7E-389F-A3336FE57971}"/>
            </ac:spMkLst>
          </pc:spChg>
        </pc:sldLayoutChg>
        <pc:sldLayoutChg chg="addSp delSp modSp mod">
          <pc:chgData name="Cristovao Timbana" userId="7ed9e01f-347d-41e7-8ac4-53e49369b88d" providerId="ADAL" clId="{C333D178-E2ED-4FA8-9CC0-19F94F3C9C94}" dt="2026-09-14T13:32:45.845" v="743" actId="21"/>
          <pc:sldLayoutMkLst>
            <pc:docMk/>
            <pc:sldMasterMk cId="0" sldId="2147483648"/>
            <pc:sldLayoutMk cId="2796597292" sldId="2147483705"/>
          </pc:sldLayoutMkLst>
          <pc:spChg chg="add">
            <ac:chgData name="Cristovao Timbana" userId="7ed9e01f-347d-41e7-8ac4-53e49369b88d" providerId="ADAL" clId="{C333D178-E2ED-4FA8-9CC0-19F94F3C9C94}" dt="2026-09-14T13:25:53.474" v="715" actId="22"/>
            <ac:spMkLst>
              <pc:docMk/>
              <pc:sldMasterMk cId="0" sldId="2147483648"/>
              <pc:sldLayoutMk cId="2796597292" sldId="2147483705"/>
              <ac:spMk id="4" creationId="{29228B11-0A5F-34E2-20F3-CD5ECDEADF7B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3D1DC68F-8B2C-CA23-8B5B-106CC325D7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980C4CB5-B549-5A34-AD1E-2D8F527CD76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55A9B5E7-730D-47F3-A20F-21BEEC4675EC}" type="datetimeFigureOut">
              <a:rPr lang="en-US"/>
              <a:pPr>
                <a:defRPr/>
              </a:pPr>
              <a:t>10/9/2026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F7C1B0C-5C66-58FB-709F-C521B149C26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9C3DECB-0946-2995-68E8-A73D83DC43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4CFE4AED-41EF-44BB-A7AE-BB514A6161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B2B5BD0D-6CA1-CD12-446D-4A1C87137C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CE4F9314-9251-0913-9B46-0A81B2FF22B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CC208207-5B48-4395-8D1E-F22232184DB3}" type="datetimeFigureOut">
              <a:rPr lang="en-US"/>
              <a:pPr>
                <a:defRPr/>
              </a:pPr>
              <a:t>10/9/2026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xmlns="" id="{C216246D-E8C1-22F1-D549-A499F068F9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xmlns="" id="{EB2171CB-3327-65A7-23E7-B5A8425346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623224F-F420-78FC-CD08-97664255BB9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8CCC3C7-5B2A-D444-6A56-F0D9391E58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F5A9D756-8865-4D09-887F-FA6D13893A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8372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Marcador de Posição da Imagem do Diapositivo 1">
            <a:extLst>
              <a:ext uri="{FF2B5EF4-FFF2-40B4-BE49-F238E27FC236}">
                <a16:creationId xmlns:a16="http://schemas.microsoft.com/office/drawing/2014/main" xmlns="" id="{10530BF5-A971-5043-1665-5472D211B2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Marcador de Posição de Notas 2">
            <a:extLst>
              <a:ext uri="{FF2B5EF4-FFF2-40B4-BE49-F238E27FC236}">
                <a16:creationId xmlns:a16="http://schemas.microsoft.com/office/drawing/2014/main" xmlns="" id="{48A3E538-F2FA-A4FF-B547-5C9806249A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pt-PT" altLang="en-US"/>
          </a:p>
        </p:txBody>
      </p:sp>
      <p:sp>
        <p:nvSpPr>
          <p:cNvPr id="25604" name="Marcador de Posição do Número do Diapositivo 3">
            <a:extLst>
              <a:ext uri="{FF2B5EF4-FFF2-40B4-BE49-F238E27FC236}">
                <a16:creationId xmlns:a16="http://schemas.microsoft.com/office/drawing/2014/main" xmlns="" id="{B1E488B7-D5EB-83C8-E3A8-19F6124E28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A623A8E-B97A-462B-AF83-3CB1386C2B58}" type="slidenum">
              <a:rPr lang="en-US" altLang="en-US">
                <a:solidFill>
                  <a:srgbClr val="000000"/>
                </a:solidFill>
                <a:latin typeface="Aptos" panose="020B00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en-US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06171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7E0ECDB-78A6-E0EE-99D8-DB08368F4D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-85724"/>
            <a:ext cx="12192001" cy="6943724"/>
          </a:xfrm>
          <a:prstGeom prst="rect">
            <a:avLst/>
          </a:prstGeom>
        </p:spPr>
      </p:pic>
      <p:sp>
        <p:nvSpPr>
          <p:cNvPr id="4" name="Rectangle 6">
            <a:extLst>
              <a:ext uri="{FF2B5EF4-FFF2-40B4-BE49-F238E27FC236}">
                <a16:creationId xmlns:a16="http://schemas.microsoft.com/office/drawing/2014/main" xmlns="" id="{BBB5C81C-D85F-F74F-CDB1-B6C8E40B22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96913" y="962025"/>
            <a:ext cx="933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/>
              <a:t>MISAU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xmlns="" id="{4D3E06F1-1F79-6D72-8F24-50EB1D5F0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7175" y="6391672"/>
            <a:ext cx="504825" cy="442912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C6E4D48-D476-9079-8A1D-DE51783549FE}"/>
              </a:ext>
            </a:extLst>
          </p:cNvPr>
          <p:cNvSpPr>
            <a:spLocks noGrp="1"/>
          </p:cNvSpPr>
          <p:nvPr userDrawn="1"/>
        </p:nvSpPr>
        <p:spPr>
          <a:xfrm>
            <a:off x="0" y="0"/>
            <a:ext cx="12192000" cy="929482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defTabSz="914400"/>
            <a:endParaRPr lang="pt-BR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xmlns="" id="{9BFB0EC2-6DD9-15D4-D949-F84E4666B1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3" y="62309"/>
            <a:ext cx="933450" cy="8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 Placeholder 2">
            <a:extLst>
              <a:ext uri="{FF2B5EF4-FFF2-40B4-BE49-F238E27FC236}">
                <a16:creationId xmlns:a16="http://schemas.microsoft.com/office/drawing/2014/main" xmlns="" id="{B6A6BFBD-9882-3474-49D7-A2C5B31EDF50}"/>
              </a:ext>
            </a:extLst>
          </p:cNvPr>
          <p:cNvSpPr>
            <a:spLocks noGrp="1"/>
          </p:cNvSpPr>
          <p:nvPr userDrawn="1"/>
        </p:nvSpPr>
        <p:spPr>
          <a:xfrm>
            <a:off x="112713" y="6430566"/>
            <a:ext cx="12079287" cy="365125"/>
          </a:xfrm>
          <a:prstGeom prst="rect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defRPr/>
            </a:pP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VI </a:t>
            </a:r>
            <a:r>
              <a:rPr lang="en-US" sz="11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Reunião</a:t>
            </a: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de </a:t>
            </a:r>
            <a:r>
              <a:rPr lang="en-US" sz="11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Coordenação</a:t>
            </a: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do SSCM</a:t>
            </a:r>
            <a:endParaRPr lang="pt-BR" sz="1100" b="1" dirty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99378594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">
            <a:extLst>
              <a:ext uri="{FF2B5EF4-FFF2-40B4-BE49-F238E27FC236}">
                <a16:creationId xmlns:a16="http://schemas.microsoft.com/office/drawing/2014/main" xmlns="" id="{D2A2499E-EE88-5471-CDB1-8A3B7D4CA3A5}"/>
              </a:ext>
            </a:extLst>
          </p:cNvPr>
          <p:cNvSpPr txBox="1"/>
          <p:nvPr userDrawn="1"/>
        </p:nvSpPr>
        <p:spPr>
          <a:xfrm>
            <a:off x="1624552" y="5047785"/>
            <a:ext cx="8738648" cy="337015"/>
          </a:xfrm>
          <a:prstGeom prst="rect">
            <a:avLst/>
          </a:prstGeom>
          <a:solidFill>
            <a:schemeClr val="tx2">
              <a:lumMod val="20000"/>
              <a:lumOff val="80000"/>
              <a:alpha val="19000"/>
            </a:schemeClr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lIns="0" tIns="0" rIns="0" bIns="0">
            <a:spAutoFit/>
          </a:bodyPr>
          <a:lstStyle/>
          <a:p>
            <a:pPr algn="ctr" eaLnBrk="1" fontAlgn="auto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Lema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: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Por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um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Serviço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Nacional de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Saúde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de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Qualidade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e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Humanizado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para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Todos</a:t>
            </a:r>
          </a:p>
        </p:txBody>
      </p:sp>
      <p:sp>
        <p:nvSpPr>
          <p:cNvPr id="3" name="TextBox 11">
            <a:extLst>
              <a:ext uri="{FF2B5EF4-FFF2-40B4-BE49-F238E27FC236}">
                <a16:creationId xmlns:a16="http://schemas.microsoft.com/office/drawing/2014/main" xmlns="" id="{89E0EDC5-73C9-2395-68B4-8A503E64085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203700" y="6416675"/>
            <a:ext cx="3452813" cy="27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lnSpc>
                <a:spcPts val="2238"/>
              </a:lnSpc>
            </a:pPr>
            <a:r>
              <a:rPr lang="en-US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Maputo, </a:t>
            </a:r>
            <a:r>
              <a:rPr lang="pt-PT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Outubro</a:t>
            </a:r>
            <a:r>
              <a:rPr lang="en-US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 de 2026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xmlns="" id="{7862B9C7-0C60-3A2F-AA91-DFA9DADAA4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2713" y="328613"/>
            <a:ext cx="1139825" cy="995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9">
            <a:extLst>
              <a:ext uri="{FF2B5EF4-FFF2-40B4-BE49-F238E27FC236}">
                <a16:creationId xmlns:a16="http://schemas.microsoft.com/office/drawing/2014/main" xmlns="" id="{76213641-9A3B-6AE3-DA0B-574EBF26EE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351338" y="1473200"/>
            <a:ext cx="3184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>
                <a:latin typeface="Arial" panose="020B0604020202020204" pitchFamily="34" charset="0"/>
                <a:cs typeface="Arial" panose="020B0604020202020204" pitchFamily="34" charset="0"/>
              </a:rPr>
              <a:t>República de Moçambique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xmlns="" id="{8B83F8ED-4006-F527-B285-22339460F04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11663" y="1795463"/>
            <a:ext cx="26495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>
                <a:latin typeface="Arial" panose="020B0604020202020204" pitchFamily="34" charset="0"/>
                <a:cs typeface="Arial" panose="020B0604020202020204" pitchFamily="34" charset="0"/>
              </a:rPr>
              <a:t>Ministério da Saúde</a:t>
            </a:r>
          </a:p>
        </p:txBody>
      </p:sp>
      <p:sp>
        <p:nvSpPr>
          <p:cNvPr id="8" name="Rectangle 18">
            <a:extLst>
              <a:ext uri="{FF2B5EF4-FFF2-40B4-BE49-F238E27FC236}">
                <a16:creationId xmlns:a16="http://schemas.microsoft.com/office/drawing/2014/main" xmlns="" id="{6DA0EF47-91A2-4BC1-F84A-EE9389D715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86000" y="1473200"/>
            <a:ext cx="69913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REPÚBLICA DE </a:t>
            </a:r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MOÇAMBIQUE</a:t>
            </a:r>
          </a:p>
          <a:p>
            <a:pPr algn="ctr" eaLnBrk="1" hangingPunct="1"/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Cidade de Maputo</a:t>
            </a:r>
          </a:p>
          <a:p>
            <a:pPr algn="ctr" eaLnBrk="1" hangingPunct="1"/>
            <a:r>
              <a:rPr lang="pt-PT" altLang="en-US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Conselho dos Serviços de </a:t>
            </a:r>
            <a:r>
              <a:rPr lang="en-US" altLang="en-US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Representação do Estado</a:t>
            </a:r>
            <a:endParaRPr lang="pt-PT" altLang="en-US">
              <a:solidFill>
                <a:schemeClr val="bg1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algn="ctr" eaLnBrk="1" hangingPunct="1"/>
            <a:r>
              <a:rPr lang="en-US" altLang="en-US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 de Saúde</a:t>
            </a:r>
            <a:endParaRPr lang="pt-PT" altLang="en-US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xmlns="" id="{CB842B1E-3AA6-EB75-2CDE-F4F8C35B6A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39524" y="5540375"/>
            <a:ext cx="752475" cy="669925"/>
          </a:xfrm>
        </p:spPr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B193FA8A-A7BD-41F9-BCEB-6C5AB8D10B6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xmlns="" id="{79861ADA-BA1A-DC7E-389F-A3336FE57971}"/>
              </a:ext>
            </a:extLst>
          </p:cNvPr>
          <p:cNvSpPr>
            <a:spLocks noGrp="1"/>
          </p:cNvSpPr>
          <p:nvPr userDrawn="1"/>
        </p:nvSpPr>
        <p:spPr>
          <a:xfrm>
            <a:off x="590549" y="3487302"/>
            <a:ext cx="10744201" cy="64008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defRPr/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VI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Reunião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de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Coordenação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do SSCM</a:t>
            </a:r>
            <a:endParaRPr lang="pt-BR" sz="3600" b="1" dirty="0">
              <a:solidFill>
                <a:srgbClr val="00B050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41848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29228B11-0A5F-34E2-20F3-CD5ECDEADF7B}"/>
              </a:ext>
            </a:extLst>
          </p:cNvPr>
          <p:cNvSpPr txBox="1"/>
          <p:nvPr userDrawn="1"/>
        </p:nvSpPr>
        <p:spPr>
          <a:xfrm>
            <a:off x="2481463" y="6062022"/>
            <a:ext cx="6400800" cy="5165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“O Nosso Maior Valor É A Vida!”</a:t>
            </a:r>
            <a:endParaRPr lang="en-US" dirty="0"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9659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4F8FD">
                <a:alpha val="15999"/>
              </a:srgbClr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89890D06-E9AE-8F03-358A-71217EDE6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4487863"/>
            <a:ext cx="8534400" cy="150653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xmlns="" id="{6EC7FF63-1BBA-6EC0-B837-0E7C160DEA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685800"/>
            <a:ext cx="8534400" cy="36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1BC7AB8-83E6-AA9B-0DE6-F1D2E0D233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04413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 b="0" i="0" smtClean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A5C41711-BAAE-4BDB-A12A-371F15FA4D86}" type="datetime1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6F9089C-0474-881D-1C85-5358C154AC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4213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A95E069-E462-3A0E-5ED1-E1FCA9FF66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3000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3200" b="0" i="0" smtClean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CEC704D9-9568-4213-8D58-9E458B3C0F0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grpSp>
        <p:nvGrpSpPr>
          <p:cNvPr id="1031" name="Group 12">
            <a:extLst>
              <a:ext uri="{FF2B5EF4-FFF2-40B4-BE49-F238E27FC236}">
                <a16:creationId xmlns:a16="http://schemas.microsoft.com/office/drawing/2014/main" xmlns="" id="{6B13CA1E-7907-9AB6-908D-32161B0BD30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201399" y="4067175"/>
            <a:ext cx="836613" cy="2790825"/>
            <a:chOff x="9206969" y="2963333"/>
            <a:chExt cx="2981858" cy="320886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xmlns="" id="{D522650F-7975-6F37-4042-51852AC61418}"/>
                </a:ext>
              </a:extLst>
            </p:cNvPr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xmlns="" id="{23E9F241-085F-350D-7D44-CD2B30443A19}"/>
                </a:ext>
              </a:extLst>
            </p:cNvPr>
            <p:cNvCxnSpPr/>
            <p:nvPr/>
          </p:nvCxnSpPr>
          <p:spPr>
            <a:xfrm flipH="1">
              <a:off x="9206969" y="3189669"/>
              <a:ext cx="2981858" cy="2982531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xmlns="" id="{6E0FAACB-49E0-E6BF-D33C-FC3A456E497B}"/>
                </a:ext>
              </a:extLst>
            </p:cNvPr>
            <p:cNvCxnSpPr/>
            <p:nvPr/>
          </p:nvCxnSpPr>
          <p:spPr>
            <a:xfrm flipH="1">
              <a:off x="10290950" y="3284585"/>
              <a:ext cx="1897877" cy="1896481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xmlns="" id="{D433AA4A-CBCA-3D61-EA1B-F136D8B1A963}"/>
                </a:ext>
              </a:extLst>
            </p:cNvPr>
            <p:cNvCxnSpPr/>
            <p:nvPr/>
          </p:nvCxnSpPr>
          <p:spPr>
            <a:xfrm flipH="1">
              <a:off x="10444240" y="3131260"/>
              <a:ext cx="1744587" cy="1744981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xmlns="" id="{00A5788E-D8F1-605B-31C0-32ADC2166684}"/>
                </a:ext>
              </a:extLst>
            </p:cNvPr>
            <p:cNvCxnSpPr/>
            <p:nvPr/>
          </p:nvCxnSpPr>
          <p:spPr>
            <a:xfrm flipH="1">
              <a:off x="10918709" y="3682499"/>
              <a:ext cx="1270118" cy="127040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8" r:id="rId1"/>
    <p:sldLayoutId id="2147483693" r:id="rId2"/>
    <p:sldLayoutId id="2147483705" r:id="rId3"/>
  </p:sldLayoutIdLst>
  <p:hf hdr="0" ftr="0" dt="0"/>
  <p:txStyles>
    <p:titleStyle>
      <a:lvl1pPr algn="l" defTabSz="457200" rtl="0" fontAlgn="base">
        <a:spcBef>
          <a:spcPct val="0"/>
        </a:spcBef>
        <a:spcAft>
          <a:spcPct val="0"/>
        </a:spcAft>
        <a:defRPr sz="3600" kern="1200" cap="all">
          <a:ln w="3175" cmpd="sng">
            <a:noFill/>
          </a:ln>
          <a:solidFill>
            <a:schemeClr val="tx1"/>
          </a:solidFill>
          <a:latin typeface="+mj-lt"/>
          <a:ea typeface="+mj-ea"/>
          <a:cs typeface="+mj-cs"/>
        </a:defRPr>
      </a:lvl1pPr>
      <a:lvl2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2pPr>
      <a:lvl3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3pPr>
      <a:lvl4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4pPr>
      <a:lvl5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>
          <a:solidFill>
            <a:srgbClr val="0F496F"/>
          </a:solidFill>
          <a:latin typeface="+mn-lt"/>
          <a:ea typeface="+mn-ea"/>
          <a:cs typeface="+mn-cs"/>
        </a:defRPr>
      </a:lvl1pPr>
      <a:lvl2pPr marL="742950" indent="-2857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ern="1200">
          <a:solidFill>
            <a:srgbClr val="0F496F"/>
          </a:solidFill>
          <a:latin typeface="+mn-lt"/>
          <a:ea typeface="+mn-ea"/>
          <a:cs typeface="+mn-cs"/>
        </a:defRPr>
      </a:lvl2pPr>
      <a:lvl3pPr marL="1200150" indent="-2857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>
          <a:solidFill>
            <a:srgbClr val="0F496F"/>
          </a:solidFill>
          <a:latin typeface="+mn-lt"/>
          <a:ea typeface="+mn-ea"/>
          <a:cs typeface="+mn-cs"/>
        </a:defRPr>
      </a:lvl3pPr>
      <a:lvl4pPr marL="1543050" indent="-1714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>
          <a:solidFill>
            <a:srgbClr val="0F496F"/>
          </a:solidFill>
          <a:latin typeface="+mn-lt"/>
          <a:ea typeface="+mn-ea"/>
          <a:cs typeface="+mn-cs"/>
        </a:defRPr>
      </a:lvl4pPr>
      <a:lvl5pPr marL="2000250" indent="-1714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>
          <a:solidFill>
            <a:srgbClr val="0F496F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4F8FD">
                <a:alpha val="15686"/>
              </a:srgbClr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3">
            <a:extLst>
              <a:ext uri="{FF2B5EF4-FFF2-40B4-BE49-F238E27FC236}">
                <a16:creationId xmlns:a16="http://schemas.microsoft.com/office/drawing/2014/main" xmlns="" id="{A4012CFA-58F9-3F43-704D-7C6D4C70C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5650" y="5166911"/>
            <a:ext cx="9783762" cy="638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>
                <a:solidFill>
                  <a:srgbClr val="0F496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>
                <a:solidFill>
                  <a:srgbClr val="0F496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>
                <a:solidFill>
                  <a:srgbClr val="0F496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en-US" sz="2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Maputo, Outubro de 2026</a:t>
            </a:r>
            <a:endParaRPr lang="en-US" altLang="en-US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79" name="Rectangle 1">
            <a:extLst>
              <a:ext uri="{FF2B5EF4-FFF2-40B4-BE49-F238E27FC236}">
                <a16:creationId xmlns:a16="http://schemas.microsoft.com/office/drawing/2014/main" xmlns="" id="{5C866598-F616-1F5F-A9F9-9B89097F1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9939" y="1179581"/>
            <a:ext cx="9029700" cy="1881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>
                <a:solidFill>
                  <a:srgbClr val="0F496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>
                <a:solidFill>
                  <a:srgbClr val="0F496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>
                <a:solidFill>
                  <a:srgbClr val="0F496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REPÚBLICA DE MOÇAMBIQUE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Cidade de Maputo 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Conselho dos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Serviços</a:t>
            </a:r>
            <a:r>
              <a:rPr lang="pt-PT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Representação do Estado 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</a:t>
            </a:r>
            <a:r>
              <a:rPr lang="pt-PT" alt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Saúde</a:t>
            </a:r>
            <a:endParaRPr lang="pt-PT" altLang="en-US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580" name="Picture 7" descr="C:\Users\DACUNHA\Pictures\image_preview.png">
            <a:extLst>
              <a:ext uri="{FF2B5EF4-FFF2-40B4-BE49-F238E27FC236}">
                <a16:creationId xmlns:a16="http://schemas.microsoft.com/office/drawing/2014/main" xmlns="" id="{FA5EF871-EDDE-BAD2-1693-91DAF3A248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7901" y="174625"/>
            <a:ext cx="1109609" cy="753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xmlns="" id="{DF74C49A-5555-F6DF-2344-48955F797FD8}"/>
              </a:ext>
            </a:extLst>
          </p:cNvPr>
          <p:cNvSpPr txBox="1"/>
          <p:nvPr/>
        </p:nvSpPr>
        <p:spPr>
          <a:xfrm>
            <a:off x="698643" y="3591498"/>
            <a:ext cx="10705672" cy="903383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dk1"/>
          </a:lnRef>
          <a:fillRef idx="1003">
            <a:schemeClr val="lt2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D0D0D"/>
                </a:solidFill>
                <a:latin typeface="+mj-lt"/>
                <a:ea typeface="+mj-ea"/>
                <a:cs typeface="+mj-cs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eaLnBrk="1" hangingPunct="1">
              <a:defRPr/>
            </a:pPr>
            <a:endParaRPr lang="pt-BR" altLang="en-US" sz="3200" b="1" dirty="0" smtClean="0">
              <a:ea typeface="MS PGothic" panose="020B0600070205080204" pitchFamily="34" charset="-128"/>
            </a:endParaRPr>
          </a:p>
          <a:p>
            <a:pPr algn="ctr" eaLnBrk="1" hangingPunct="1">
              <a:defRPr/>
            </a:pPr>
            <a:r>
              <a:rPr lang="pt-BR" altLang="en-US" sz="3200" b="1" dirty="0" smtClean="0">
                <a:ea typeface="MS PGothic" panose="020B0600070205080204" pitchFamily="34" charset="-128"/>
              </a:rPr>
              <a:t> </a:t>
            </a:r>
            <a:r>
              <a:rPr lang="pt-PT" altLang="pt-PT" sz="2000" b="1" dirty="0" smtClean="0">
                <a:solidFill>
                  <a:srgbClr val="0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Dados </a:t>
            </a:r>
            <a:r>
              <a:rPr lang="pt-PT" altLang="pt-PT" sz="2000" b="1" dirty="0">
                <a:solidFill>
                  <a:srgbClr val="0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dos Processos Disciplinares 2025 e 1° Semestre de 2026</a:t>
            </a:r>
            <a:endParaRPr lang="en-US" altLang="pt-PT" sz="2000" dirty="0">
              <a:solidFill>
                <a:srgbClr val="000000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defRPr/>
            </a:pPr>
            <a:endParaRPr lang="pt-BR" sz="2000" b="1" dirty="0">
              <a:solidFill>
                <a:srgbClr val="DBEFF9">
                  <a:lumMod val="25000"/>
                </a:srgbClr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B5678C29-B991-E318-C6A6-550E6CF7E735}"/>
              </a:ext>
            </a:extLst>
          </p:cNvPr>
          <p:cNvSpPr txBox="1"/>
          <p:nvPr/>
        </p:nvSpPr>
        <p:spPr>
          <a:xfrm>
            <a:off x="2416994" y="221163"/>
            <a:ext cx="83244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sz="20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Estrutura da Apresentação</a:t>
            </a:r>
            <a:endParaRPr lang="pt-BR" sz="20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630B5270-1A52-5D76-CC54-0DD60D9E4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3</a:t>
            </a:fld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656" y="1322025"/>
            <a:ext cx="11028620" cy="4734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791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CD7E823-D380-E273-595E-61F6F2EB7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06D8B86-B83D-4C8D-3792-B16F375CBE53}"/>
              </a:ext>
            </a:extLst>
          </p:cNvPr>
          <p:cNvSpPr txBox="1"/>
          <p:nvPr/>
        </p:nvSpPr>
        <p:spPr>
          <a:xfrm>
            <a:off x="2416995" y="221163"/>
            <a:ext cx="79526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sz="2000" b="1" dirty="0">
                <a:solidFill>
                  <a:schemeClr val="bg1"/>
                </a:solidFill>
              </a:rPr>
              <a:t>Processos  Disciplinar instaurados  em 2025</a:t>
            </a:r>
            <a:endParaRPr lang="pt-PT" sz="20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C7A3970E-9389-B344-A17C-EDC562656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4</a:t>
            </a:fld>
            <a:endParaRPr lang="en-GB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5558705"/>
              </p:ext>
            </p:extLst>
          </p:nvPr>
        </p:nvGraphicFramePr>
        <p:xfrm>
          <a:off x="684213" y="1206233"/>
          <a:ext cx="10249676" cy="5120814"/>
        </p:xfrm>
        <a:graphic>
          <a:graphicData uri="http://schemas.openxmlformats.org/drawingml/2006/table">
            <a:tbl>
              <a:tblPr firstRow="1" firstCol="1" bandRow="1"/>
              <a:tblGrid>
                <a:gridCol w="1082971"/>
                <a:gridCol w="1005510"/>
                <a:gridCol w="603305"/>
                <a:gridCol w="536271"/>
                <a:gridCol w="686707"/>
                <a:gridCol w="1039228"/>
                <a:gridCol w="1608815"/>
                <a:gridCol w="1273647"/>
                <a:gridCol w="1206611"/>
                <a:gridCol w="1206611"/>
              </a:tblGrid>
              <a:tr h="313203">
                <a:tc rowSpan="6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Instituição 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rowSpan="6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Processos Instruídos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Processos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1629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(%)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Processos Concluídos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em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1320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Tramitação 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1320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 rowSpan="3" gridSpan="2"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b="1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Sancionados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(%)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Arquivados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(%)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(%)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1320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1320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13203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SSCM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351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13203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HGM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3203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HGJM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3203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HGPC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  <a:tr h="313203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HPI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3203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HGC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3203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ICSM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3203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77.2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22.8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04" marR="5570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44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637151C-0345-7F15-F974-6C44ADA0E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B1C7059-FD03-7587-4203-038EDFDDC552}"/>
              </a:ext>
            </a:extLst>
          </p:cNvPr>
          <p:cNvSpPr txBox="1"/>
          <p:nvPr/>
        </p:nvSpPr>
        <p:spPr>
          <a:xfrm>
            <a:off x="1536970" y="221163"/>
            <a:ext cx="98054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sz="2000" b="1" dirty="0">
                <a:solidFill>
                  <a:schemeClr val="bg1"/>
                </a:solidFill>
              </a:rPr>
              <a:t>Distribuição dos processos disciplinares por sexo - 2025</a:t>
            </a:r>
            <a:endParaRPr lang="pt-BR" sz="20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C5F6B58-9E13-B434-88A5-50020F4FC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5</a:t>
            </a:fld>
            <a:endParaRPr lang="en-GB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5765427"/>
              </p:ext>
            </p:extLst>
          </p:nvPr>
        </p:nvGraphicFramePr>
        <p:xfrm>
          <a:off x="684213" y="1250828"/>
          <a:ext cx="10530958" cy="5271908"/>
        </p:xfrm>
        <a:graphic>
          <a:graphicData uri="http://schemas.openxmlformats.org/drawingml/2006/table">
            <a:tbl>
              <a:tblPr firstRow="1" firstCol="1" bandRow="1"/>
              <a:tblGrid>
                <a:gridCol w="1275869"/>
                <a:gridCol w="1206601"/>
                <a:gridCol w="1005501"/>
                <a:gridCol w="1139567"/>
                <a:gridCol w="804401"/>
                <a:gridCol w="804401"/>
                <a:gridCol w="871434"/>
                <a:gridCol w="938468"/>
                <a:gridCol w="1005501"/>
                <a:gridCol w="1479215"/>
              </a:tblGrid>
              <a:tr h="319451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Instituição  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Processos Instruidos 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Processos desagregados por sexo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marL="61548" marR="615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Em Tramitação 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7838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Sancionados 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Arquivados 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89193">
                <a:tc>
                  <a:txBody>
                    <a:bodyPr/>
                    <a:lstStyle/>
                    <a:p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48" marR="6154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M/F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M 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F 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M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F 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M 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F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</a:tr>
              <a:tr h="289193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SSCM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193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HGM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193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HGJM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9193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HGPC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9193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HPI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9193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HGC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9193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ICSM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802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5B9B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  <a:endParaRPr lang="pt-PT" sz="9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6294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marL="61548" marR="615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9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9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9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48" marR="61548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7063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34DA2DE-BD14-4970-0E1D-527BD4576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4109F61-7516-D6FF-0B58-876EAC067054}"/>
              </a:ext>
            </a:extLst>
          </p:cNvPr>
          <p:cNvSpPr txBox="1"/>
          <p:nvPr/>
        </p:nvSpPr>
        <p:spPr>
          <a:xfrm>
            <a:off x="972766" y="221163"/>
            <a:ext cx="112192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sz="2000" b="1" dirty="0">
                <a:solidFill>
                  <a:schemeClr val="bg1"/>
                </a:solidFill>
              </a:rPr>
              <a:t>Distribuição dos processos disciplinares por faixa etária  - 2025</a:t>
            </a:r>
            <a:r>
              <a:rPr lang="pt-BR" sz="20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 </a:t>
            </a:r>
            <a:endParaRPr lang="pt-BR" sz="20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C96ED76-8F06-5B0E-0907-38C4A604F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6</a:t>
            </a:fld>
            <a:endParaRPr lang="en-GB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1317613"/>
              </p:ext>
            </p:extLst>
          </p:nvPr>
        </p:nvGraphicFramePr>
        <p:xfrm>
          <a:off x="651162" y="1243231"/>
          <a:ext cx="10560963" cy="4801496"/>
        </p:xfrm>
        <a:graphic>
          <a:graphicData uri="http://schemas.openxmlformats.org/drawingml/2006/table">
            <a:tbl>
              <a:tblPr firstRow="1" firstCol="1" bandRow="1"/>
              <a:tblGrid>
                <a:gridCol w="1322146"/>
                <a:gridCol w="1250365"/>
                <a:gridCol w="1041972"/>
                <a:gridCol w="1180902"/>
                <a:gridCol w="833578"/>
                <a:gridCol w="833578"/>
                <a:gridCol w="903041"/>
                <a:gridCol w="972507"/>
                <a:gridCol w="1041972"/>
                <a:gridCol w="1180902"/>
              </a:tblGrid>
              <a:tr h="299271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Instituição  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marL="55985" marR="5598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TOTAL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</a:tr>
              <a:tr h="4614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4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Faixa</a:t>
                      </a:r>
                      <a:r>
                        <a:rPr lang="pt-PT" sz="1400" b="1" baseline="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etária</a:t>
                      </a:r>
                      <a:r>
                        <a:rPr lang="pt-PT" sz="14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pt-PT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30741">
                <a:tc>
                  <a:txBody>
                    <a:bodyPr/>
                    <a:lstStyle/>
                    <a:p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85" marR="5598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18-25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26-31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32-37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38-41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42-48 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49-54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55-59 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60-65 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98786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SSCM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0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0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0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0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0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0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0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0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0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0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0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0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0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0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0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0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738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HGM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0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0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0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0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0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0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0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0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0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0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0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0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0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0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0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0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804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HGJM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0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0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4460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HGPC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0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0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3881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HPI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0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0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2440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HGC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0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0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5823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ICSM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0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0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4810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pt-PT" sz="9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pt-PT" sz="9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pt-PT" sz="9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PT" sz="9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pt-PT" sz="9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9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  <a:endParaRPr lang="pt-PT" sz="9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985" marR="5598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1639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1A3E60D-CA30-7621-A324-FE080EC4F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CBB1DAB2-44BE-44E1-05E5-0CDD90CB9EBB}"/>
              </a:ext>
            </a:extLst>
          </p:cNvPr>
          <p:cNvSpPr txBox="1"/>
          <p:nvPr/>
        </p:nvSpPr>
        <p:spPr>
          <a:xfrm>
            <a:off x="1245141" y="309298"/>
            <a:ext cx="109468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sz="2000" b="1" dirty="0">
                <a:solidFill>
                  <a:schemeClr val="bg1"/>
                </a:solidFill>
              </a:rPr>
              <a:t>Distribuição das sanções disciplinares por instituição</a:t>
            </a:r>
            <a:endParaRPr lang="pt-BR" sz="20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EF28538C-1797-43F2-72AC-B4FE2FF73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7</a:t>
            </a:fld>
            <a:endParaRPr lang="en-GB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6447056"/>
              </p:ext>
            </p:extLst>
          </p:nvPr>
        </p:nvGraphicFramePr>
        <p:xfrm>
          <a:off x="684213" y="1166330"/>
          <a:ext cx="10852792" cy="4614445"/>
        </p:xfrm>
        <a:graphic>
          <a:graphicData uri="http://schemas.openxmlformats.org/drawingml/2006/table">
            <a:tbl>
              <a:tblPr firstRow="1" firstCol="1" bandRow="1"/>
              <a:tblGrid>
                <a:gridCol w="1426782"/>
                <a:gridCol w="1349322"/>
                <a:gridCol w="1949021"/>
                <a:gridCol w="1199396"/>
                <a:gridCol w="1574209"/>
                <a:gridCol w="1274360"/>
                <a:gridCol w="130680"/>
                <a:gridCol w="899548"/>
                <a:gridCol w="1049474"/>
              </a:tblGrid>
              <a:tr h="307083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Instituição  </a:t>
                      </a:r>
                      <a:endParaRPr lang="pt-PT" sz="1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Sanções Aplicadas</a:t>
                      </a:r>
                      <a:endParaRPr lang="pt-PT" sz="1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pt-PT" sz="1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</a:tr>
              <a:tr h="30708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 </a:t>
                      </a:r>
                      <a:endParaRPr lang="pt-PT" sz="1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12199">
                <a:tc>
                  <a:txBody>
                    <a:bodyPr/>
                    <a:lstStyle/>
                    <a:p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77" marR="6447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Advertência</a:t>
                      </a:r>
                      <a:endParaRPr lang="pt-PT" sz="1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Repreensão Pública</a:t>
                      </a:r>
                      <a:endParaRPr lang="pt-PT" sz="1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Multa</a:t>
                      </a:r>
                      <a:endParaRPr lang="pt-PT" sz="1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Despromoção</a:t>
                      </a:r>
                      <a:endParaRPr lang="pt-PT" sz="1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Demisão </a:t>
                      </a:r>
                      <a:endParaRPr lang="pt-PT" sz="1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Expulsão</a:t>
                      </a:r>
                      <a:endParaRPr lang="pt-PT" sz="1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20847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SSCM</a:t>
                      </a:r>
                      <a:endParaRPr lang="pt-PT" sz="1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720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HGM</a:t>
                      </a:r>
                      <a:endParaRPr lang="pt-PT" sz="1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pt-PT" sz="1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PT" sz="1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pt-PT" sz="1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475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HGJM</a:t>
                      </a:r>
                      <a:endParaRPr lang="pt-PT" sz="1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pt-PT" sz="1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PT" sz="1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1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pt-PT" sz="1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7083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HGPC</a:t>
                      </a:r>
                      <a:endParaRPr lang="pt-PT" sz="1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7083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HPI</a:t>
                      </a:r>
                      <a:endParaRPr lang="pt-PT" sz="1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1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1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7083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HG.CHA</a:t>
                      </a:r>
                      <a:endParaRPr lang="pt-PT" sz="1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1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1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9176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ICSM</a:t>
                      </a:r>
                      <a:endParaRPr lang="pt-PT" sz="1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900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pt-PT" sz="1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pt-PT" sz="1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pt-PT" sz="1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1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endParaRPr lang="pt-PT" sz="1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477" marR="6447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8549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E210325-FEEA-839B-EF4C-CBC8CB8E8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AF187D9-43B4-BCEC-1672-FD9EE13C5993}"/>
              </a:ext>
            </a:extLst>
          </p:cNvPr>
          <p:cNvSpPr txBox="1"/>
          <p:nvPr/>
        </p:nvSpPr>
        <p:spPr>
          <a:xfrm>
            <a:off x="1478604" y="221163"/>
            <a:ext cx="107133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sz="2000" b="1" dirty="0">
                <a:solidFill>
                  <a:schemeClr val="bg1"/>
                </a:solidFill>
              </a:rPr>
              <a:t>Distribuição de sanções por tempo de serviço </a:t>
            </a:r>
            <a:endParaRPr lang="pt-PT" sz="2000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E8D205FA-01C5-2873-6358-DC0E14739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8</a:t>
            </a:fld>
            <a:endParaRPr lang="en-GB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7646444"/>
              </p:ext>
            </p:extLst>
          </p:nvPr>
        </p:nvGraphicFramePr>
        <p:xfrm>
          <a:off x="684213" y="1478606"/>
          <a:ext cx="10794426" cy="4669274"/>
        </p:xfrm>
        <a:graphic>
          <a:graphicData uri="http://schemas.openxmlformats.org/drawingml/2006/table">
            <a:tbl>
              <a:tblPr firstRow="1" firstCol="1" bandRow="1"/>
              <a:tblGrid>
                <a:gridCol w="1860603"/>
                <a:gridCol w="1548352"/>
                <a:gridCol w="1815626"/>
                <a:gridCol w="781355"/>
                <a:gridCol w="1375185"/>
                <a:gridCol w="959251"/>
                <a:gridCol w="131526"/>
                <a:gridCol w="1161264"/>
                <a:gridCol w="1161264"/>
              </a:tblGrid>
              <a:tr h="300974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Tempo de serviço   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Sanções Aplicadas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marL="61092" marR="61092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</a:tr>
              <a:tr h="2299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 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59821">
                <a:tc>
                  <a:txBody>
                    <a:bodyPr/>
                    <a:lstStyle/>
                    <a:p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092" marR="6109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Advertência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Repreensão Pública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Multa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pt-PT" sz="11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Despromoção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Demisão 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Expulsão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5982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0-2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982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3-10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982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11-20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982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21-30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982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31-35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973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+35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9732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2" marR="6109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7821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B1E72F1-18FF-AA75-1BE2-8011DC312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93114C0-E92A-2665-4919-33C14DF9AAFA}"/>
              </a:ext>
            </a:extLst>
          </p:cNvPr>
          <p:cNvSpPr txBox="1"/>
          <p:nvPr/>
        </p:nvSpPr>
        <p:spPr>
          <a:xfrm>
            <a:off x="1089498" y="221163"/>
            <a:ext cx="111025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sz="2000" b="1" dirty="0">
                <a:solidFill>
                  <a:schemeClr val="bg1"/>
                </a:solidFill>
              </a:rPr>
              <a:t>Distribuições de sanções por nível académico</a:t>
            </a:r>
            <a:endParaRPr lang="pt-BR" sz="20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78969944-D08B-2C87-C626-A2C84491F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4128751"/>
              </p:ext>
            </p:extLst>
          </p:nvPr>
        </p:nvGraphicFramePr>
        <p:xfrm>
          <a:off x="684213" y="1531344"/>
          <a:ext cx="11002963" cy="4481491"/>
        </p:xfrm>
        <a:graphic>
          <a:graphicData uri="http://schemas.openxmlformats.org/drawingml/2006/table">
            <a:tbl>
              <a:tblPr firstRow="1" firstCol="1" bandRow="1"/>
              <a:tblGrid>
                <a:gridCol w="1788792"/>
                <a:gridCol w="1412431"/>
                <a:gridCol w="1782453"/>
                <a:gridCol w="1019508"/>
                <a:gridCol w="1661938"/>
                <a:gridCol w="836380"/>
                <a:gridCol w="134067"/>
                <a:gridCol w="1183697"/>
                <a:gridCol w="1183697"/>
              </a:tblGrid>
              <a:tr h="268713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Nível Académico  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4" marR="6109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Sanções Aplicadas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4" marR="610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4" marR="61094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4" marR="61094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4" marR="610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</a:tr>
              <a:tr h="2536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 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4" marR="610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774047">
                <a:tc>
                  <a:txBody>
                    <a:bodyPr/>
                    <a:lstStyle/>
                    <a:p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094" marR="6109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Advertência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4" marR="610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Repreensão </a:t>
                      </a: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Pública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4" marR="610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Multa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4" marR="610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Despromoção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4" marR="610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Demissão 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4" marR="610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Expulsão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4" marR="610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09128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Superior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4" marR="610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4" marR="6109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4" marR="610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4" marR="610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4" marR="610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4" marR="610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4" marR="610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4" marR="610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128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Médio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4" marR="610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4" marR="6109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4" marR="610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4" marR="610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4" marR="610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4" marR="610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4" marR="610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4" marR="610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128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Básico 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4" marR="610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4" marR="6109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4" marR="610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4" marR="610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4" marR="6109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4" marR="6109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4" marR="6109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4" marR="6109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0939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Elementar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4" marR="610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4" marR="6109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4" marR="610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4" marR="610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4" marR="6109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4" marR="6109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4" marR="6109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4" marR="6109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9480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4" marR="610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4" marR="6109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4" marR="610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4" marR="610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9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4" marR="6109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4" marR="6109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4" marR="6109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endParaRPr lang="pt-PT" sz="9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94" marR="6109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3454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5D6C364-33E8-0DBE-B881-CE18B2A93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771E5213-67D7-62F9-547B-DF0C7F4D6C54}"/>
              </a:ext>
            </a:extLst>
          </p:cNvPr>
          <p:cNvSpPr txBox="1"/>
          <p:nvPr/>
        </p:nvSpPr>
        <p:spPr>
          <a:xfrm>
            <a:off x="875490" y="221163"/>
            <a:ext cx="1131651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sz="2000" b="1" dirty="0">
                <a:solidFill>
                  <a:schemeClr val="bg1"/>
                </a:solidFill>
              </a:rPr>
              <a:t>Infrações cometidas, sancionadas, arquivadas e causas de arquivamento -2025</a:t>
            </a:r>
            <a:r>
              <a:rPr lang="pt-PT" sz="2000" dirty="0">
                <a:solidFill>
                  <a:schemeClr val="bg1"/>
                </a:solidFill>
              </a:rPr>
              <a:t/>
            </a:r>
            <a:br>
              <a:rPr lang="pt-PT" sz="2000" dirty="0">
                <a:solidFill>
                  <a:schemeClr val="bg1"/>
                </a:solidFill>
              </a:rPr>
            </a:br>
            <a:endParaRPr lang="pt-BR" sz="20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2B1CF0B2-5F72-A708-23DB-3EF09064C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10</a:t>
            </a:fld>
            <a:endParaRPr lang="en-GB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8172187"/>
              </p:ext>
            </p:extLst>
          </p:nvPr>
        </p:nvGraphicFramePr>
        <p:xfrm>
          <a:off x="684213" y="1552265"/>
          <a:ext cx="10658239" cy="4409810"/>
        </p:xfrm>
        <a:graphic>
          <a:graphicData uri="http://schemas.openxmlformats.org/drawingml/2006/table">
            <a:tbl>
              <a:tblPr firstRow="1" firstCol="1" bandRow="1"/>
              <a:tblGrid>
                <a:gridCol w="1243981"/>
                <a:gridCol w="3742903"/>
                <a:gridCol w="733365"/>
                <a:gridCol w="1136753"/>
                <a:gridCol w="1698924"/>
                <a:gridCol w="2102313"/>
              </a:tblGrid>
              <a:tr h="52043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Instituição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Infrações </a:t>
                      </a:r>
                      <a:r>
                        <a:rPr lang="pt-PT" sz="1100" b="1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cometidas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b="1" dirty="0" smtClean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b="1" dirty="0" smtClean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Sancionadas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b="1" dirty="0" smtClean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Arquivados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Causas do arqivamento</a:t>
                      </a:r>
                      <a:endParaRPr lang="pt-PT" sz="1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0463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SSCM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Falta de Assiduidade </a:t>
                      </a:r>
                    </a:p>
                  </a:txBody>
                  <a:tcPr marL="25307" marR="2530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Má instrução</a:t>
                      </a: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046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Pagamento</a:t>
                      </a:r>
                      <a:r>
                        <a:rPr lang="pt-PT" sz="1100" baseline="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indevido 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Exteporâneo </a:t>
                      </a: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270">
                <a:tc rowSpan="5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HGM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Falsificação de Atestados e </a:t>
                      </a: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cobranças ilícitas 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5B9BD5"/>
                    </a:solidFill>
                  </a:tcPr>
                </a:tc>
              </a:tr>
              <a:tr h="27046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Falta de Assiduidade  </a:t>
                      </a:r>
                    </a:p>
                  </a:txBody>
                  <a:tcPr marL="25307" marR="2530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B9BD5"/>
                    </a:solidFill>
                  </a:tcPr>
                </a:tc>
              </a:tr>
              <a:tr h="27046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Mau uso de bens do estado</a:t>
                      </a:r>
                    </a:p>
                  </a:txBody>
                  <a:tcPr marL="25307" marR="2530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B9BD5"/>
                    </a:solidFill>
                  </a:tcPr>
                </a:tc>
              </a:tr>
              <a:tr h="27046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Desvio de bens do Estado</a:t>
                      </a:r>
                    </a:p>
                  </a:txBody>
                  <a:tcPr marL="25307" marR="2530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B9BD5"/>
                    </a:solidFill>
                  </a:tcPr>
                </a:tc>
              </a:tr>
              <a:tr h="11636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  <a:tr h="270463"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HGJM</a:t>
                      </a:r>
                      <a:endParaRPr lang="pt-PT" sz="1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Conbranças ilicitas </a:t>
                      </a:r>
                    </a:p>
                  </a:txBody>
                  <a:tcPr marL="25307" marR="2530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Má instrução</a:t>
                      </a: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046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Abadono de lugar</a:t>
                      </a:r>
                    </a:p>
                  </a:txBody>
                  <a:tcPr marL="25307" marR="2530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Má instrução</a:t>
                      </a: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046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Falta de Assiduidade </a:t>
                      </a:r>
                    </a:p>
                  </a:txBody>
                  <a:tcPr marL="25307" marR="2530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  <a:tr h="27046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HGC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Falta de Assiduidade </a:t>
                      </a:r>
                    </a:p>
                  </a:txBody>
                  <a:tcPr marL="25307" marR="2530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  <a:tr h="27046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HPI</a:t>
                      </a:r>
                      <a:endParaRPr lang="pt-PT" sz="1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Falta de Assiduidade </a:t>
                      </a:r>
                    </a:p>
                  </a:txBody>
                  <a:tcPr marL="25307" marR="2530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  <a:tr h="27046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ICSM</a:t>
                      </a:r>
                      <a:endParaRPr lang="pt-PT" sz="1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Falta de Assiduidade </a:t>
                      </a:r>
                    </a:p>
                  </a:txBody>
                  <a:tcPr marL="25307" marR="2530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Má </a:t>
                      </a: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instrução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046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pt-PT" sz="1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307" marR="2530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2967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E43D7FD-2C80-3C1B-425F-BA20B5301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77354D0C-5457-C632-DE00-A712CE83E86E}"/>
              </a:ext>
            </a:extLst>
          </p:cNvPr>
          <p:cNvSpPr txBox="1"/>
          <p:nvPr/>
        </p:nvSpPr>
        <p:spPr>
          <a:xfrm>
            <a:off x="1700584" y="243196"/>
            <a:ext cx="93162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PT" sz="2000" b="1" dirty="0">
                <a:solidFill>
                  <a:schemeClr val="bg1"/>
                </a:solidFill>
              </a:rPr>
              <a:t>Dados comparativos dos PD instaurados em 2025 e 2026 ( 1°Semestre)</a:t>
            </a:r>
            <a:endParaRPr lang="pt-PT" sz="2000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A8455A9D-0727-9EEE-8E54-B1849F0FB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11</a:t>
            </a:fld>
            <a:endParaRPr lang="en-GB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7463870"/>
              </p:ext>
            </p:extLst>
          </p:nvPr>
        </p:nvGraphicFramePr>
        <p:xfrm>
          <a:off x="684213" y="1322965"/>
          <a:ext cx="11002962" cy="4883282"/>
        </p:xfrm>
        <a:graphic>
          <a:graphicData uri="http://schemas.openxmlformats.org/drawingml/2006/table">
            <a:tbl>
              <a:tblPr firstRow="1" firstCol="1" bandRow="1"/>
              <a:tblGrid>
                <a:gridCol w="1054466"/>
                <a:gridCol w="632679"/>
                <a:gridCol w="702979"/>
                <a:gridCol w="702979"/>
                <a:gridCol w="562383"/>
                <a:gridCol w="632679"/>
                <a:gridCol w="773275"/>
                <a:gridCol w="123701"/>
                <a:gridCol w="773275"/>
                <a:gridCol w="632679"/>
                <a:gridCol w="562383"/>
                <a:gridCol w="123701"/>
                <a:gridCol w="702979"/>
                <a:gridCol w="702979"/>
                <a:gridCol w="632679"/>
                <a:gridCol w="843573"/>
                <a:gridCol w="843573"/>
              </a:tblGrid>
              <a:tr h="244165"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Instituição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rowSpan="2" gridSpan="4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Processos </a:t>
                      </a:r>
                      <a:r>
                        <a:rPr lang="pt-PT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Instruidos 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Processos concluídos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Em tramitação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441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Sancionados 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Arquivados 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8832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(a)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(b)-(a)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(a)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(b)-(a)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(a)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(b)-(a)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(a)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88328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SSCM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8328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HGM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8328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HGJM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8328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HGPC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8328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HPI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8328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HGC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8328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ICSM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8328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07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42.8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06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06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000" b="1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83503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5CDCB32-7B67-C829-2FFC-548D4B30A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DAE5259F-4583-3753-18AE-3ED376E2130C}"/>
              </a:ext>
            </a:extLst>
          </p:cNvPr>
          <p:cNvSpPr txBox="1"/>
          <p:nvPr/>
        </p:nvSpPr>
        <p:spPr>
          <a:xfrm>
            <a:off x="1108954" y="221163"/>
            <a:ext cx="11083046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b="1" dirty="0">
                <a:solidFill>
                  <a:schemeClr val="bg1"/>
                </a:solidFill>
                <a:latin typeface="+mn-lt"/>
              </a:rPr>
              <a:t>Infrações cometidas, sancionadas, arquivadas e causas de arquivamento  </a:t>
            </a:r>
            <a:br>
              <a:rPr lang="pt-PT" b="1" dirty="0">
                <a:solidFill>
                  <a:schemeClr val="bg1"/>
                </a:solidFill>
                <a:latin typeface="+mn-lt"/>
              </a:rPr>
            </a:br>
            <a:r>
              <a:rPr lang="pt-PT" b="1" dirty="0">
                <a:solidFill>
                  <a:schemeClr val="bg1"/>
                </a:solidFill>
                <a:latin typeface="+mn-lt"/>
              </a:rPr>
              <a:t>1° Semestre 2026</a:t>
            </a:r>
            <a:r>
              <a:rPr lang="pt-PT" sz="2800" dirty="0">
                <a:solidFill>
                  <a:schemeClr val="bg1"/>
                </a:solidFill>
              </a:rPr>
              <a:t/>
            </a:r>
            <a:br>
              <a:rPr lang="pt-PT" sz="2800" dirty="0">
                <a:solidFill>
                  <a:schemeClr val="bg1"/>
                </a:solidFill>
              </a:rPr>
            </a:b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78409460-626D-3C44-B40F-F7CB58050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12</a:t>
            </a:fld>
            <a:endParaRPr lang="en-GB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1050760"/>
              </p:ext>
            </p:extLst>
          </p:nvPr>
        </p:nvGraphicFramePr>
        <p:xfrm>
          <a:off x="684213" y="1582322"/>
          <a:ext cx="11002963" cy="4480279"/>
        </p:xfrm>
        <a:graphic>
          <a:graphicData uri="http://schemas.openxmlformats.org/drawingml/2006/table">
            <a:tbl>
              <a:tblPr firstRow="1" firstCol="1" bandRow="1"/>
              <a:tblGrid>
                <a:gridCol w="1284215"/>
                <a:gridCol w="2601058"/>
                <a:gridCol w="1082783"/>
                <a:gridCol w="1242013"/>
                <a:gridCol w="1210165"/>
                <a:gridCol w="3582729"/>
              </a:tblGrid>
              <a:tr h="4486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Instituição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Infrações </a:t>
                      </a:r>
                      <a:r>
                        <a:rPr lang="pt-PT" sz="1100" b="1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cometidas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b="1" dirty="0" smtClean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b="1" dirty="0" smtClean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Sancionadas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b="1" dirty="0" smtClean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Arquivados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b="1" dirty="0" smtClean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Causas </a:t>
                      </a: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 </a:t>
                      </a:r>
                      <a:r>
                        <a:rPr lang="pt-PT" sz="1100" b="1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arquivamento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157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HGM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Falta</a:t>
                      </a:r>
                      <a:r>
                        <a:rPr lang="pt-PT" sz="1100" baseline="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de Assiduidade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</a:tr>
              <a:tr h="448644">
                <a:tc rowSpan="5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HGJM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Conbranças ilicitas </a:t>
                      </a:r>
                    </a:p>
                  </a:txBody>
                  <a:tcPr marL="25307" marR="2530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Má </a:t>
                      </a: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instrução</a:t>
                      </a: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6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Falsificação</a:t>
                      </a:r>
                      <a:r>
                        <a:rPr lang="pt-PT" sz="1100" baseline="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de documentos e uso indevido de Carimbo 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Má </a:t>
                      </a: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instrução</a:t>
                      </a: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6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Desvio de medicamento</a:t>
                      </a:r>
                      <a:r>
                        <a:rPr lang="pt-PT" sz="1100" baseline="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486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Desvio de bens do estado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486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Falta de Assiduidade </a:t>
                      </a:r>
                    </a:p>
                  </a:txBody>
                  <a:tcPr marL="25307" marR="2530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</a:tr>
              <a:tr h="448644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HG.CHAM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Falta de Assiduidade </a:t>
                      </a:r>
                    </a:p>
                  </a:txBody>
                  <a:tcPr marL="25307" marR="2530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Má instrução</a:t>
                      </a:r>
                    </a:p>
                    <a:p>
                      <a:pPr marL="0" marR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48644"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6" marR="25306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Cobranças</a:t>
                      </a:r>
                      <a:r>
                        <a:rPr lang="pt-PT" sz="1100" baseline="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ilícitas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1100" dirty="0" smtClean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Má instrução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307" marR="25307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pt-PT" sz="11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06</a:t>
                      </a:r>
                      <a:endParaRPr lang="pt-PT" sz="11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pt-PT" sz="11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307" marR="25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90521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3">
            <a:extLst>
              <a:ext uri="{FF2B5EF4-FFF2-40B4-BE49-F238E27FC236}">
                <a16:creationId xmlns:a16="http://schemas.microsoft.com/office/drawing/2014/main" xmlns="" id="{ED9512A6-4B03-4E2D-B89A-2C313E59E00C}"/>
              </a:ext>
            </a:extLst>
          </p:cNvPr>
          <p:cNvSpPr txBox="1"/>
          <p:nvPr/>
        </p:nvSpPr>
        <p:spPr>
          <a:xfrm>
            <a:off x="2481463" y="6062022"/>
            <a:ext cx="6400800" cy="5165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“O Nosso Maior Valor É A Vida!”</a:t>
            </a:r>
            <a:endParaRPr lang="en-US" dirty="0"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6" name="CaixaDeTexto 3">
            <a:extLst>
              <a:ext uri="{FF2B5EF4-FFF2-40B4-BE49-F238E27FC236}">
                <a16:creationId xmlns:a16="http://schemas.microsoft.com/office/drawing/2014/main" xmlns="" id="{9A4DD2E7-4F49-8D49-8B50-82758105787C}"/>
              </a:ext>
            </a:extLst>
          </p:cNvPr>
          <p:cNvSpPr txBox="1"/>
          <p:nvPr/>
        </p:nvSpPr>
        <p:spPr>
          <a:xfrm>
            <a:off x="1345915" y="2274283"/>
            <a:ext cx="9185095" cy="1154717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“Obrigado!”</a:t>
            </a:r>
            <a:endParaRPr lang="en-US" sz="4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960746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20337,3320345,3321926,3321402,3322870,3321610]}"/>
</p:tagLst>
</file>

<file path=ppt/theme/theme1.xml><?xml version="1.0" encoding="utf-8"?>
<a:theme xmlns:a="http://schemas.openxmlformats.org/drawingml/2006/main" name="Slic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Slice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mokey Glass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10989</TotalTime>
  <Words>884</Words>
  <Application>Microsoft Office PowerPoint</Application>
  <PresentationFormat>Widescreen</PresentationFormat>
  <Paragraphs>1105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7" baseType="lpstr">
      <vt:lpstr>Arial Unicode MS</vt:lpstr>
      <vt:lpstr>MS PGothic</vt:lpstr>
      <vt:lpstr>Aptos</vt:lpstr>
      <vt:lpstr>Arial</vt:lpstr>
      <vt:lpstr>Arial Narrow</vt:lpstr>
      <vt:lpstr>Bookman Old Style</vt:lpstr>
      <vt:lpstr>Calibri</vt:lpstr>
      <vt:lpstr>Century Gothic</vt:lpstr>
      <vt:lpstr>Comic Sans MS</vt:lpstr>
      <vt:lpstr>Garet Bold</vt:lpstr>
      <vt:lpstr>Garet Bold Italics</vt:lpstr>
      <vt:lpstr>Times New Roman</vt:lpstr>
      <vt:lpstr>Wingdings 3</vt:lpstr>
      <vt:lpstr>Slice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166</cp:revision>
  <dcterms:created xsi:type="dcterms:W3CDTF">2025-07-14T08:03:00Z</dcterms:created>
  <dcterms:modified xsi:type="dcterms:W3CDTF">2026-10-09T12:53:16Z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2CAEBBA65D8B41AC85F32BF362082C4A_13</vt:lpwstr>
  </property>
  <property fmtid="{D5CDD505-2E9C-101B-9397-08002B2CF9AE}" pid="3" name="KSOProductBuildVer">
    <vt:lpwstr>1033-12.2.0.22549</vt:lpwstr>
  </property>
</Properties>
</file>