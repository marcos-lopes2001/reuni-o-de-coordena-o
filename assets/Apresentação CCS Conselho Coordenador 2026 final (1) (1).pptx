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6.xml" ContentType="application/vnd.openxmlformats-officedocument.themeOverride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theme/themeOverride11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25"/>
  </p:notesMasterIdLst>
  <p:sldIdLst>
    <p:sldId id="3691" r:id="rId3"/>
    <p:sldId id="257" r:id="rId4"/>
    <p:sldId id="258" r:id="rId5"/>
    <p:sldId id="3347" r:id="rId6"/>
    <p:sldId id="259" r:id="rId7"/>
    <p:sldId id="260" r:id="rId8"/>
    <p:sldId id="261" r:id="rId9"/>
    <p:sldId id="3329" r:id="rId10"/>
    <p:sldId id="262" r:id="rId11"/>
    <p:sldId id="263" r:id="rId12"/>
    <p:sldId id="3350" r:id="rId13"/>
    <p:sldId id="3352" r:id="rId14"/>
    <p:sldId id="3692" r:id="rId15"/>
    <p:sldId id="264" r:id="rId16"/>
    <p:sldId id="265" r:id="rId17"/>
    <p:sldId id="3330" r:id="rId18"/>
    <p:sldId id="3348" r:id="rId19"/>
    <p:sldId id="3349" r:id="rId20"/>
    <p:sldId id="266" r:id="rId21"/>
    <p:sldId id="267" r:id="rId22"/>
    <p:sldId id="3693" r:id="rId23"/>
    <p:sldId id="3694" r:id="rId24"/>
  </p:sldIdLst>
  <p:sldSz cx="12192000" cy="6858000"/>
  <p:notesSz cx="6858000" cy="9144000"/>
  <p:embeddedFontLst>
    <p:embeddedFont>
      <p:font typeface="Aharoni" panose="02010803020104030203" pitchFamily="2" charset="-79"/>
      <p:bold r:id="rId26"/>
    </p:embeddedFont>
    <p:embeddedFont>
      <p:font typeface="Aptos Light" panose="020B0004020202020204" pitchFamily="34" charset="0"/>
      <p:regular r:id="rId27"/>
      <p:italic r:id="rId28"/>
    </p:embeddedFont>
    <p:embeddedFont>
      <p:font typeface="Aptos Narrow" panose="020B0004020202020204" pitchFamily="34" charset="0"/>
      <p:regular r:id="rId29"/>
      <p:bold r:id="rId30"/>
      <p:italic r:id="rId31"/>
      <p:boldItalic r:id="rId32"/>
    </p:embeddedFont>
    <p:embeddedFont>
      <p:font typeface="Maiandra GD" panose="020E0502030308020204" pitchFamily="34" charset="0"/>
      <p:regular r:id="rId33"/>
    </p:embeddedFont>
    <p:embeddedFont>
      <p:font typeface="Plus Jakarta Sans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37E8358E-AEFD-4DB7-806D-4C2C8D3C084C}">
          <p14:sldIdLst>
            <p14:sldId id="3691"/>
            <p14:sldId id="257"/>
          </p14:sldIdLst>
        </p14:section>
        <p14:section name="Untitled Section" id="{9F29F4BA-EFD2-4534-8917-B51C3C90F8B0}">
          <p14:sldIdLst/>
        </p14:section>
        <p14:section name="Untitled Section" id="{205B53C6-2DC7-4600-8DE9-43DFF9F0F59A}">
          <p14:sldIdLst>
            <p14:sldId id="258"/>
            <p14:sldId id="3347"/>
            <p14:sldId id="259"/>
            <p14:sldId id="260"/>
            <p14:sldId id="261"/>
            <p14:sldId id="3329"/>
            <p14:sldId id="262"/>
            <p14:sldId id="263"/>
            <p14:sldId id="3350"/>
            <p14:sldId id="3352"/>
            <p14:sldId id="3692"/>
            <p14:sldId id="264"/>
            <p14:sldId id="265"/>
            <p14:sldId id="3330"/>
            <p14:sldId id="3348"/>
            <p14:sldId id="3349"/>
          </p14:sldIdLst>
        </p14:section>
        <p14:section name="Untitled Section" id="{A4052F83-8C7F-4546-8B9E-4E2A28A7AAE8}">
          <p14:sldIdLst>
            <p14:sldId id="266"/>
            <p14:sldId id="267"/>
            <p14:sldId id="3693"/>
            <p14:sldId id="36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45C53C-3BAB-29C3-BCB9-37256FCE3027}" name="Shital  Mobaracaly" initials="SM" userId="S::shitalmobaracaly@ccsaude.org.mz::12a356cc-60d8-46d5-b8f7-070f053bb729" providerId="AD"/>
  <p188:author id="{B31E9D53-4FBF-3614-76F0-36E50C117D39}" name="Florbela Bata" initials="FB" userId="S::florbelabata@ccsaude.org.mz::c2a1ca46-4b79-4056-92d5-75943e716393" providerId="AD"/>
  <p188:author id="{770E768A-2F19-E095-E960-991B80A4FCA1}" name="Anisio Novela" initials="" userId="S::anisionovela@ccsaude.org.mz::a82cb78d-e6e7-480e-96ae-41465465fc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76098-3F40-4C4A-AAE1-878A9D639FAC}" v="270" dt="2026-10-12T06:51:46.778"/>
    <p1510:client id="{A7023C5A-3DC4-C11B-DF08-49C1612B8A7A}" v="1" dt="2026-10-12T09:08:00.798"/>
  </p1510:revLst>
</p1510:revInfo>
</file>

<file path=ppt/tableStyles.xml><?xml version="1.0" encoding="utf-8"?>
<a:tblStyleLst xmlns:a="http://schemas.openxmlformats.org/drawingml/2006/main" def="{166C0CC8-77AF-4A91-9EDC-621102502556}">
  <a:tblStyle styleId="{166C0CC8-77AF-4A91-9EDC-6211025025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font" Target="fonts/font9.fntdata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4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io Novela" userId="a82cb78d-e6e7-480e-96ae-41465465fc30" providerId="ADAL" clId="{09ADFF1E-077C-4A1C-B1A3-F128BCD4FD0B}"/>
    <pc:docChg chg="undo custSel addSld delSld modSld sldOrd addSection modSection">
      <pc:chgData name="Anisio Novela" userId="a82cb78d-e6e7-480e-96ae-41465465fc30" providerId="ADAL" clId="{09ADFF1E-077C-4A1C-B1A3-F128BCD4FD0B}" dt="2026-10-12T06:51:46.778" v="928"/>
      <pc:docMkLst>
        <pc:docMk/>
      </pc:docMkLst>
      <pc:sldChg chg="modSp mod modCm">
        <pc:chgData name="Anisio Novela" userId="a82cb78d-e6e7-480e-96ae-41465465fc30" providerId="ADAL" clId="{09ADFF1E-077C-4A1C-B1A3-F128BCD4FD0B}" dt="2026-10-12T06:49:28.676" v="926" actId="20577"/>
        <pc:sldMkLst>
          <pc:docMk/>
          <pc:sldMk cId="0" sldId="259"/>
        </pc:sldMkLst>
        <pc:graphicFrameChg chg="modGraphic">
          <ac:chgData name="Anisio Novela" userId="a82cb78d-e6e7-480e-96ae-41465465fc30" providerId="ADAL" clId="{09ADFF1E-077C-4A1C-B1A3-F128BCD4FD0B}" dt="2026-10-12T06:49:28.676" v="926" actId="20577"/>
          <ac:graphicFrameMkLst>
            <pc:docMk/>
            <pc:sldMk cId="0" sldId="259"/>
            <ac:graphicFrameMk id="4" creationId="{E7D79AA4-4080-C91F-B631-A44B685AA9B6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nisio Novela" userId="a82cb78d-e6e7-480e-96ae-41465465fc30" providerId="ADAL" clId="{09ADFF1E-077C-4A1C-B1A3-F128BCD4FD0B}" dt="2026-10-08T13:15:38.758" v="670" actId="20577"/>
              <pc2:cmMkLst xmlns:pc2="http://schemas.microsoft.com/office/powerpoint/2019/9/main/command">
                <pc:docMk/>
                <pc:sldMk cId="0" sldId="259"/>
                <pc2:cmMk id="{B00F477F-B7AA-46F0-848E-0115893CA6BF}"/>
              </pc2:cmMkLst>
            </pc226:cmChg>
          </p:ext>
        </pc:extLst>
      </pc:sldChg>
      <pc:sldChg chg="modSp">
        <pc:chgData name="Anisio Novela" userId="a82cb78d-e6e7-480e-96ae-41465465fc30" providerId="ADAL" clId="{09ADFF1E-077C-4A1C-B1A3-F128BCD4FD0B}" dt="2026-10-12T06:49:46.102" v="927"/>
        <pc:sldMkLst>
          <pc:docMk/>
          <pc:sldMk cId="0" sldId="260"/>
        </pc:sldMkLst>
        <pc:graphicFrameChg chg="mod">
          <ac:chgData name="Anisio Novela" userId="a82cb78d-e6e7-480e-96ae-41465465fc30" providerId="ADAL" clId="{09ADFF1E-077C-4A1C-B1A3-F128BCD4FD0B}" dt="2026-10-12T06:49:46.102" v="927"/>
          <ac:graphicFrameMkLst>
            <pc:docMk/>
            <pc:sldMk cId="0" sldId="260"/>
            <ac:graphicFrameMk id="4" creationId="{FD4D9C1E-1657-FF40-C08E-5152914F3570}"/>
          </ac:graphicFrameMkLst>
        </pc:graphicFrameChg>
      </pc:sldChg>
      <pc:sldChg chg="modSp mod modCm">
        <pc:chgData name="Anisio Novela" userId="a82cb78d-e6e7-480e-96ae-41465465fc30" providerId="ADAL" clId="{09ADFF1E-077C-4A1C-B1A3-F128BCD4FD0B}" dt="2026-10-12T06:51:46.778" v="928"/>
        <pc:sldMkLst>
          <pc:docMk/>
          <pc:sldMk cId="0" sldId="261"/>
        </pc:sldMkLst>
        <pc:graphicFrameChg chg="mod modGraphic">
          <ac:chgData name="Anisio Novela" userId="a82cb78d-e6e7-480e-96ae-41465465fc30" providerId="ADAL" clId="{09ADFF1E-077C-4A1C-B1A3-F128BCD4FD0B}" dt="2026-10-12T06:51:46.778" v="928"/>
          <ac:graphicFrameMkLst>
            <pc:docMk/>
            <pc:sldMk cId="0" sldId="261"/>
            <ac:graphicFrameMk id="4" creationId="{940821F0-B657-4DE3-8CE2-4B3BC93C609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nisio Novela" userId="a82cb78d-e6e7-480e-96ae-41465465fc30" providerId="ADAL" clId="{09ADFF1E-077C-4A1C-B1A3-F128BCD4FD0B}" dt="2026-10-08T13:23:12.672" v="672" actId="20577"/>
              <pc2:cmMkLst xmlns:pc2="http://schemas.microsoft.com/office/powerpoint/2019/9/main/command">
                <pc:docMk/>
                <pc:sldMk cId="0" sldId="261"/>
                <pc2:cmMk id="{0649AE68-E311-4DD2-9D80-5966B1F9DC72}"/>
              </pc2:cmMkLst>
            </pc226:cmChg>
          </p:ext>
        </pc:extLst>
      </pc:sldChg>
      <pc:sldChg chg="modSp mod">
        <pc:chgData name="Anisio Novela" userId="a82cb78d-e6e7-480e-96ae-41465465fc30" providerId="ADAL" clId="{09ADFF1E-077C-4A1C-B1A3-F128BCD4FD0B}" dt="2026-10-08T07:09:42.422" v="91" actId="20577"/>
        <pc:sldMkLst>
          <pc:docMk/>
          <pc:sldMk cId="0" sldId="266"/>
        </pc:sldMkLst>
        <pc:spChg chg="mod">
          <ac:chgData name="Anisio Novela" userId="a82cb78d-e6e7-480e-96ae-41465465fc30" providerId="ADAL" clId="{09ADFF1E-077C-4A1C-B1A3-F128BCD4FD0B}" dt="2026-10-08T07:07:58.906" v="72" actId="20577"/>
          <ac:spMkLst>
            <pc:docMk/>
            <pc:sldMk cId="0" sldId="266"/>
            <ac:spMk id="451" creationId="{00000000-0000-0000-0000-000000000000}"/>
          </ac:spMkLst>
        </pc:spChg>
        <pc:spChg chg="mod">
          <ac:chgData name="Anisio Novela" userId="a82cb78d-e6e7-480e-96ae-41465465fc30" providerId="ADAL" clId="{09ADFF1E-077C-4A1C-B1A3-F128BCD4FD0B}" dt="2026-10-08T07:09:08.652" v="90" actId="2711"/>
          <ac:spMkLst>
            <pc:docMk/>
            <pc:sldMk cId="0" sldId="266"/>
            <ac:spMk id="453" creationId="{00000000-0000-0000-0000-000000000000}"/>
          </ac:spMkLst>
        </pc:spChg>
        <pc:spChg chg="mod">
          <ac:chgData name="Anisio Novela" userId="a82cb78d-e6e7-480e-96ae-41465465fc30" providerId="ADAL" clId="{09ADFF1E-077C-4A1C-B1A3-F128BCD4FD0B}" dt="2026-10-08T07:09:42.422" v="91" actId="20577"/>
          <ac:spMkLst>
            <pc:docMk/>
            <pc:sldMk cId="0" sldId="266"/>
            <ac:spMk id="455" creationId="{00000000-0000-0000-0000-000000000000}"/>
          </ac:spMkLst>
        </pc:spChg>
      </pc:sldChg>
      <pc:sldChg chg="modSp mod">
        <pc:chgData name="Anisio Novela" userId="a82cb78d-e6e7-480e-96ae-41465465fc30" providerId="ADAL" clId="{09ADFF1E-077C-4A1C-B1A3-F128BCD4FD0B}" dt="2026-10-09T11:47:09.463" v="861" actId="14100"/>
        <pc:sldMkLst>
          <pc:docMk/>
          <pc:sldMk cId="0" sldId="267"/>
        </pc:sldMkLst>
        <pc:spChg chg="mod">
          <ac:chgData name="Anisio Novela" userId="a82cb78d-e6e7-480e-96ae-41465465fc30" providerId="ADAL" clId="{09ADFF1E-077C-4A1C-B1A3-F128BCD4FD0B}" dt="2026-10-09T11:47:09.463" v="861" actId="14100"/>
          <ac:spMkLst>
            <pc:docMk/>
            <pc:sldMk cId="0" sldId="267"/>
            <ac:spMk id="462" creationId="{00000000-0000-0000-0000-000000000000}"/>
          </ac:spMkLst>
        </pc:spChg>
        <pc:spChg chg="mod">
          <ac:chgData name="Anisio Novela" userId="a82cb78d-e6e7-480e-96ae-41465465fc30" providerId="ADAL" clId="{09ADFF1E-077C-4A1C-B1A3-F128BCD4FD0B}" dt="2026-10-09T11:47:02.590" v="860" actId="20577"/>
          <ac:spMkLst>
            <pc:docMk/>
            <pc:sldMk cId="0" sldId="267"/>
            <ac:spMk id="481" creationId="{00000000-0000-0000-0000-000000000000}"/>
          </ac:spMkLst>
        </pc:spChg>
      </pc:sldChg>
      <pc:sldChg chg="modSp mod">
        <pc:chgData name="Anisio Novela" userId="a82cb78d-e6e7-480e-96ae-41465465fc30" providerId="ADAL" clId="{09ADFF1E-077C-4A1C-B1A3-F128BCD4FD0B}" dt="2026-10-08T13:12:29.213" v="661" actId="20577"/>
        <pc:sldMkLst>
          <pc:docMk/>
          <pc:sldMk cId="1084004449" sldId="3329"/>
        </pc:sldMkLst>
        <pc:graphicFrameChg chg="modGraphic">
          <ac:chgData name="Anisio Novela" userId="a82cb78d-e6e7-480e-96ae-41465465fc30" providerId="ADAL" clId="{09ADFF1E-077C-4A1C-B1A3-F128BCD4FD0B}" dt="2026-10-08T13:12:29.213" v="661" actId="20577"/>
          <ac:graphicFrameMkLst>
            <pc:docMk/>
            <pc:sldMk cId="1084004449" sldId="3329"/>
            <ac:graphicFrameMk id="4" creationId="{3BBFFBB1-06D3-67CE-0E81-0A3D71C8D65C}"/>
          </ac:graphicFrameMkLst>
        </pc:graphicFrameChg>
      </pc:sldChg>
      <pc:sldChg chg="delSp modSp add del mod modCm">
        <pc:chgData name="Anisio Novela" userId="a82cb78d-e6e7-480e-96ae-41465465fc30" providerId="ADAL" clId="{09ADFF1E-077C-4A1C-B1A3-F128BCD4FD0B}" dt="2026-10-08T13:10:50.452" v="633" actId="1076"/>
        <pc:sldMkLst>
          <pc:docMk/>
          <pc:sldMk cId="2069026543" sldId="3347"/>
        </pc:sldMkLst>
        <pc:spChg chg="mod">
          <ac:chgData name="Anisio Novela" userId="a82cb78d-e6e7-480e-96ae-41465465fc30" providerId="ADAL" clId="{09ADFF1E-077C-4A1C-B1A3-F128BCD4FD0B}" dt="2026-10-08T13:09:03.079" v="631" actId="207"/>
          <ac:spMkLst>
            <pc:docMk/>
            <pc:sldMk cId="2069026543" sldId="3347"/>
            <ac:spMk id="4" creationId="{10BE2860-3BC1-A7A5-CFA6-76621DD73787}"/>
          </ac:spMkLst>
        </pc:spChg>
        <pc:spChg chg="mod">
          <ac:chgData name="Anisio Novela" userId="a82cb78d-e6e7-480e-96ae-41465465fc30" providerId="ADAL" clId="{09ADFF1E-077C-4A1C-B1A3-F128BCD4FD0B}" dt="2026-10-08T13:10:50.452" v="633" actId="1076"/>
          <ac:spMkLst>
            <pc:docMk/>
            <pc:sldMk cId="2069026543" sldId="3347"/>
            <ac:spMk id="85" creationId="{00000000-0000-0000-0000-000000000000}"/>
          </ac:spMkLst>
        </pc:spChg>
        <pc:spChg chg="mod">
          <ac:chgData name="Anisio Novela" userId="a82cb78d-e6e7-480e-96ae-41465465fc30" providerId="ADAL" clId="{09ADFF1E-077C-4A1C-B1A3-F128BCD4FD0B}" dt="2026-10-08T09:18:45.334" v="316" actId="113"/>
          <ac:spMkLst>
            <pc:docMk/>
            <pc:sldMk cId="2069026543" sldId="3347"/>
            <ac:spMk id="86" creationId="{00000000-0000-0000-0000-000000000000}"/>
          </ac:spMkLst>
        </pc:spChg>
        <pc:spChg chg="mod">
          <ac:chgData name="Anisio Novela" userId="a82cb78d-e6e7-480e-96ae-41465465fc30" providerId="ADAL" clId="{09ADFF1E-077C-4A1C-B1A3-F128BCD4FD0B}" dt="2026-10-08T07:38:25.512" v="246" actId="14100"/>
          <ac:spMkLst>
            <pc:docMk/>
            <pc:sldMk cId="2069026543" sldId="3347"/>
            <ac:spMk id="266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nisio Novela" userId="a82cb78d-e6e7-480e-96ae-41465465fc30" providerId="ADAL" clId="{09ADFF1E-077C-4A1C-B1A3-F128BCD4FD0B}" dt="2026-10-08T09:21:57.749" v="319" actId="6549"/>
              <pc2:cmMkLst xmlns:pc2="http://schemas.microsoft.com/office/powerpoint/2019/9/main/command">
                <pc:docMk/>
                <pc:sldMk cId="2069026543" sldId="3347"/>
                <pc2:cmMk id="{0233F609-3B7B-44A8-959B-DAA2DEECC3D1}"/>
              </pc2:cmMkLst>
            </pc226:cmChg>
            <pc226:cmChg xmlns:pc226="http://schemas.microsoft.com/office/powerpoint/2022/06/main/command" chg="mod">
              <pc226:chgData name="Anisio Novela" userId="a82cb78d-e6e7-480e-96ae-41465465fc30" providerId="ADAL" clId="{09ADFF1E-077C-4A1C-B1A3-F128BCD4FD0B}" dt="2026-10-08T13:08:42.840" v="629" actId="20577"/>
              <pc2:cmMkLst xmlns:pc2="http://schemas.microsoft.com/office/powerpoint/2019/9/main/command">
                <pc:docMk/>
                <pc:sldMk cId="2069026543" sldId="3347"/>
                <pc2:cmMk id="{293184F3-7FDC-4E7E-AF66-A59DEA20141E}"/>
              </pc2:cmMkLst>
            </pc226:cmChg>
          </p:ext>
        </pc:extLst>
      </pc:sldChg>
      <pc:sldChg chg="modSp mod">
        <pc:chgData name="Anisio Novela" userId="a82cb78d-e6e7-480e-96ae-41465465fc30" providerId="ADAL" clId="{09ADFF1E-077C-4A1C-B1A3-F128BCD4FD0B}" dt="2026-10-08T09:50:00.161" v="386" actId="14100"/>
        <pc:sldMkLst>
          <pc:docMk/>
          <pc:sldMk cId="440743446" sldId="3348"/>
        </pc:sldMkLst>
        <pc:spChg chg="mod">
          <ac:chgData name="Anisio Novela" userId="a82cb78d-e6e7-480e-96ae-41465465fc30" providerId="ADAL" clId="{09ADFF1E-077C-4A1C-B1A3-F128BCD4FD0B}" dt="2026-10-08T09:50:00.161" v="386" actId="14100"/>
          <ac:spMkLst>
            <pc:docMk/>
            <pc:sldMk cId="440743446" sldId="3348"/>
            <ac:spMk id="151" creationId="{0A4336FD-EE5E-BA83-14B7-399FA5B86FCA}"/>
          </ac:spMkLst>
        </pc:spChg>
      </pc:sldChg>
      <pc:sldChg chg="modSp mod">
        <pc:chgData name="Anisio Novela" userId="a82cb78d-e6e7-480e-96ae-41465465fc30" providerId="ADAL" clId="{09ADFF1E-077C-4A1C-B1A3-F128BCD4FD0B}" dt="2026-10-08T09:50:31.022" v="389" actId="20577"/>
        <pc:sldMkLst>
          <pc:docMk/>
          <pc:sldMk cId="4072001474" sldId="3349"/>
        </pc:sldMkLst>
        <pc:spChg chg="mod">
          <ac:chgData name="Anisio Novela" userId="a82cb78d-e6e7-480e-96ae-41465465fc30" providerId="ADAL" clId="{09ADFF1E-077C-4A1C-B1A3-F128BCD4FD0B}" dt="2026-10-08T09:50:31.022" v="389" actId="20577"/>
          <ac:spMkLst>
            <pc:docMk/>
            <pc:sldMk cId="4072001474" sldId="3349"/>
            <ac:spMk id="151" creationId="{4E592FF5-C2DB-3675-FB83-6D858C650646}"/>
          </ac:spMkLst>
        </pc:spChg>
      </pc:sldChg>
      <pc:sldChg chg="addSp delSp modSp add mod">
        <pc:chgData name="Anisio Novela" userId="a82cb78d-e6e7-480e-96ae-41465465fc30" providerId="ADAL" clId="{09ADFF1E-077C-4A1C-B1A3-F128BCD4FD0B}" dt="2026-10-08T09:55:11.717" v="447" actId="14100"/>
        <pc:sldMkLst>
          <pc:docMk/>
          <pc:sldMk cId="51178417" sldId="3350"/>
        </pc:sldMkLst>
        <pc:spChg chg="mod">
          <ac:chgData name="Anisio Novela" userId="a82cb78d-e6e7-480e-96ae-41465465fc30" providerId="ADAL" clId="{09ADFF1E-077C-4A1C-B1A3-F128BCD4FD0B}" dt="2026-10-08T07:27:41.339" v="170" actId="403"/>
          <ac:spMkLst>
            <pc:docMk/>
            <pc:sldMk cId="51178417" sldId="3350"/>
            <ac:spMk id="345" creationId="{D869D245-5559-3251-B6A7-BA82971BF1FC}"/>
          </ac:spMkLst>
        </pc:spChg>
        <pc:graphicFrameChg chg="add mod modGraphic">
          <ac:chgData name="Anisio Novela" userId="a82cb78d-e6e7-480e-96ae-41465465fc30" providerId="ADAL" clId="{09ADFF1E-077C-4A1C-B1A3-F128BCD4FD0B}" dt="2026-10-08T09:55:11.717" v="447" actId="14100"/>
          <ac:graphicFrameMkLst>
            <pc:docMk/>
            <pc:sldMk cId="51178417" sldId="3350"/>
            <ac:graphicFrameMk id="2" creationId="{5604D587-CE52-1A7D-6AFF-A6B24370D7DE}"/>
          </ac:graphicFrameMkLst>
        </pc:graphicFrameChg>
      </pc:sldChg>
      <pc:sldChg chg="addSp delSp modSp add mod ord">
        <pc:chgData name="Anisio Novela" userId="a82cb78d-e6e7-480e-96ae-41465465fc30" providerId="ADAL" clId="{09ADFF1E-077C-4A1C-B1A3-F128BCD4FD0B}" dt="2026-10-08T13:28:04.280" v="679" actId="14100"/>
        <pc:sldMkLst>
          <pc:docMk/>
          <pc:sldMk cId="2478062050" sldId="3352"/>
        </pc:sldMkLst>
        <pc:spChg chg="mod">
          <ac:chgData name="Anisio Novela" userId="a82cb78d-e6e7-480e-96ae-41465465fc30" providerId="ADAL" clId="{09ADFF1E-077C-4A1C-B1A3-F128BCD4FD0B}" dt="2026-10-08T12:01:01.241" v="595" actId="20577"/>
          <ac:spMkLst>
            <pc:docMk/>
            <pc:sldMk cId="2478062050" sldId="3352"/>
            <ac:spMk id="151" creationId="{CB801A45-B4E8-719B-A313-BAFBFFD74B4B}"/>
          </ac:spMkLst>
        </pc:spChg>
        <pc:graphicFrameChg chg="add mod">
          <ac:chgData name="Anisio Novela" userId="a82cb78d-e6e7-480e-96ae-41465465fc30" providerId="ADAL" clId="{09ADFF1E-077C-4A1C-B1A3-F128BCD4FD0B}" dt="2026-10-08T13:28:04.280" v="679" actId="14100"/>
          <ac:graphicFrameMkLst>
            <pc:docMk/>
            <pc:sldMk cId="2478062050" sldId="3352"/>
            <ac:graphicFrameMk id="11" creationId="{B6ADAB97-B6AB-36EA-F6EE-CF06D828D230}"/>
          </ac:graphicFrameMkLst>
        </pc:graphicFrameChg>
      </pc:sldChg>
      <pc:sldChg chg="modSp add mod">
        <pc:chgData name="Anisio Novela" userId="a82cb78d-e6e7-480e-96ae-41465465fc30" providerId="ADAL" clId="{09ADFF1E-077C-4A1C-B1A3-F128BCD4FD0B}" dt="2026-10-12T06:47:54.312" v="895" actId="20577"/>
        <pc:sldMkLst>
          <pc:docMk/>
          <pc:sldMk cId="1024508775" sldId="3691"/>
        </pc:sldMkLst>
        <pc:spChg chg="mod">
          <ac:chgData name="Anisio Novela" userId="a82cb78d-e6e7-480e-96ae-41465465fc30" providerId="ADAL" clId="{09ADFF1E-077C-4A1C-B1A3-F128BCD4FD0B}" dt="2026-10-08T10:11:21.768" v="480" actId="2711"/>
          <ac:spMkLst>
            <pc:docMk/>
            <pc:sldMk cId="1024508775" sldId="3691"/>
            <ac:spMk id="9" creationId="{DBD97A57-96F9-57E4-D8AC-58412D26AABF}"/>
          </ac:spMkLst>
        </pc:spChg>
        <pc:spChg chg="mod">
          <ac:chgData name="Anisio Novela" userId="a82cb78d-e6e7-480e-96ae-41465465fc30" providerId="ADAL" clId="{09ADFF1E-077C-4A1C-B1A3-F128BCD4FD0B}" dt="2026-10-12T06:47:37.616" v="892" actId="20577"/>
          <ac:spMkLst>
            <pc:docMk/>
            <pc:sldMk cId="1024508775" sldId="3691"/>
            <ac:spMk id="11" creationId="{635F0666-21FF-A758-3354-2CBEF48105F2}"/>
          </ac:spMkLst>
        </pc:spChg>
        <pc:spChg chg="mod">
          <ac:chgData name="Anisio Novela" userId="a82cb78d-e6e7-480e-96ae-41465465fc30" providerId="ADAL" clId="{09ADFF1E-077C-4A1C-B1A3-F128BCD4FD0B}" dt="2026-10-12T06:47:54.312" v="895" actId="20577"/>
          <ac:spMkLst>
            <pc:docMk/>
            <pc:sldMk cId="1024508775" sldId="3691"/>
            <ac:spMk id="13" creationId="{A7795B42-DA80-3935-A8E6-FCE166C78E2F}"/>
          </ac:spMkLst>
        </pc:spChg>
      </pc:sldChg>
      <pc:sldChg chg="add">
        <pc:chgData name="Anisio Novela" userId="a82cb78d-e6e7-480e-96ae-41465465fc30" providerId="ADAL" clId="{09ADFF1E-077C-4A1C-B1A3-F128BCD4FD0B}" dt="2026-10-08T11:43:35.519" v="487" actId="2890"/>
        <pc:sldMkLst>
          <pc:docMk/>
          <pc:sldMk cId="2513671319" sldId="3692"/>
        </pc:sldMkLst>
      </pc:sldChg>
      <pc:sldChg chg="add">
        <pc:chgData name="Anisio Novela" userId="a82cb78d-e6e7-480e-96ae-41465465fc30" providerId="ADAL" clId="{09ADFF1E-077C-4A1C-B1A3-F128BCD4FD0B}" dt="2026-10-09T11:44:05.976" v="680"/>
        <pc:sldMkLst>
          <pc:docMk/>
          <pc:sldMk cId="0" sldId="3693"/>
        </pc:sldMkLst>
      </pc:sldChg>
      <pc:sldChg chg="add">
        <pc:chgData name="Anisio Novela" userId="a82cb78d-e6e7-480e-96ae-41465465fc30" providerId="ADAL" clId="{09ADFF1E-077C-4A1C-B1A3-F128BCD4FD0B}" dt="2026-10-09T11:44:05.976" v="680"/>
        <pc:sldMkLst>
          <pc:docMk/>
          <pc:sldMk cId="3026831419" sldId="3694"/>
        </pc:sldMkLst>
      </pc:sldChg>
    </pc:docChg>
  </pc:docChgLst>
  <pc:docChgLst>
    <pc:chgData name="Shital  Mobaracaly" userId="S::shitalmobaracaly@ccsaude.org.mz::12a356cc-60d8-46d5-b8f7-070f053bb729" providerId="AD" clId="Web-{00000000-0000-0000-0000-000000000000}"/>
    <pc:docChg chg="modSld">
      <pc:chgData name="Shital  Mobaracaly" userId="S::shitalmobaracaly@ccsaude.org.mz::12a356cc-60d8-46d5-b8f7-070f053bb729" providerId="AD" clId="Web-{00000000-0000-0000-0000-000000000000}" dt="2026-10-08T09:19:34.227" v="1" actId="1076"/>
      <pc:docMkLst>
        <pc:docMk/>
      </pc:docMkLst>
    </pc:docChg>
  </pc:docChgLst>
  <pc:docChgLst>
    <pc:chgData name="Shital  Mobaracaly" userId="S::shitalmobaracaly@ccsaude.org.mz::12a356cc-60d8-46d5-b8f7-070f053bb729" providerId="AD" clId="Web-{A7023C5A-3DC4-C11B-DF08-49C1612B8A7A}"/>
    <pc:docChg chg="modSld">
      <pc:chgData name="Shital  Mobaracaly" userId="S::shitalmobaracaly@ccsaude.org.mz::12a356cc-60d8-46d5-b8f7-070f053bb729" providerId="AD" clId="Web-{A7023C5A-3DC4-C11B-DF08-49C1612B8A7A}" dt="2026-10-12T09:08:00.798" v="0" actId="20577"/>
      <pc:docMkLst>
        <pc:docMk/>
      </pc:docMkLst>
      <pc:sldChg chg="modSp">
        <pc:chgData name="Shital  Mobaracaly" userId="S::shitalmobaracaly@ccsaude.org.mz::12a356cc-60d8-46d5-b8f7-070f053bb729" providerId="AD" clId="Web-{A7023C5A-3DC4-C11B-DF08-49C1612B8A7A}" dt="2026-10-12T09:08:00.798" v="0" actId="20577"/>
        <pc:sldMkLst>
          <pc:docMk/>
          <pc:sldMk cId="0" sldId="3693"/>
        </pc:sldMkLst>
        <pc:spChg chg="mod">
          <ac:chgData name="Shital  Mobaracaly" userId="S::shitalmobaracaly@ccsaude.org.mz::12a356cc-60d8-46d5-b8f7-070f053bb729" providerId="AD" clId="Web-{A7023C5A-3DC4-C11B-DF08-49C1612B8A7A}" dt="2026-10-12T09:08:00.798" v="0" actId="20577"/>
          <ac:spMkLst>
            <pc:docMk/>
            <pc:sldMk cId="0" sldId="3693"/>
            <ac:spMk id="10" creationId="{EE002C3B-983C-C929-AC62-3418D0515AE2}"/>
          </ac:spMkLst>
        </pc:spChg>
      </pc:sldChg>
    </pc:docChg>
  </pc:docChgLst>
  <pc:docChgLst>
    <pc:chgData name="Florbela Bata" userId="c2a1ca46-4b79-4056-92d5-75943e716393" providerId="ADAL" clId="{42F30B93-12BF-4E3F-8A08-4C2924BB26AF}"/>
    <pc:docChg chg="undo custSel modSld">
      <pc:chgData name="Florbela Bata" userId="c2a1ca46-4b79-4056-92d5-75943e716393" providerId="ADAL" clId="{42F30B93-12BF-4E3F-8A08-4C2924BB26AF}" dt="2026-10-08T11:28:19.590" v="9" actId="1076"/>
      <pc:docMkLst>
        <pc:docMk/>
      </pc:docMkLst>
      <pc:sldChg chg="modSp mod">
        <pc:chgData name="Florbela Bata" userId="c2a1ca46-4b79-4056-92d5-75943e716393" providerId="ADAL" clId="{42F30B93-12BF-4E3F-8A08-4C2924BB26AF}" dt="2026-10-08T11:17:29.265" v="3" actId="14734"/>
        <pc:sldMkLst>
          <pc:docMk/>
          <pc:sldMk cId="0" sldId="261"/>
        </pc:sldMkLst>
        <pc:graphicFrameChg chg="modGraphic">
          <ac:chgData name="Florbela Bata" userId="c2a1ca46-4b79-4056-92d5-75943e716393" providerId="ADAL" clId="{42F30B93-12BF-4E3F-8A08-4C2924BB26AF}" dt="2026-10-08T11:17:29.265" v="3" actId="14734"/>
          <ac:graphicFrameMkLst>
            <pc:docMk/>
            <pc:sldMk cId="0" sldId="261"/>
            <ac:graphicFrameMk id="4" creationId="{940821F0-B657-4DE3-8CE2-4B3BC93C6091}"/>
          </ac:graphicFrameMkLst>
        </pc:graphicFrameChg>
      </pc:sldChg>
      <pc:sldChg chg="modSp mod">
        <pc:chgData name="Florbela Bata" userId="c2a1ca46-4b79-4056-92d5-75943e716393" providerId="ADAL" clId="{42F30B93-12BF-4E3F-8A08-4C2924BB26AF}" dt="2026-10-08T11:20:47.143" v="7" actId="13926"/>
        <pc:sldMkLst>
          <pc:docMk/>
          <pc:sldMk cId="0" sldId="262"/>
        </pc:sldMkLst>
        <pc:graphicFrameChg chg="modGraphic">
          <ac:chgData name="Florbela Bata" userId="c2a1ca46-4b79-4056-92d5-75943e716393" providerId="ADAL" clId="{42F30B93-12BF-4E3F-8A08-4C2924BB26AF}" dt="2026-10-08T11:20:47.143" v="7" actId="13926"/>
          <ac:graphicFrameMkLst>
            <pc:docMk/>
            <pc:sldMk cId="0" sldId="262"/>
            <ac:graphicFrameMk id="5" creationId="{EC6410D0-F452-57B4-2AAD-1C89620A8175}"/>
          </ac:graphicFrameMkLst>
        </pc:graphicFrameChg>
      </pc:sldChg>
      <pc:sldChg chg="modSp mod">
        <pc:chgData name="Florbela Bata" userId="c2a1ca46-4b79-4056-92d5-75943e716393" providerId="ADAL" clId="{42F30B93-12BF-4E3F-8A08-4C2924BB26AF}" dt="2026-10-08T11:28:19.590" v="9" actId="1076"/>
        <pc:sldMkLst>
          <pc:docMk/>
          <pc:sldMk cId="0" sldId="267"/>
        </pc:sldMkLst>
        <pc:spChg chg="mod">
          <ac:chgData name="Florbela Bata" userId="c2a1ca46-4b79-4056-92d5-75943e716393" providerId="ADAL" clId="{42F30B93-12BF-4E3F-8A08-4C2924BB26AF}" dt="2026-10-08T11:28:19.590" v="9" actId="1076"/>
          <ac:spMkLst>
            <pc:docMk/>
            <pc:sldMk cId="0" sldId="267"/>
            <ac:spMk id="472" creationId="{00000000-0000-0000-0000-000000000000}"/>
          </ac:spMkLst>
        </pc:spChg>
      </pc:sldChg>
      <pc:sldChg chg="modSp mod">
        <pc:chgData name="Florbela Bata" userId="c2a1ca46-4b79-4056-92d5-75943e716393" providerId="ADAL" clId="{42F30B93-12BF-4E3F-8A08-4C2924BB26AF}" dt="2026-10-08T11:18:31.738" v="6" actId="13926"/>
        <pc:sldMkLst>
          <pc:docMk/>
          <pc:sldMk cId="1084004449" sldId="3329"/>
        </pc:sldMkLst>
        <pc:graphicFrameChg chg="modGraphic">
          <ac:chgData name="Florbela Bata" userId="c2a1ca46-4b79-4056-92d5-75943e716393" providerId="ADAL" clId="{42F30B93-12BF-4E3F-8A08-4C2924BB26AF}" dt="2026-10-08T11:18:31.738" v="6" actId="13926"/>
          <ac:graphicFrameMkLst>
            <pc:docMk/>
            <pc:sldMk cId="1084004449" sldId="3329"/>
            <ac:graphicFrameMk id="4" creationId="{3BBFFBB1-06D3-67CE-0E81-0A3D71C8D65C}"/>
          </ac:graphicFrameMkLst>
        </pc:graphicFrameChg>
      </pc:sldChg>
      <pc:sldChg chg="modSp mod">
        <pc:chgData name="Florbela Bata" userId="c2a1ca46-4b79-4056-92d5-75943e716393" providerId="ADAL" clId="{42F30B93-12BF-4E3F-8A08-4C2924BB26AF}" dt="2026-10-08T10:54:31.095" v="1" actId="1076"/>
        <pc:sldMkLst>
          <pc:docMk/>
          <pc:sldMk cId="2069026543" sldId="3347"/>
        </pc:sldMkLst>
        <pc:spChg chg="mod">
          <ac:chgData name="Florbela Bata" userId="c2a1ca46-4b79-4056-92d5-75943e716393" providerId="ADAL" clId="{42F30B93-12BF-4E3F-8A08-4C2924BB26AF}" dt="2026-10-08T10:54:31.095" v="1" actId="1076"/>
          <ac:spMkLst>
            <pc:docMk/>
            <pc:sldMk cId="2069026543" sldId="3347"/>
            <ac:spMk id="4" creationId="{10BE2860-3BC1-A7A5-CFA6-76621DD73787}"/>
          </ac:spMkLst>
        </pc:spChg>
      </pc:sldChg>
    </pc:docChg>
  </pc:docChgLst>
  <pc:docChgLst>
    <pc:chgData name="Shital  Mobaracaly" userId="S::shitalmobaracaly@ccsaude.org.mz::12a356cc-60d8-46d5-b8f7-070f053bb729" providerId="AD" clId="Web-{5C093EFD-7842-3880-0B6D-99A1D8036C19}"/>
    <pc:docChg chg="mod">
      <pc:chgData name="Shital  Mobaracaly" userId="S::shitalmobaracaly@ccsaude.org.mz::12a356cc-60d8-46d5-b8f7-070f053bb729" providerId="AD" clId="Web-{5C093EFD-7842-3880-0B6D-99A1D8036C19}" dt="2026-10-07T12:59:24.857" v="0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9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10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n-US" sz="1100" b="1" err="1">
                <a:solidFill>
                  <a:srgbClr val="0B4F79"/>
                </a:solidFill>
                <a:latin typeface="Calibri"/>
              </a:rPr>
              <a:t>Testados</a:t>
            </a:r>
            <a:r>
              <a:rPr lang="en-US" sz="1100" b="1">
                <a:solidFill>
                  <a:srgbClr val="0B4F79"/>
                </a:solidFill>
                <a:latin typeface="Calibri"/>
              </a:rPr>
              <a:t> para HIV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3.7735849056603772E-2"/>
          <c:y val="0.19486111111111112"/>
          <c:w val="0.93259966324964105"/>
          <c:h val="0.68590396964239053"/>
        </c:manualLayout>
      </c:layout>
      <c:lineChart>
        <c:grouping val="standard"/>
        <c:varyColors val="0"/>
        <c:ser>
          <c:idx val="0"/>
          <c:order val="0"/>
          <c:tx>
            <c:strRef>
              <c:f>Sheet3!$A$4</c:f>
              <c:strCache>
                <c:ptCount val="1"/>
                <c:pt idx="0">
                  <c:v>Testados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5.2499999999999998E-2"/>
                  <c:y val="3.93864829396325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F26-4512-9F6B-AAF6DBD38D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Sheet3!$B$4:$H$4</c:f>
              <c:numCache>
                <c:formatCode>General</c:formatCode>
                <c:ptCount val="7"/>
                <c:pt idx="0">
                  <c:v>43568</c:v>
                </c:pt>
                <c:pt idx="1">
                  <c:v>60712</c:v>
                </c:pt>
                <c:pt idx="2">
                  <c:v>50879</c:v>
                </c:pt>
                <c:pt idx="3">
                  <c:v>20819</c:v>
                </c:pt>
                <c:pt idx="4">
                  <c:v>50046</c:v>
                </c:pt>
                <c:pt idx="5">
                  <c:v>53557</c:v>
                </c:pt>
                <c:pt idx="6">
                  <c:v>49632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26-4512-9F6B-AAF6DBD38D4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78699568"/>
        <c:axId val="1131143056"/>
      </c:lineChart>
      <c:catAx>
        <c:axId val="1278699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pt-PT"/>
          </a:p>
        </c:txPr>
        <c:crossAx val="1131143056"/>
        <c:crosses val="autoZero"/>
        <c:auto val="1"/>
        <c:lblAlgn val="ctr"/>
        <c:lblOffset val="100"/>
        <c:noMultiLvlLbl val="0"/>
      </c:catAx>
      <c:valAx>
        <c:axId val="11311430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8699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156082">
        <a:alpha val="10161"/>
      </a:srgbClr>
    </a:solidFill>
    <a:ln w="9525" cap="flat" cmpd="sng" algn="ctr">
      <a:solidFill>
        <a:sysClr val="windowText" lastClr="000000"/>
      </a:solidFill>
      <a:round/>
    </a:ln>
    <a:effectLst>
      <a:glow rad="127000">
        <a:schemeClr val="bg1"/>
      </a:glow>
      <a:outerShdw blurRad="50800" dist="50800" dir="5400000" sx="95000" sy="95000" algn="ctr" rotWithShape="0">
        <a:schemeClr val="bg1"/>
      </a:outerShdw>
    </a:effectLst>
  </c:spPr>
  <c:txPr>
    <a:bodyPr/>
    <a:lstStyle/>
    <a:p>
      <a:pPr>
        <a:defRPr sz="900">
          <a:solidFill>
            <a:srgbClr val="1F2A37"/>
          </a:solidFill>
          <a:latin typeface="Calibri"/>
        </a:defRPr>
      </a:pPr>
      <a:endParaRPr lang="pt-PT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Sheet3!$A$5</c:f>
              <c:strCache>
                <c:ptCount val="1"/>
                <c:pt idx="0">
                  <c:v>Positivos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5.020306886924341E-2"/>
                  <c:y val="4.19929380230670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B94-499A-B541-F2308C0005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Sheet3!$B$5:$H$5</c:f>
              <c:numCache>
                <c:formatCode>General</c:formatCode>
                <c:ptCount val="7"/>
                <c:pt idx="0">
                  <c:v>975</c:v>
                </c:pt>
                <c:pt idx="1">
                  <c:v>1419</c:v>
                </c:pt>
                <c:pt idx="2">
                  <c:v>1044</c:v>
                </c:pt>
                <c:pt idx="3">
                  <c:v>600</c:v>
                </c:pt>
                <c:pt idx="4">
                  <c:v>1073</c:v>
                </c:pt>
                <c:pt idx="5">
                  <c:v>1053</c:v>
                </c:pt>
                <c:pt idx="6">
                  <c:v>1039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94-499A-B541-F2308C00054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78526960"/>
        <c:axId val="1130979376"/>
      </c:lineChart>
      <c:catAx>
        <c:axId val="1278526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pt-PT"/>
          </a:p>
        </c:txPr>
        <c:crossAx val="1130979376"/>
        <c:crosses val="autoZero"/>
        <c:auto val="1"/>
        <c:lblAlgn val="ctr"/>
        <c:lblOffset val="100"/>
        <c:noMultiLvlLbl val="0"/>
      </c:catAx>
      <c:valAx>
        <c:axId val="1130979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8526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156082">
        <a:alpha val="10019"/>
      </a:srgbClr>
    </a:solidFill>
    <a:ln w="9525" cap="flat" cmpd="sng" algn="ctr">
      <a:solidFill>
        <a:sysClr val="windowText" lastClr="000000"/>
      </a:solidFill>
      <a:round/>
    </a:ln>
    <a:effectLst>
      <a:glow rad="127000">
        <a:srgbClr val="FFFFFF"/>
      </a:glow>
    </a:effectLst>
  </c:spPr>
  <c:txPr>
    <a:bodyPr/>
    <a:lstStyle/>
    <a:p>
      <a:pPr>
        <a:defRPr sz="900">
          <a:solidFill>
            <a:srgbClr val="1F2A37"/>
          </a:solidFill>
          <a:latin typeface="Calibri"/>
        </a:defRPr>
      </a:pPr>
      <a:endParaRPr lang="pt-PT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3.2571915268254321E-2"/>
          <c:y val="0.23838072446076722"/>
          <c:w val="0.93485616946349137"/>
          <c:h val="0.65718931647342915"/>
        </c:manualLayout>
      </c:layout>
      <c:lineChart>
        <c:grouping val="standard"/>
        <c:varyColors val="0"/>
        <c:ser>
          <c:idx val="0"/>
          <c:order val="0"/>
          <c:tx>
            <c:strRef>
              <c:f>Sheet3!$A$6</c:f>
              <c:strCache>
                <c:ptCount val="1"/>
                <c:pt idx="0">
                  <c:v>Novos em TARV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Sheet3!$B$6:$H$6</c:f>
              <c:numCache>
                <c:formatCode>General</c:formatCode>
                <c:ptCount val="7"/>
                <c:pt idx="0">
                  <c:v>736</c:v>
                </c:pt>
                <c:pt idx="1">
                  <c:v>1011</c:v>
                </c:pt>
                <c:pt idx="2">
                  <c:v>853</c:v>
                </c:pt>
                <c:pt idx="3">
                  <c:v>614</c:v>
                </c:pt>
                <c:pt idx="4">
                  <c:v>820</c:v>
                </c:pt>
                <c:pt idx="5">
                  <c:v>786</c:v>
                </c:pt>
                <c:pt idx="6">
                  <c:v>773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BC-42E5-A77F-44016BC2AA1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899809232"/>
        <c:axId val="1130931856"/>
      </c:lineChart>
      <c:catAx>
        <c:axId val="899809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pt-PT"/>
          </a:p>
        </c:txPr>
        <c:crossAx val="1130931856"/>
        <c:crosses val="autoZero"/>
        <c:auto val="1"/>
        <c:lblAlgn val="ctr"/>
        <c:lblOffset val="100"/>
        <c:noMultiLvlLbl val="0"/>
      </c:catAx>
      <c:valAx>
        <c:axId val="11309318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99809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ysClr val="windowText" lastClr="000000"/>
      </a:solidFill>
    </a:ln>
    <a:effectLst/>
  </c:spPr>
  <c:txPr>
    <a:bodyPr/>
    <a:lstStyle/>
    <a:p>
      <a:pPr>
        <a:defRPr sz="900">
          <a:solidFill>
            <a:srgbClr val="1F2A37"/>
          </a:solidFill>
          <a:latin typeface="Calibri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pPr>
      <a:endParaRPr lang="pt-PT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3.4591194968553458E-2"/>
          <c:y val="0.20503204066701305"/>
          <c:w val="0.9308176100628931"/>
          <c:h val="0.69826399750278756"/>
        </c:manualLayout>
      </c:layout>
      <c:lineChart>
        <c:grouping val="standard"/>
        <c:varyColors val="0"/>
        <c:ser>
          <c:idx val="0"/>
          <c:order val="0"/>
          <c:tx>
            <c:strRef>
              <c:f>Sheet3!$A$7</c:f>
              <c:strCache>
                <c:ptCount val="1"/>
                <c:pt idx="0">
                  <c:v>Activos em TARV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1.161111111111111E-2"/>
                  <c:y val="-4.85764800233304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D93-4119-8D1D-BF2A1D99D4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Sheet3!$B$7:$H$7</c:f>
              <c:numCache>
                <c:formatCode>General</c:formatCode>
                <c:ptCount val="7"/>
                <c:pt idx="0">
                  <c:v>150919</c:v>
                </c:pt>
                <c:pt idx="1">
                  <c:v>151390</c:v>
                </c:pt>
                <c:pt idx="2">
                  <c:v>152574</c:v>
                </c:pt>
                <c:pt idx="3">
                  <c:v>149959</c:v>
                </c:pt>
                <c:pt idx="4">
                  <c:v>148577</c:v>
                </c:pt>
                <c:pt idx="5">
                  <c:v>149135</c:v>
                </c:pt>
                <c:pt idx="6">
                  <c:v>149912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93-4119-8D1D-BF2A1D99D40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09544912"/>
        <c:axId val="816748656"/>
      </c:lineChart>
      <c:catAx>
        <c:axId val="1409544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pt-PT"/>
          </a:p>
        </c:txPr>
        <c:crossAx val="816748656"/>
        <c:crosses val="autoZero"/>
        <c:auto val="1"/>
        <c:lblAlgn val="ctr"/>
        <c:lblOffset val="100"/>
        <c:noMultiLvlLbl val="0"/>
      </c:catAx>
      <c:valAx>
        <c:axId val="8167486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09544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ysClr val="windowText" lastClr="000000"/>
      </a:solidFill>
    </a:ln>
    <a:effectLst/>
  </c:spPr>
  <c:txPr>
    <a:bodyPr/>
    <a:lstStyle/>
    <a:p>
      <a:pPr>
        <a:defRPr sz="900">
          <a:solidFill>
            <a:srgbClr val="1F2A37"/>
          </a:solidFill>
          <a:latin typeface="Calibri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pPr>
      <a:endParaRPr lang="pt-PT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rgbClr val="0B4F79"/>
                </a:solidFill>
                <a:latin typeface="Calibri"/>
              </a:rPr>
              <a:t>PrEP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Sheet3!$A$3</c:f>
              <c:strCache>
                <c:ptCount val="1"/>
                <c:pt idx="0">
                  <c:v>Novos em PrEP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0723611989756783E-2"/>
                  <c:y val="2.36237211443566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9C1-46FE-AA5D-3847702EE3E6}"/>
                </c:ext>
              </c:extLst>
            </c:dLbl>
            <c:dLbl>
              <c:idx val="1"/>
              <c:layout>
                <c:manualLayout>
                  <c:x val="-4.3707026787541139E-2"/>
                  <c:y val="5.93831083354567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9C1-46FE-AA5D-3847702EE3E6}"/>
                </c:ext>
              </c:extLst>
            </c:dLbl>
            <c:dLbl>
              <c:idx val="2"/>
              <c:layout>
                <c:manualLayout>
                  <c:x val="-8.2491419158738158E-2"/>
                  <c:y val="7.27928785321193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9C1-46FE-AA5D-3847702EE3E6}"/>
                </c:ext>
              </c:extLst>
            </c:dLbl>
            <c:dLbl>
              <c:idx val="3"/>
              <c:layout>
                <c:manualLayout>
                  <c:x val="-3.7055555555555654E-2"/>
                  <c:y val="4.40161125692622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9C1-46FE-AA5D-3847702EE3E6}"/>
                </c:ext>
              </c:extLst>
            </c:dLbl>
            <c:dLbl>
              <c:idx val="4"/>
              <c:layout>
                <c:manualLayout>
                  <c:x val="-2.5806538000834885E-2"/>
                  <c:y val="3.256356794213173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9C1-46FE-AA5D-3847702EE3E6}"/>
                </c:ext>
              </c:extLst>
            </c:dLbl>
            <c:dLbl>
              <c:idx val="5"/>
              <c:layout>
                <c:manualLayout>
                  <c:x val="-5.8624100776463177E-2"/>
                  <c:y val="4.59733381387942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9C1-46FE-AA5D-3847702EE3E6}"/>
                </c:ext>
              </c:extLst>
            </c:dLbl>
            <c:dLbl>
              <c:idx val="6"/>
              <c:layout>
                <c:manualLayout>
                  <c:x val="-5.435922710293755E-2"/>
                  <c:y val="2.80936445432442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9C1-46FE-AA5D-3847702EE3E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Sheet3!$B$3:$H$3</c:f>
              <c:numCache>
                <c:formatCode>General</c:formatCode>
                <c:ptCount val="7"/>
                <c:pt idx="0">
                  <c:v>1217</c:v>
                </c:pt>
                <c:pt idx="1">
                  <c:v>2148</c:v>
                </c:pt>
                <c:pt idx="2">
                  <c:v>1916</c:v>
                </c:pt>
                <c:pt idx="3">
                  <c:v>345</c:v>
                </c:pt>
                <c:pt idx="4">
                  <c:v>1541</c:v>
                </c:pt>
                <c:pt idx="5">
                  <c:v>2008</c:v>
                </c:pt>
                <c:pt idx="6">
                  <c:v>1691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9C1-46FE-AA5D-3847702EE3E6}"/>
            </c:ext>
          </c:extLst>
        </c:ser>
        <c:ser>
          <c:idx val="1"/>
          <c:order val="1"/>
          <c:tx>
            <c:strRef>
              <c:f>Sheet3!$A$4</c:f>
              <c:strCache>
                <c:ptCount val="1"/>
                <c:pt idx="0">
                  <c:v>Utentes que continuam a PrEP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2.7944444444444445E-2"/>
                  <c:y val="-9.02431466899971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9C1-46FE-AA5D-3847702EE3E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Sheet3!$B$4:$H$4</c:f>
              <c:numCache>
                <c:formatCode>General</c:formatCode>
                <c:ptCount val="7"/>
                <c:pt idx="0">
                  <c:v>391</c:v>
                </c:pt>
                <c:pt idx="1">
                  <c:v>566</c:v>
                </c:pt>
                <c:pt idx="2">
                  <c:v>457</c:v>
                </c:pt>
                <c:pt idx="3">
                  <c:v>92</c:v>
                </c:pt>
                <c:pt idx="4">
                  <c:v>392</c:v>
                </c:pt>
                <c:pt idx="5">
                  <c:v>361</c:v>
                </c:pt>
                <c:pt idx="6">
                  <c:v>318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D9C1-46FE-AA5D-3847702EE3E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932917168"/>
        <c:axId val="2121279216"/>
      </c:lineChart>
      <c:catAx>
        <c:axId val="932917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121279216"/>
        <c:crosses val="autoZero"/>
        <c:auto val="1"/>
        <c:lblAlgn val="ctr"/>
        <c:lblOffset val="100"/>
        <c:noMultiLvlLbl val="0"/>
      </c:catAx>
      <c:valAx>
        <c:axId val="2121279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32917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156082"/>
      </a:solidFill>
    </a:ln>
    <a:effectLst/>
  </c:spPr>
  <c:txPr>
    <a:bodyPr/>
    <a:lstStyle/>
    <a:p>
      <a:pPr>
        <a:defRPr sz="900">
          <a:solidFill>
            <a:srgbClr val="1F2A37"/>
          </a:solidFill>
          <a:latin typeface="Calibri"/>
        </a:defRPr>
      </a:pPr>
      <a:endParaRPr lang="pt-PT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100" b="1">
                <a:solidFill>
                  <a:srgbClr val="0B4F79"/>
                </a:solidFill>
                <a:latin typeface="Calibri"/>
              </a:rPr>
              <a:t>Saidas TARV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Sheet3!$A$9</c:f>
              <c:strCache>
                <c:ptCount val="1"/>
                <c:pt idx="0">
                  <c:v>Abandonos TARV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5.3110921440429136E-2"/>
                  <c:y val="5.02819956616052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8A-4DA6-B0C8-069A7916D50A}"/>
                </c:ext>
              </c:extLst>
            </c:dLbl>
            <c:dLbl>
              <c:idx val="6"/>
              <c:layout>
                <c:manualLayout>
                  <c:x val="-3.5606895542094459E-2"/>
                  <c:y val="5.77819083065028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8A-4DA6-B0C8-069A7916D5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Sheet3!$B$9:$H$9</c:f>
              <c:numCache>
                <c:formatCode>General</c:formatCode>
                <c:ptCount val="7"/>
                <c:pt idx="0">
                  <c:v>4110</c:v>
                </c:pt>
                <c:pt idx="1">
                  <c:v>4213</c:v>
                </c:pt>
                <c:pt idx="2">
                  <c:v>3306</c:v>
                </c:pt>
                <c:pt idx="3">
                  <c:v>5140</c:v>
                </c:pt>
                <c:pt idx="4">
                  <c:v>5446</c:v>
                </c:pt>
                <c:pt idx="5">
                  <c:v>5448</c:v>
                </c:pt>
                <c:pt idx="6">
                  <c:v>2888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38A-4DA6-B0C8-069A7916D50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409634000"/>
        <c:axId val="816806256"/>
      </c:lineChart>
      <c:catAx>
        <c:axId val="140963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816806256"/>
        <c:crosses val="autoZero"/>
        <c:auto val="1"/>
        <c:lblAlgn val="ctr"/>
        <c:lblOffset val="100"/>
        <c:noMultiLvlLbl val="0"/>
      </c:catAx>
      <c:valAx>
        <c:axId val="8168062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09634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ysClr val="windowText" lastClr="000000"/>
      </a:solidFill>
    </a:ln>
    <a:effectLst/>
  </c:spPr>
  <c:txPr>
    <a:bodyPr/>
    <a:lstStyle/>
    <a:p>
      <a:pPr>
        <a:defRPr sz="900">
          <a:solidFill>
            <a:srgbClr val="1F2A37"/>
          </a:solidFill>
          <a:latin typeface="Calibri"/>
        </a:defRPr>
      </a:pPr>
      <a:endParaRPr lang="pt-PT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>
                <a:solidFill>
                  <a:srgbClr val="0B4F79"/>
                </a:solidFill>
                <a:latin typeface="Calibri"/>
              </a:rPr>
              <a:t>Seguimento de Adesão(MI)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3.4222229407992175E-2"/>
          <c:y val="0.20332744405182568"/>
          <c:w val="0.93155554118401562"/>
          <c:h val="0.66458880139982501"/>
        </c:manualLayout>
      </c:layout>
      <c:lineChart>
        <c:grouping val="standard"/>
        <c:varyColors val="0"/>
        <c:ser>
          <c:idx val="0"/>
          <c:order val="0"/>
          <c:tx>
            <c:strRef>
              <c:f>Sheet3!$A$9</c:f>
              <c:strCache>
                <c:ptCount val="1"/>
                <c:pt idx="0">
                  <c:v>Seguimento de Adesao(MI)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Sheet3!$B$9:$H$9</c:f>
              <c:numCache>
                <c:formatCode>0%</c:formatCode>
                <c:ptCount val="7"/>
                <c:pt idx="0">
                  <c:v>0.83</c:v>
                </c:pt>
                <c:pt idx="1">
                  <c:v>0.81</c:v>
                </c:pt>
                <c:pt idx="2">
                  <c:v>0.77</c:v>
                </c:pt>
                <c:pt idx="3">
                  <c:v>0.66</c:v>
                </c:pt>
                <c:pt idx="4">
                  <c:v>0.5</c:v>
                </c:pt>
                <c:pt idx="5">
                  <c:v>0.51</c:v>
                </c:pt>
                <c:pt idx="6">
                  <c:v>0.47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0E-4A3D-9DE7-B4D3CFFD911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30082527"/>
        <c:axId val="321315247"/>
      </c:lineChart>
      <c:catAx>
        <c:axId val="130082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321315247"/>
        <c:crosses val="autoZero"/>
        <c:auto val="1"/>
        <c:lblAlgn val="ctr"/>
        <c:lblOffset val="100"/>
        <c:noMultiLvlLbl val="0"/>
      </c:catAx>
      <c:valAx>
        <c:axId val="32131524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30082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ysClr val="windowText" lastClr="000000"/>
      </a:solidFill>
    </a:ln>
    <a:effectLst/>
  </c:spPr>
  <c:txPr>
    <a:bodyPr/>
    <a:lstStyle/>
    <a:p>
      <a:pPr>
        <a:defRPr sz="900">
          <a:solidFill>
            <a:srgbClr val="1F2A37"/>
          </a:solidFill>
          <a:latin typeface="Calibri"/>
        </a:defRPr>
      </a:pPr>
      <a:endParaRPr lang="pt-PT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100" b="1">
                <a:solidFill>
                  <a:srgbClr val="0B4F79"/>
                </a:solidFill>
                <a:latin typeface="Calibri"/>
              </a:rPr>
              <a:t>Retenção 99 dias(MI)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Sheet3!$A$10</c:f>
              <c:strCache>
                <c:ptCount val="1"/>
                <c:pt idx="0">
                  <c:v>Retencao 99 dias(MI)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Sheet3!$B$10:$H$10</c:f>
              <c:numCache>
                <c:formatCode>0%</c:formatCode>
                <c:ptCount val="7"/>
                <c:pt idx="0">
                  <c:v>0.91</c:v>
                </c:pt>
                <c:pt idx="1">
                  <c:v>0.92</c:v>
                </c:pt>
                <c:pt idx="2">
                  <c:v>0.89</c:v>
                </c:pt>
                <c:pt idx="3">
                  <c:v>0.79</c:v>
                </c:pt>
                <c:pt idx="4">
                  <c:v>0.66</c:v>
                </c:pt>
                <c:pt idx="5">
                  <c:v>0.7</c:v>
                </c:pt>
                <c:pt idx="6">
                  <c:v>0.64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22-42EC-8F09-D90CAF6C132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62196351"/>
        <c:axId val="321381007"/>
      </c:lineChart>
      <c:catAx>
        <c:axId val="362196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321381007"/>
        <c:crosses val="autoZero"/>
        <c:auto val="1"/>
        <c:lblAlgn val="ctr"/>
        <c:lblOffset val="100"/>
        <c:noMultiLvlLbl val="0"/>
      </c:catAx>
      <c:valAx>
        <c:axId val="32138100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62196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ysClr val="windowText" lastClr="000000"/>
      </a:solidFill>
    </a:ln>
    <a:effectLst/>
  </c:spPr>
  <c:txPr>
    <a:bodyPr/>
    <a:lstStyle/>
    <a:p>
      <a:pPr>
        <a:defRPr sz="900">
          <a:solidFill>
            <a:srgbClr val="1F2A37"/>
          </a:solidFill>
          <a:latin typeface="Calibri"/>
        </a:defRPr>
      </a:pPr>
      <a:endParaRPr lang="pt-PT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1.0416668375437725E-2"/>
          <c:y val="0.18657449868855233"/>
          <c:w val="0.95416665914807397"/>
          <c:h val="0.61343362382604283"/>
        </c:manualLayout>
      </c:layout>
      <c:lineChart>
        <c:grouping val="standard"/>
        <c:varyColors val="0"/>
        <c:ser>
          <c:idx val="0"/>
          <c:order val="0"/>
          <c:tx>
            <c:strRef>
              <c:f>Sheet3!$A$11</c:f>
              <c:strCache>
                <c:ptCount val="1"/>
                <c:pt idx="0">
                  <c:v>Rastreio de Cacum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1.5611111111111213E-2"/>
                  <c:y val="-4.3946850393700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709-4561-9301-EF64384B8D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Sheet3!$B$11:$H$11</c:f>
              <c:numCache>
                <c:formatCode>General</c:formatCode>
                <c:ptCount val="7"/>
                <c:pt idx="0">
                  <c:v>1996</c:v>
                </c:pt>
                <c:pt idx="1">
                  <c:v>2462</c:v>
                </c:pt>
                <c:pt idx="2">
                  <c:v>2477</c:v>
                </c:pt>
                <c:pt idx="3">
                  <c:v>1112</c:v>
                </c:pt>
                <c:pt idx="4">
                  <c:v>1153</c:v>
                </c:pt>
                <c:pt idx="5">
                  <c:v>1306</c:v>
                </c:pt>
                <c:pt idx="6">
                  <c:v>1464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09-4561-9301-EF64384B8D8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39480576"/>
        <c:axId val="321388207"/>
      </c:lineChart>
      <c:catAx>
        <c:axId val="123948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321388207"/>
        <c:crosses val="autoZero"/>
        <c:auto val="1"/>
        <c:lblAlgn val="ctr"/>
        <c:lblOffset val="100"/>
        <c:noMultiLvlLbl val="0"/>
      </c:catAx>
      <c:valAx>
        <c:axId val="32138820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39480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ysClr val="windowText" lastClr="000000"/>
      </a:solidFill>
    </a:ln>
    <a:effectLst/>
  </c:spPr>
  <c:txPr>
    <a:bodyPr/>
    <a:lstStyle/>
    <a:p>
      <a:pPr>
        <a:defRPr sz="900">
          <a:solidFill>
            <a:srgbClr val="1F2A37"/>
          </a:solidFill>
          <a:latin typeface="Calibri"/>
        </a:defRPr>
      </a:pPr>
      <a:endParaRPr lang="pt-PT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Sheet3!$A$12</c:f>
              <c:strCache>
                <c:ptCount val="1"/>
                <c:pt idx="0">
                  <c:v>Casos TB todas as Formas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Sheet3!$B$12:$H$12</c:f>
              <c:numCache>
                <c:formatCode>General</c:formatCode>
                <c:ptCount val="7"/>
                <c:pt idx="0">
                  <c:v>346</c:v>
                </c:pt>
                <c:pt idx="1">
                  <c:v>485</c:v>
                </c:pt>
                <c:pt idx="2">
                  <c:v>392</c:v>
                </c:pt>
                <c:pt idx="3">
                  <c:v>340</c:v>
                </c:pt>
                <c:pt idx="4">
                  <c:v>394</c:v>
                </c:pt>
                <c:pt idx="5">
                  <c:v>388</c:v>
                </c:pt>
                <c:pt idx="6">
                  <c:v>398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EA-4D79-8CE0-47FC739CCC8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239625808"/>
        <c:axId val="321404527"/>
      </c:lineChart>
      <c:catAx>
        <c:axId val="123962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321404527"/>
        <c:crosses val="autoZero"/>
        <c:auto val="1"/>
        <c:lblAlgn val="ctr"/>
        <c:lblOffset val="100"/>
        <c:noMultiLvlLbl val="0"/>
      </c:catAx>
      <c:valAx>
        <c:axId val="3214045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3962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ysClr val="windowText" lastClr="000000"/>
      </a:solidFill>
    </a:ln>
    <a:effectLst/>
  </c:spPr>
  <c:txPr>
    <a:bodyPr/>
    <a:lstStyle/>
    <a:p>
      <a:pPr>
        <a:defRPr sz="900">
          <a:solidFill>
            <a:srgbClr val="1F2A37"/>
          </a:solidFill>
          <a:latin typeface="Calibri"/>
        </a:defRPr>
      </a:pPr>
      <a:endParaRPr lang="pt-PT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endParaRPr lang="en-US"/>
          </a:p>
        </c:rich>
      </c:tx>
      <c:layout>
        <c:manualLayout>
          <c:xMode val="edge"/>
          <c:yMode val="edge"/>
          <c:x val="0.21310432858554024"/>
          <c:y val="2.777777777777777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Sheet3!$A$14</c:f>
              <c:strCache>
                <c:ptCount val="1"/>
                <c:pt idx="0">
                  <c:v>Mulheres retestadas na SMI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layout>
                <c:manualLayout>
                  <c:x val="-4.8944444444444443E-2"/>
                  <c:y val="4.401611256926209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02-4CB9-AF48-2B223EB94F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Sheet3!$B$2:$H$2</c:f>
              <c:strCache>
                <c:ptCount val="7"/>
                <c:pt idx="0">
                  <c:v>Janeiro</c:v>
                </c:pt>
                <c:pt idx="1">
                  <c:v>Fevreiro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</c:strCache>
            </c:strRef>
          </c:cat>
          <c:val>
            <c:numRef>
              <c:f>Sheet3!$B$14:$H$14</c:f>
              <c:numCache>
                <c:formatCode>General</c:formatCode>
                <c:ptCount val="7"/>
                <c:pt idx="0">
                  <c:v>3740</c:v>
                </c:pt>
                <c:pt idx="1">
                  <c:v>4370</c:v>
                </c:pt>
                <c:pt idx="2">
                  <c:v>3837</c:v>
                </c:pt>
                <c:pt idx="3">
                  <c:v>1972</c:v>
                </c:pt>
                <c:pt idx="4">
                  <c:v>4080</c:v>
                </c:pt>
                <c:pt idx="5">
                  <c:v>3660</c:v>
                </c:pt>
                <c:pt idx="6">
                  <c:v>3529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02-4CB9-AF48-2B223EB94F8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940654047"/>
        <c:axId val="1223187471"/>
      </c:lineChart>
      <c:catAx>
        <c:axId val="940654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223187471"/>
        <c:crosses val="autoZero"/>
        <c:auto val="1"/>
        <c:lblAlgn val="ctr"/>
        <c:lblOffset val="100"/>
        <c:noMultiLvlLbl val="0"/>
      </c:catAx>
      <c:valAx>
        <c:axId val="122318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40654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156082"/>
      </a:solidFill>
    </a:ln>
    <a:effectLst/>
  </c:spPr>
  <c:txPr>
    <a:bodyPr/>
    <a:lstStyle/>
    <a:p>
      <a:pPr>
        <a:defRPr sz="900">
          <a:solidFill>
            <a:srgbClr val="1F2A37"/>
          </a:solidFill>
          <a:latin typeface="Calibri"/>
        </a:defRPr>
      </a:pPr>
      <a:endParaRPr lang="pt-PT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6DD766-2323-4D2B-AFC7-ACFB045A9BA9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664A4C6-117F-4638-BBCF-9E1CF6D6ED4A}">
      <dgm:prSet phldrT="[Text]" custT="1"/>
      <dgm:spPr>
        <a:xfrm>
          <a:off x="2174" y="0"/>
          <a:ext cx="2133923" cy="6031865"/>
        </a:xfrm>
        <a:prstGeom prst="roundRect">
          <a:avLst>
            <a:gd name="adj" fmla="val 10000"/>
          </a:avLst>
        </a:prstGeom>
        <a:solidFill>
          <a:srgbClr val="156082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ctr">
            <a:buNone/>
          </a:pPr>
          <a:r>
            <a:rPr lang="en-US" sz="2000" b="1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  <a:ea typeface="+mn-ea"/>
              <a:cs typeface="+mn-cs"/>
            </a:rPr>
            <a:t>KaMavota &amp; </a:t>
          </a:r>
          <a:r>
            <a:rPr lang="en-US" sz="2000" b="1" dirty="0" err="1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  <a:ea typeface="+mn-ea"/>
              <a:cs typeface="+mn-cs"/>
            </a:rPr>
            <a:t>KaMaxaquene</a:t>
          </a:r>
          <a:endParaRPr lang="en-GB" sz="2000" b="1" dirty="0">
            <a:solidFill>
              <a:srgbClr val="0E2841">
                <a:lumMod val="90000"/>
                <a:lumOff val="10000"/>
              </a:srgbClr>
            </a:solidFill>
            <a:latin typeface="Aptos" panose="02110004020202020204"/>
            <a:ea typeface="+mn-ea"/>
            <a:cs typeface="+mn-cs"/>
          </a:endParaRPr>
        </a:p>
      </dgm:t>
    </dgm:pt>
    <dgm:pt modelId="{7CC5186D-8B87-4250-8631-70BF81268218}" type="parTrans" cxnId="{9A7FAF1D-7106-4E6E-A287-798E84F4262B}">
      <dgm:prSet/>
      <dgm:spPr/>
      <dgm:t>
        <a:bodyPr/>
        <a:lstStyle/>
        <a:p>
          <a:pPr algn="ctr"/>
          <a:endParaRPr lang="en-GB" sz="1200" b="1"/>
        </a:p>
      </dgm:t>
    </dgm:pt>
    <dgm:pt modelId="{9D6E7A22-6C52-4840-B4FB-9B6BC25AE10A}" type="sibTrans" cxnId="{9A7FAF1D-7106-4E6E-A287-798E84F4262B}">
      <dgm:prSet/>
      <dgm:spPr/>
      <dgm:t>
        <a:bodyPr/>
        <a:lstStyle/>
        <a:p>
          <a:pPr algn="ctr"/>
          <a:endParaRPr lang="en-GB" sz="1200" b="1"/>
        </a:p>
      </dgm:t>
    </dgm:pt>
    <dgm:pt modelId="{7CFF3234-CFFA-42AC-AE0B-71B88C4AA39F}">
      <dgm:prSet phldrT="[Text]" custT="1"/>
      <dgm:spPr>
        <a:xfrm>
          <a:off x="215566" y="1811326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★ Coordenador Clínico Regional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800E6F68-B755-4F5A-A1FF-92215DE3900C}" type="parTrans" cxnId="{51EA0D00-A9E4-4D6B-BC0D-116AFA7A6DD2}">
      <dgm:prSet/>
      <dgm:spPr/>
      <dgm:t>
        <a:bodyPr/>
        <a:lstStyle/>
        <a:p>
          <a:pPr algn="ctr"/>
          <a:endParaRPr lang="en-GB" sz="1200" b="1"/>
        </a:p>
      </dgm:t>
    </dgm:pt>
    <dgm:pt modelId="{DA8BC71D-AE9A-4B06-AB92-160BE69070F4}" type="sibTrans" cxnId="{51EA0D00-A9E4-4D6B-BC0D-116AFA7A6DD2}">
      <dgm:prSet/>
      <dgm:spPr/>
      <dgm:t>
        <a:bodyPr/>
        <a:lstStyle/>
        <a:p>
          <a:pPr algn="ctr"/>
          <a:endParaRPr lang="en-GB" sz="1200" b="1"/>
        </a:p>
      </dgm:t>
    </dgm:pt>
    <dgm:pt modelId="{5C8BF944-D1D5-4D6E-B08B-CCB35318908E}">
      <dgm:prSet phldrT="[Text]" custT="1"/>
      <dgm:spPr>
        <a:xfrm>
          <a:off x="215566" y="2253113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M&amp;A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64A0F207-EE5A-4085-B8D7-C02536E2DE05}" type="parTrans" cxnId="{1494A111-0A30-48FF-BEAD-7CC3CA726EB4}">
      <dgm:prSet/>
      <dgm:spPr/>
      <dgm:t>
        <a:bodyPr/>
        <a:lstStyle/>
        <a:p>
          <a:pPr algn="ctr"/>
          <a:endParaRPr lang="en-GB" sz="1200" b="1"/>
        </a:p>
      </dgm:t>
    </dgm:pt>
    <dgm:pt modelId="{59CD0800-DF1F-47D5-94C7-3DE4CDEBFD7B}" type="sibTrans" cxnId="{1494A111-0A30-48FF-BEAD-7CC3CA726EB4}">
      <dgm:prSet/>
      <dgm:spPr/>
      <dgm:t>
        <a:bodyPr/>
        <a:lstStyle/>
        <a:p>
          <a:pPr algn="ctr"/>
          <a:endParaRPr lang="en-GB" sz="1200" b="1"/>
        </a:p>
      </dgm:t>
    </dgm:pt>
    <dgm:pt modelId="{0B8FB480-3B88-44B8-90D1-39EB2E62C82E}">
      <dgm:prSet phldrT="[Text]" custT="1"/>
      <dgm:spPr>
        <a:xfrm>
          <a:off x="2296142" y="0"/>
          <a:ext cx="2133923" cy="6031865"/>
        </a:xfrm>
        <a:prstGeom prst="roundRect">
          <a:avLst>
            <a:gd name="adj" fmla="val 10000"/>
          </a:avLst>
        </a:prstGeom>
        <a:solidFill>
          <a:srgbClr val="156082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ctr">
            <a:buNone/>
          </a:pPr>
          <a:r>
            <a:rPr lang="en-US" sz="2000" b="1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  <a:ea typeface="+mn-ea"/>
              <a:cs typeface="+mn-cs"/>
            </a:rPr>
            <a:t>KaMpfumo &amp; Inhaca</a:t>
          </a:r>
          <a:endParaRPr lang="en-GB" sz="2000" b="1">
            <a:solidFill>
              <a:srgbClr val="0E2841">
                <a:lumMod val="90000"/>
                <a:lumOff val="10000"/>
              </a:srgbClr>
            </a:solidFill>
            <a:latin typeface="Aptos" panose="02110004020202020204"/>
            <a:ea typeface="+mn-ea"/>
            <a:cs typeface="+mn-cs"/>
          </a:endParaRPr>
        </a:p>
      </dgm:t>
    </dgm:pt>
    <dgm:pt modelId="{B6C3F60E-5286-43A9-98F2-E29311714955}" type="parTrans" cxnId="{AEE8941D-E143-4F29-A3CF-81486E4B2A36}">
      <dgm:prSet/>
      <dgm:spPr/>
      <dgm:t>
        <a:bodyPr/>
        <a:lstStyle/>
        <a:p>
          <a:pPr algn="ctr"/>
          <a:endParaRPr lang="en-GB" sz="1200" b="1"/>
        </a:p>
      </dgm:t>
    </dgm:pt>
    <dgm:pt modelId="{123B2EA3-CF88-4DED-ADDD-859384590BDF}" type="sibTrans" cxnId="{AEE8941D-E143-4F29-A3CF-81486E4B2A36}">
      <dgm:prSet/>
      <dgm:spPr/>
      <dgm:t>
        <a:bodyPr/>
        <a:lstStyle/>
        <a:p>
          <a:pPr algn="ctr"/>
          <a:endParaRPr lang="en-GB" sz="1200" b="1"/>
        </a:p>
      </dgm:t>
    </dgm:pt>
    <dgm:pt modelId="{360E4B01-96B9-42E0-B83F-E8D367E91B33}">
      <dgm:prSet phldrT="[Text]" custT="1"/>
      <dgm:spPr>
        <a:xfrm>
          <a:off x="2509534" y="1811326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★ Coordenador Clínico Regional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C49B23AE-521D-4355-AA91-63A8ACE79B62}" type="parTrans" cxnId="{549192D6-1B63-4664-A92A-709A554DC21E}">
      <dgm:prSet/>
      <dgm:spPr/>
      <dgm:t>
        <a:bodyPr/>
        <a:lstStyle/>
        <a:p>
          <a:pPr algn="ctr"/>
          <a:endParaRPr lang="en-GB" sz="1200" b="1"/>
        </a:p>
      </dgm:t>
    </dgm:pt>
    <dgm:pt modelId="{B512C99C-3FA7-4606-8CF5-A3078BD722CA}" type="sibTrans" cxnId="{549192D6-1B63-4664-A92A-709A554DC21E}">
      <dgm:prSet/>
      <dgm:spPr/>
      <dgm:t>
        <a:bodyPr/>
        <a:lstStyle/>
        <a:p>
          <a:pPr algn="ctr"/>
          <a:endParaRPr lang="en-GB" sz="1200" b="1"/>
        </a:p>
      </dgm:t>
    </dgm:pt>
    <dgm:pt modelId="{7E0497DC-4E16-49E8-A88E-BCA6D1C9CB98}">
      <dgm:prSet phldrT="[Text]" custT="1"/>
      <dgm:spPr>
        <a:xfrm>
          <a:off x="2509534" y="2253113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M&amp;A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1D3B26FA-4542-4916-8822-2A00A599BE93}" type="parTrans" cxnId="{7A4ED5FA-701C-4BF0-B21C-86FE5E3A03E2}">
      <dgm:prSet/>
      <dgm:spPr/>
      <dgm:t>
        <a:bodyPr/>
        <a:lstStyle/>
        <a:p>
          <a:pPr algn="ctr"/>
          <a:endParaRPr lang="en-GB" sz="1200" b="1"/>
        </a:p>
      </dgm:t>
    </dgm:pt>
    <dgm:pt modelId="{6B6147CE-A9AA-48BE-8A33-B919BB52C784}" type="sibTrans" cxnId="{7A4ED5FA-701C-4BF0-B21C-86FE5E3A03E2}">
      <dgm:prSet/>
      <dgm:spPr/>
      <dgm:t>
        <a:bodyPr/>
        <a:lstStyle/>
        <a:p>
          <a:pPr algn="ctr"/>
          <a:endParaRPr lang="en-GB" sz="1200" b="1"/>
        </a:p>
      </dgm:t>
    </dgm:pt>
    <dgm:pt modelId="{DC6F260B-2F19-4F51-BAE6-98330FEE022A}">
      <dgm:prSet phldrT="[Text]" custT="1"/>
      <dgm:spPr>
        <a:xfrm>
          <a:off x="4590109" y="0"/>
          <a:ext cx="2133923" cy="6031865"/>
        </a:xfrm>
        <a:prstGeom prst="roundRect">
          <a:avLst>
            <a:gd name="adj" fmla="val 10000"/>
          </a:avLst>
        </a:prstGeom>
        <a:solidFill>
          <a:srgbClr val="156082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ctr">
            <a:buNone/>
          </a:pPr>
          <a:r>
            <a:rPr lang="en-US" sz="2000" b="1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  <a:ea typeface="+mn-ea"/>
              <a:cs typeface="+mn-cs"/>
            </a:rPr>
            <a:t>Nhamankulo &amp; KaTembe</a:t>
          </a:r>
          <a:endParaRPr lang="en-GB" sz="2000" b="1">
            <a:solidFill>
              <a:srgbClr val="0E2841">
                <a:lumMod val="90000"/>
                <a:lumOff val="10000"/>
              </a:srgbClr>
            </a:solidFill>
            <a:latin typeface="Aptos" panose="02110004020202020204"/>
            <a:ea typeface="+mn-ea"/>
            <a:cs typeface="+mn-cs"/>
          </a:endParaRPr>
        </a:p>
      </dgm:t>
    </dgm:pt>
    <dgm:pt modelId="{E571D17B-5210-488D-B6CF-8012429BA640}" type="sibTrans" cxnId="{9B64D675-BFF7-45F9-B735-C092A4D810B1}">
      <dgm:prSet/>
      <dgm:spPr/>
      <dgm:t>
        <a:bodyPr/>
        <a:lstStyle/>
        <a:p>
          <a:pPr algn="ctr"/>
          <a:endParaRPr lang="en-GB" sz="1200" b="1"/>
        </a:p>
      </dgm:t>
    </dgm:pt>
    <dgm:pt modelId="{5DCEB281-AB23-4F59-B553-FC0BAB7BCE26}" type="parTrans" cxnId="{9B64D675-BFF7-45F9-B735-C092A4D810B1}">
      <dgm:prSet/>
      <dgm:spPr/>
      <dgm:t>
        <a:bodyPr/>
        <a:lstStyle/>
        <a:p>
          <a:pPr algn="ctr"/>
          <a:endParaRPr lang="en-GB" sz="1200" b="1"/>
        </a:p>
      </dgm:t>
    </dgm:pt>
    <dgm:pt modelId="{7B76DFAB-D268-4DEF-8B09-F4E78A758957}">
      <dgm:prSet phldrT="[Text]" custT="1"/>
      <dgm:spPr>
        <a:xfrm>
          <a:off x="4803501" y="1811326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★ Coordenador Clínico Regional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F515958B-1B70-4F57-9A43-734FE08DC1AD}" type="sibTrans" cxnId="{3C70BA8D-8F84-4BC4-9222-80C197BE5671}">
      <dgm:prSet/>
      <dgm:spPr/>
      <dgm:t>
        <a:bodyPr/>
        <a:lstStyle/>
        <a:p>
          <a:pPr algn="ctr"/>
          <a:endParaRPr lang="en-GB" sz="1200" b="1"/>
        </a:p>
      </dgm:t>
    </dgm:pt>
    <dgm:pt modelId="{54BAC620-3BA7-48BB-BC22-705D92CA73E9}" type="parTrans" cxnId="{3C70BA8D-8F84-4BC4-9222-80C197BE5671}">
      <dgm:prSet/>
      <dgm:spPr/>
      <dgm:t>
        <a:bodyPr/>
        <a:lstStyle/>
        <a:p>
          <a:pPr algn="ctr"/>
          <a:endParaRPr lang="en-GB" sz="1200" b="1"/>
        </a:p>
      </dgm:t>
    </dgm:pt>
    <dgm:pt modelId="{6F6D266D-D3DB-4621-95BA-9C9511C86DD0}">
      <dgm:prSet phldrT="[Text]" custT="1"/>
      <dgm:spPr>
        <a:xfrm>
          <a:off x="4803501" y="2253113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M&amp;A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BA19455F-1FE7-453C-9D4A-6ADAE66E751A}" type="sibTrans" cxnId="{C5D97A63-F594-4D9F-98CC-B788D2C51AE7}">
      <dgm:prSet/>
      <dgm:spPr/>
      <dgm:t>
        <a:bodyPr/>
        <a:lstStyle/>
        <a:p>
          <a:pPr algn="ctr"/>
          <a:endParaRPr lang="en-GB" sz="1200" b="1"/>
        </a:p>
      </dgm:t>
    </dgm:pt>
    <dgm:pt modelId="{0463ED8E-E629-4403-BBE6-8BD384E53672}" type="parTrans" cxnId="{C5D97A63-F594-4D9F-98CC-B788D2C51AE7}">
      <dgm:prSet/>
      <dgm:spPr/>
      <dgm:t>
        <a:bodyPr/>
        <a:lstStyle/>
        <a:p>
          <a:pPr algn="ctr"/>
          <a:endParaRPr lang="en-GB" sz="1200" b="1"/>
        </a:p>
      </dgm:t>
    </dgm:pt>
    <dgm:pt modelId="{F18E1114-5859-4660-B2B6-A0FB42C66E72}">
      <dgm:prSet phldrT="[Text]" custT="1"/>
      <dgm:spPr>
        <a:xfrm>
          <a:off x="6884077" y="0"/>
          <a:ext cx="2133923" cy="6031865"/>
        </a:xfrm>
        <a:prstGeom prst="roundRect">
          <a:avLst>
            <a:gd name="adj" fmla="val 10000"/>
          </a:avLst>
        </a:prstGeom>
        <a:solidFill>
          <a:srgbClr val="156082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pPr algn="ctr">
            <a:buNone/>
          </a:pPr>
          <a:r>
            <a:rPr lang="en-US" sz="2000" b="1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  <a:ea typeface="+mn-ea"/>
              <a:cs typeface="+mn-cs"/>
            </a:rPr>
            <a:t>KaMubukwana</a:t>
          </a:r>
          <a:endParaRPr lang="en-GB" sz="2000" b="1">
            <a:solidFill>
              <a:srgbClr val="0E2841">
                <a:lumMod val="90000"/>
                <a:lumOff val="10000"/>
              </a:srgbClr>
            </a:solidFill>
            <a:latin typeface="Aptos" panose="02110004020202020204"/>
            <a:ea typeface="+mn-ea"/>
            <a:cs typeface="+mn-cs"/>
          </a:endParaRPr>
        </a:p>
      </dgm:t>
    </dgm:pt>
    <dgm:pt modelId="{CC0FD076-E88D-41EB-8A20-E70E47F384DB}" type="parTrans" cxnId="{C7731B9E-2B9B-4211-A92F-AD71511533E2}">
      <dgm:prSet/>
      <dgm:spPr/>
      <dgm:t>
        <a:bodyPr/>
        <a:lstStyle/>
        <a:p>
          <a:pPr algn="ctr"/>
          <a:endParaRPr lang="en-GB" sz="1200" b="1"/>
        </a:p>
      </dgm:t>
    </dgm:pt>
    <dgm:pt modelId="{7399C248-5ED2-499C-8DDB-2C0470CF166C}" type="sibTrans" cxnId="{C7731B9E-2B9B-4211-A92F-AD71511533E2}">
      <dgm:prSet/>
      <dgm:spPr/>
      <dgm:t>
        <a:bodyPr/>
        <a:lstStyle/>
        <a:p>
          <a:pPr algn="ctr"/>
          <a:endParaRPr lang="en-GB" sz="1200" b="1"/>
        </a:p>
      </dgm:t>
    </dgm:pt>
    <dgm:pt modelId="{C5334C13-558E-4F10-8177-613C477D1BC6}">
      <dgm:prSet phldrT="[Text]" custT="1"/>
      <dgm:spPr>
        <a:xfrm>
          <a:off x="7097469" y="1811326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★ Coordenador Clínico Regional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505CBEBE-378F-47A3-BD38-F223131AE8BE}" type="parTrans" cxnId="{EB2649EB-0C79-4318-9659-FFFBE6B17FBB}">
      <dgm:prSet/>
      <dgm:spPr/>
      <dgm:t>
        <a:bodyPr/>
        <a:lstStyle/>
        <a:p>
          <a:pPr algn="ctr"/>
          <a:endParaRPr lang="en-GB" sz="1200" b="1"/>
        </a:p>
      </dgm:t>
    </dgm:pt>
    <dgm:pt modelId="{4FA8075B-190B-41A4-B413-D47B739B3843}" type="sibTrans" cxnId="{EB2649EB-0C79-4318-9659-FFFBE6B17FBB}">
      <dgm:prSet/>
      <dgm:spPr/>
      <dgm:t>
        <a:bodyPr/>
        <a:lstStyle/>
        <a:p>
          <a:pPr algn="ctr"/>
          <a:endParaRPr lang="en-GB" sz="1200" b="1"/>
        </a:p>
      </dgm:t>
    </dgm:pt>
    <dgm:pt modelId="{E1A4973F-E07D-42B5-B4BD-147D6A4D4EFA}">
      <dgm:prSet phldrT="[Text]" custT="1"/>
      <dgm:spPr>
        <a:xfrm>
          <a:off x="7097469" y="2253113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ctr">
            <a:buNone/>
          </a:pPr>
          <a:r>
            <a:rPr lang="en-GB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	</a:t>
          </a: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M&amp;A</a:t>
          </a:r>
          <a:r>
            <a:rPr lang="en-GB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	</a:t>
          </a:r>
        </a:p>
      </dgm:t>
    </dgm:pt>
    <dgm:pt modelId="{C90FB245-486D-459B-84C2-AE9BD8300CE4}" type="parTrans" cxnId="{931ABB35-98E6-4151-AFB8-7BD9A3858D34}">
      <dgm:prSet/>
      <dgm:spPr/>
      <dgm:t>
        <a:bodyPr/>
        <a:lstStyle/>
        <a:p>
          <a:pPr algn="ctr"/>
          <a:endParaRPr lang="en-GB" sz="1200" b="1"/>
        </a:p>
      </dgm:t>
    </dgm:pt>
    <dgm:pt modelId="{3C631F7A-1530-4F59-AE1B-8C99F1732FA6}" type="sibTrans" cxnId="{931ABB35-98E6-4151-AFB8-7BD9A3858D34}">
      <dgm:prSet/>
      <dgm:spPr/>
      <dgm:t>
        <a:bodyPr/>
        <a:lstStyle/>
        <a:p>
          <a:pPr algn="ctr"/>
          <a:endParaRPr lang="en-GB" sz="1200" b="1"/>
        </a:p>
      </dgm:t>
    </dgm:pt>
    <dgm:pt modelId="{3DACC24B-1BC6-462A-85C7-4779FE2CC137}">
      <dgm:prSet phldrT="[Text]" custT="1"/>
      <dgm:spPr>
        <a:xfrm>
          <a:off x="215566" y="2694900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pt-PT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Programa de C&amp;T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6F6A06F7-601B-4350-A855-0087BDA78BC1}" type="parTrans" cxnId="{79B9E5E1-9158-41C1-8F3F-B087EB13B743}">
      <dgm:prSet/>
      <dgm:spPr/>
      <dgm:t>
        <a:bodyPr/>
        <a:lstStyle/>
        <a:p>
          <a:endParaRPr lang="en-GB" sz="1200" b="1"/>
        </a:p>
      </dgm:t>
    </dgm:pt>
    <dgm:pt modelId="{3004F6B5-E765-4E04-BC20-62C71D5F4262}" type="sibTrans" cxnId="{79B9E5E1-9158-41C1-8F3F-B087EB13B743}">
      <dgm:prSet/>
      <dgm:spPr/>
      <dgm:t>
        <a:bodyPr/>
        <a:lstStyle/>
        <a:p>
          <a:endParaRPr lang="en-GB" sz="1200" b="1"/>
        </a:p>
      </dgm:t>
    </dgm:pt>
    <dgm:pt modelId="{8FB5F66D-BA81-41D1-AA9C-E11A63B84C4B}">
      <dgm:prSet phldrT="[Text]" custT="1"/>
      <dgm:spPr>
        <a:xfrm>
          <a:off x="2509534" y="2694900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pt-PT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Programa de C&amp;T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CF684478-B05E-4BAF-93B0-90552ECA6D29}" type="parTrans" cxnId="{F339789D-F5F1-4D66-901A-F654D6BEDCD5}">
      <dgm:prSet/>
      <dgm:spPr/>
      <dgm:t>
        <a:bodyPr/>
        <a:lstStyle/>
        <a:p>
          <a:endParaRPr lang="en-GB" sz="1200" b="1"/>
        </a:p>
      </dgm:t>
    </dgm:pt>
    <dgm:pt modelId="{27481771-C28C-4102-9129-51A579A09019}" type="sibTrans" cxnId="{F339789D-F5F1-4D66-901A-F654D6BEDCD5}">
      <dgm:prSet/>
      <dgm:spPr/>
      <dgm:t>
        <a:bodyPr/>
        <a:lstStyle/>
        <a:p>
          <a:endParaRPr lang="en-GB" sz="1200" b="1"/>
        </a:p>
      </dgm:t>
    </dgm:pt>
    <dgm:pt modelId="{ABC3F0BC-7474-4DC5-9DD1-6A51C75F754F}">
      <dgm:prSet phldrT="[Text]" custT="1"/>
      <dgm:spPr>
        <a:xfrm>
          <a:off x="4803501" y="2694900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pt-PT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Programa de C&amp;T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9805C344-7F7B-4A41-A6B5-790D02A7C3B6}" type="parTrans" cxnId="{DD2B80C5-48A3-46CF-9C9F-312FAE606712}">
      <dgm:prSet/>
      <dgm:spPr/>
      <dgm:t>
        <a:bodyPr/>
        <a:lstStyle/>
        <a:p>
          <a:endParaRPr lang="en-GB" sz="1200" b="1"/>
        </a:p>
      </dgm:t>
    </dgm:pt>
    <dgm:pt modelId="{C0FE9B7F-1619-44AD-ADD3-947B24F966A1}" type="sibTrans" cxnId="{DD2B80C5-48A3-46CF-9C9F-312FAE606712}">
      <dgm:prSet/>
      <dgm:spPr/>
      <dgm:t>
        <a:bodyPr/>
        <a:lstStyle/>
        <a:p>
          <a:endParaRPr lang="en-GB" sz="1200" b="1"/>
        </a:p>
      </dgm:t>
    </dgm:pt>
    <dgm:pt modelId="{ACD087D5-8560-401E-91CC-E8BBE1C92867}">
      <dgm:prSet phldrT="[Text]" custT="1"/>
      <dgm:spPr>
        <a:xfrm>
          <a:off x="7097469" y="2694900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pt-PT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Programa de C&amp;T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E6AC0C1A-7B3E-4A09-906D-3FFCD7E2C5E2}" type="parTrans" cxnId="{4514D8F2-FFFD-41DA-9368-EEF178572BFE}">
      <dgm:prSet/>
      <dgm:spPr/>
      <dgm:t>
        <a:bodyPr/>
        <a:lstStyle/>
        <a:p>
          <a:endParaRPr lang="en-GB" sz="1200" b="1"/>
        </a:p>
      </dgm:t>
    </dgm:pt>
    <dgm:pt modelId="{40259A2D-E3B0-4DD5-AD8B-1BCD13B658AA}" type="sibTrans" cxnId="{4514D8F2-FFFD-41DA-9368-EEF178572BFE}">
      <dgm:prSet/>
      <dgm:spPr/>
      <dgm:t>
        <a:bodyPr/>
        <a:lstStyle/>
        <a:p>
          <a:endParaRPr lang="en-GB" sz="1200" b="1"/>
        </a:p>
      </dgm:t>
    </dgm:pt>
    <dgm:pt modelId="{E0FB557C-6997-4903-A9A7-7BF0BFC18977}">
      <dgm:prSet phldrT="[Text]" custT="1"/>
      <dgm:spPr>
        <a:xfrm>
          <a:off x="7097469" y="3136687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SMI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4158C8FE-073F-4BC8-B674-18482ADCA139}" type="parTrans" cxnId="{B981D78F-D161-4DBF-9054-C61A50824F77}">
      <dgm:prSet/>
      <dgm:spPr/>
      <dgm:t>
        <a:bodyPr/>
        <a:lstStyle/>
        <a:p>
          <a:endParaRPr lang="en-GB" sz="1200" b="1"/>
        </a:p>
      </dgm:t>
    </dgm:pt>
    <dgm:pt modelId="{21BBBEF0-6B1C-4969-8774-3CE6CF04BBC0}" type="sibTrans" cxnId="{B981D78F-D161-4DBF-9054-C61A50824F77}">
      <dgm:prSet/>
      <dgm:spPr/>
      <dgm:t>
        <a:bodyPr/>
        <a:lstStyle/>
        <a:p>
          <a:endParaRPr lang="en-GB" sz="1200" b="1"/>
        </a:p>
      </dgm:t>
    </dgm:pt>
    <dgm:pt modelId="{F9E6E865-EA74-475C-B76B-C961A4795C68}">
      <dgm:prSet phldrT="[Text]" custT="1"/>
      <dgm:spPr>
        <a:xfrm>
          <a:off x="7097469" y="3578474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APSS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BCFFCAE4-6F30-4FBD-A922-4AC5A97352C8}" type="parTrans" cxnId="{9622A8A9-A94A-4EEB-8C35-B13EAF35DBFF}">
      <dgm:prSet/>
      <dgm:spPr/>
      <dgm:t>
        <a:bodyPr/>
        <a:lstStyle/>
        <a:p>
          <a:endParaRPr lang="en-GB" sz="1200" b="1"/>
        </a:p>
      </dgm:t>
    </dgm:pt>
    <dgm:pt modelId="{91588016-88B0-444F-84D4-65D1446C3467}" type="sibTrans" cxnId="{9622A8A9-A94A-4EEB-8C35-B13EAF35DBFF}">
      <dgm:prSet/>
      <dgm:spPr/>
      <dgm:t>
        <a:bodyPr/>
        <a:lstStyle/>
        <a:p>
          <a:endParaRPr lang="en-GB" sz="1200" b="1"/>
        </a:p>
      </dgm:t>
    </dgm:pt>
    <dgm:pt modelId="{E41CCB93-522F-4CCF-91F2-1B4147D25B62}">
      <dgm:prSet phldrT="[Text]" custT="1"/>
      <dgm:spPr>
        <a:xfrm>
          <a:off x="7097469" y="4020261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Prevenção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71B8E269-8074-49D5-AF22-B38B9CFDCEFB}" type="parTrans" cxnId="{AB5F994C-164A-4DEF-A277-A7B4BADA26F3}">
      <dgm:prSet/>
      <dgm:spPr/>
      <dgm:t>
        <a:bodyPr/>
        <a:lstStyle/>
        <a:p>
          <a:endParaRPr lang="en-GB" sz="1200" b="1"/>
        </a:p>
      </dgm:t>
    </dgm:pt>
    <dgm:pt modelId="{EBCE7E91-F763-4CBB-B371-913CC2E50D0C}" type="sibTrans" cxnId="{AB5F994C-164A-4DEF-A277-A7B4BADA26F3}">
      <dgm:prSet/>
      <dgm:spPr/>
      <dgm:t>
        <a:bodyPr/>
        <a:lstStyle/>
        <a:p>
          <a:endParaRPr lang="en-GB" sz="1200" b="1"/>
        </a:p>
      </dgm:t>
    </dgm:pt>
    <dgm:pt modelId="{2287BBE2-24E0-4A31-B5CC-FFC204FE538D}">
      <dgm:prSet phldrT="[Text]" custT="1"/>
      <dgm:spPr>
        <a:xfrm>
          <a:off x="7097469" y="4462048"/>
          <a:ext cx="1707138" cy="382882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TB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28D67248-EE0A-4919-9C2E-769477065F47}" type="parTrans" cxnId="{D011BE34-DC99-45D1-8F62-F9584A94F473}">
      <dgm:prSet/>
      <dgm:spPr/>
      <dgm:t>
        <a:bodyPr/>
        <a:lstStyle/>
        <a:p>
          <a:endParaRPr lang="en-GB" sz="1200" b="1"/>
        </a:p>
      </dgm:t>
    </dgm:pt>
    <dgm:pt modelId="{3A928FCA-4CF7-47C2-8EF1-D8EB7E93A1D8}" type="sibTrans" cxnId="{D011BE34-DC99-45D1-8F62-F9584A94F473}">
      <dgm:prSet/>
      <dgm:spPr/>
      <dgm:t>
        <a:bodyPr/>
        <a:lstStyle/>
        <a:p>
          <a:endParaRPr lang="en-GB" sz="1200" b="1"/>
        </a:p>
      </dgm:t>
    </dgm:pt>
    <dgm:pt modelId="{F42A5857-66A1-4832-92D3-759650D281EE}">
      <dgm:prSet phldrT="[Text]" custT="1"/>
      <dgm:spPr>
        <a:xfrm>
          <a:off x="7097469" y="4903835"/>
          <a:ext cx="1707138" cy="382882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Farmácia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0CD9EE8B-1E4C-4986-BEA7-17A9C2DF6176}" type="parTrans" cxnId="{A3CEDDD9-077B-48D5-A6F2-06C33A06B879}">
      <dgm:prSet/>
      <dgm:spPr/>
      <dgm:t>
        <a:bodyPr/>
        <a:lstStyle/>
        <a:p>
          <a:endParaRPr lang="en-GB" sz="1200" b="1"/>
        </a:p>
      </dgm:t>
    </dgm:pt>
    <dgm:pt modelId="{94E6A00E-EB1D-4CE0-96B3-FACDCF668317}" type="sibTrans" cxnId="{A3CEDDD9-077B-48D5-A6F2-06C33A06B879}">
      <dgm:prSet/>
      <dgm:spPr/>
      <dgm:t>
        <a:bodyPr/>
        <a:lstStyle/>
        <a:p>
          <a:endParaRPr lang="en-GB" sz="1200" b="1"/>
        </a:p>
      </dgm:t>
    </dgm:pt>
    <dgm:pt modelId="{6AC8BAEF-3265-4D95-B63E-B071C815BB3B}">
      <dgm:prSet phldrT="[Text]" custT="1"/>
      <dgm:spPr>
        <a:xfrm>
          <a:off x="7097469" y="5345622"/>
          <a:ext cx="1707138" cy="382882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Laboratório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AF3E0591-9F9D-463E-B1E0-12EA24E667DB}" type="parTrans" cxnId="{51A28526-51CB-4081-828E-F40D7DE503BD}">
      <dgm:prSet/>
      <dgm:spPr/>
      <dgm:t>
        <a:bodyPr/>
        <a:lstStyle/>
        <a:p>
          <a:endParaRPr lang="en-GB" sz="1200" b="1"/>
        </a:p>
      </dgm:t>
    </dgm:pt>
    <dgm:pt modelId="{99713D17-54C9-496B-A355-AA15DB033F1E}" type="sibTrans" cxnId="{51A28526-51CB-4081-828E-F40D7DE503BD}">
      <dgm:prSet/>
      <dgm:spPr/>
      <dgm:t>
        <a:bodyPr/>
        <a:lstStyle/>
        <a:p>
          <a:endParaRPr lang="en-GB" sz="1200" b="1"/>
        </a:p>
      </dgm:t>
    </dgm:pt>
    <dgm:pt modelId="{705D8E0A-A2CF-409A-A1CE-175D9EFE34DC}">
      <dgm:prSet phldrT="[Text]" custT="1"/>
      <dgm:spPr>
        <a:xfrm>
          <a:off x="4803501" y="3136687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SMI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77468F19-630E-4BD3-A6A0-B7F7C1BE1929}" type="parTrans" cxnId="{B4C0F2C3-1312-4392-84C8-344E3F7B4C0B}">
      <dgm:prSet/>
      <dgm:spPr/>
      <dgm:t>
        <a:bodyPr/>
        <a:lstStyle/>
        <a:p>
          <a:endParaRPr lang="en-GB" sz="1200" b="1"/>
        </a:p>
      </dgm:t>
    </dgm:pt>
    <dgm:pt modelId="{1E4FC927-0941-42AF-838F-57674C1FBB22}" type="sibTrans" cxnId="{B4C0F2C3-1312-4392-84C8-344E3F7B4C0B}">
      <dgm:prSet/>
      <dgm:spPr/>
      <dgm:t>
        <a:bodyPr/>
        <a:lstStyle/>
        <a:p>
          <a:endParaRPr lang="en-GB" sz="1200" b="1"/>
        </a:p>
      </dgm:t>
    </dgm:pt>
    <dgm:pt modelId="{E9FDF238-6E2F-467F-A41D-BDCD4622E2A5}">
      <dgm:prSet phldrT="[Text]" custT="1"/>
      <dgm:spPr>
        <a:xfrm>
          <a:off x="4803501" y="3578474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APSS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608E23DB-EB35-475F-B528-72CAA371F744}" type="parTrans" cxnId="{EEBF5C2A-D3FD-4310-89C1-66289F384B6C}">
      <dgm:prSet/>
      <dgm:spPr/>
      <dgm:t>
        <a:bodyPr/>
        <a:lstStyle/>
        <a:p>
          <a:endParaRPr lang="en-GB" sz="1200" b="1"/>
        </a:p>
      </dgm:t>
    </dgm:pt>
    <dgm:pt modelId="{0A393A57-0A54-458A-93EF-960C4C033E4B}" type="sibTrans" cxnId="{EEBF5C2A-D3FD-4310-89C1-66289F384B6C}">
      <dgm:prSet/>
      <dgm:spPr/>
      <dgm:t>
        <a:bodyPr/>
        <a:lstStyle/>
        <a:p>
          <a:endParaRPr lang="en-GB" sz="1200" b="1"/>
        </a:p>
      </dgm:t>
    </dgm:pt>
    <dgm:pt modelId="{FBC104FC-EE9A-45C5-BF56-B9EDF179BBA5}">
      <dgm:prSet phldrT="[Text]" custT="1"/>
      <dgm:spPr>
        <a:xfrm>
          <a:off x="4803501" y="4020261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Prevenção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D8EF731A-F0B4-42B7-BE91-FE9D92BC7391}" type="parTrans" cxnId="{D1E9F96C-1B37-4DAB-945C-5285EA6BD66E}">
      <dgm:prSet/>
      <dgm:spPr/>
      <dgm:t>
        <a:bodyPr/>
        <a:lstStyle/>
        <a:p>
          <a:endParaRPr lang="en-GB" sz="1200" b="1"/>
        </a:p>
      </dgm:t>
    </dgm:pt>
    <dgm:pt modelId="{1E35AB97-9A3A-4D46-BFD8-A3DBB493AF9B}" type="sibTrans" cxnId="{D1E9F96C-1B37-4DAB-945C-5285EA6BD66E}">
      <dgm:prSet/>
      <dgm:spPr/>
      <dgm:t>
        <a:bodyPr/>
        <a:lstStyle/>
        <a:p>
          <a:endParaRPr lang="en-GB" sz="1200" b="1"/>
        </a:p>
      </dgm:t>
    </dgm:pt>
    <dgm:pt modelId="{C9776C4E-85F4-4679-821D-16E3DBF59827}">
      <dgm:prSet phldrT="[Text]" custT="1"/>
      <dgm:spPr>
        <a:xfrm>
          <a:off x="4803501" y="4462048"/>
          <a:ext cx="1707138" cy="382882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TB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78A81065-6508-4EC4-9B0E-1108D5F6729C}" type="parTrans" cxnId="{5F95C8CB-E074-44F9-9F39-FAAFDF031A4C}">
      <dgm:prSet/>
      <dgm:spPr/>
      <dgm:t>
        <a:bodyPr/>
        <a:lstStyle/>
        <a:p>
          <a:endParaRPr lang="en-GB" sz="1200" b="1"/>
        </a:p>
      </dgm:t>
    </dgm:pt>
    <dgm:pt modelId="{1E70B10A-18FD-48D2-927A-2DF9EE019F21}" type="sibTrans" cxnId="{5F95C8CB-E074-44F9-9F39-FAAFDF031A4C}">
      <dgm:prSet/>
      <dgm:spPr/>
      <dgm:t>
        <a:bodyPr/>
        <a:lstStyle/>
        <a:p>
          <a:endParaRPr lang="en-GB" sz="1200" b="1"/>
        </a:p>
      </dgm:t>
    </dgm:pt>
    <dgm:pt modelId="{74AD8128-C382-49D5-B45E-CA96F12B833D}">
      <dgm:prSet phldrT="[Text]" custT="1"/>
      <dgm:spPr>
        <a:xfrm>
          <a:off x="4803501" y="4903835"/>
          <a:ext cx="1707138" cy="382882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Farmácia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A483CD00-D4AC-4FE7-B4D9-E51FE9D12E6A}" type="parTrans" cxnId="{57B6D39F-3D56-4021-A9E0-AD95A73200C3}">
      <dgm:prSet/>
      <dgm:spPr/>
      <dgm:t>
        <a:bodyPr/>
        <a:lstStyle/>
        <a:p>
          <a:endParaRPr lang="en-GB" sz="1200" b="1"/>
        </a:p>
      </dgm:t>
    </dgm:pt>
    <dgm:pt modelId="{FF792475-7D92-4AC2-B429-01DD36D70121}" type="sibTrans" cxnId="{57B6D39F-3D56-4021-A9E0-AD95A73200C3}">
      <dgm:prSet/>
      <dgm:spPr/>
      <dgm:t>
        <a:bodyPr/>
        <a:lstStyle/>
        <a:p>
          <a:endParaRPr lang="en-GB" sz="1200" b="1"/>
        </a:p>
      </dgm:t>
    </dgm:pt>
    <dgm:pt modelId="{226A6AD1-4AFC-4A8E-86EE-1CCEBA09633A}">
      <dgm:prSet phldrT="[Text]" custT="1"/>
      <dgm:spPr>
        <a:xfrm>
          <a:off x="4803501" y="5345622"/>
          <a:ext cx="1707138" cy="382882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Laboratório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7B0D8F35-1785-4CAE-8D25-DA0F24EF235D}" type="parTrans" cxnId="{80A45242-FCE7-4F15-BAD6-D3E97810564B}">
      <dgm:prSet/>
      <dgm:spPr/>
      <dgm:t>
        <a:bodyPr/>
        <a:lstStyle/>
        <a:p>
          <a:endParaRPr lang="en-GB" sz="1200" b="1"/>
        </a:p>
      </dgm:t>
    </dgm:pt>
    <dgm:pt modelId="{6E8D00C7-10D3-471B-8FD6-1B6CA5B23537}" type="sibTrans" cxnId="{80A45242-FCE7-4F15-BAD6-D3E97810564B}">
      <dgm:prSet/>
      <dgm:spPr/>
      <dgm:t>
        <a:bodyPr/>
        <a:lstStyle/>
        <a:p>
          <a:endParaRPr lang="en-GB" sz="1200" b="1"/>
        </a:p>
      </dgm:t>
    </dgm:pt>
    <dgm:pt modelId="{EEE5AF52-F9DF-463D-BC04-CDD4632FA9F0}">
      <dgm:prSet phldrT="[Text]" custT="1"/>
      <dgm:spPr>
        <a:xfrm>
          <a:off x="2509534" y="3136687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SMI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2BF076FE-6F30-4E91-8BFE-3B7983F4F516}" type="parTrans" cxnId="{747F277B-7972-4A0C-A7C5-8FC5BF40C71A}">
      <dgm:prSet/>
      <dgm:spPr/>
      <dgm:t>
        <a:bodyPr/>
        <a:lstStyle/>
        <a:p>
          <a:endParaRPr lang="en-GB" sz="1200" b="1"/>
        </a:p>
      </dgm:t>
    </dgm:pt>
    <dgm:pt modelId="{1F0F42AA-2E3F-4EEE-BF0B-5EED79BE2ED8}" type="sibTrans" cxnId="{747F277B-7972-4A0C-A7C5-8FC5BF40C71A}">
      <dgm:prSet/>
      <dgm:spPr/>
      <dgm:t>
        <a:bodyPr/>
        <a:lstStyle/>
        <a:p>
          <a:endParaRPr lang="en-GB" sz="1200" b="1"/>
        </a:p>
      </dgm:t>
    </dgm:pt>
    <dgm:pt modelId="{E03F32EE-2AE7-4796-ACBD-EF440FEDBA54}">
      <dgm:prSet phldrT="[Text]" custT="1"/>
      <dgm:spPr>
        <a:xfrm>
          <a:off x="2509534" y="3578474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APSS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4598DE62-A3F0-44C7-AB15-3D96C00F3944}" type="parTrans" cxnId="{5C006F08-7B9C-4F3E-8D4E-EE16463C21CB}">
      <dgm:prSet/>
      <dgm:spPr/>
      <dgm:t>
        <a:bodyPr/>
        <a:lstStyle/>
        <a:p>
          <a:endParaRPr lang="en-GB" sz="1200" b="1"/>
        </a:p>
      </dgm:t>
    </dgm:pt>
    <dgm:pt modelId="{18555144-B584-426D-8941-48AE54BFE2D3}" type="sibTrans" cxnId="{5C006F08-7B9C-4F3E-8D4E-EE16463C21CB}">
      <dgm:prSet/>
      <dgm:spPr/>
      <dgm:t>
        <a:bodyPr/>
        <a:lstStyle/>
        <a:p>
          <a:endParaRPr lang="en-GB" sz="1200" b="1"/>
        </a:p>
      </dgm:t>
    </dgm:pt>
    <dgm:pt modelId="{21C17C3E-CD94-4675-92DF-B2FE228771B8}">
      <dgm:prSet phldrT="[Text]" custT="1"/>
      <dgm:spPr>
        <a:xfrm>
          <a:off x="2509534" y="4020261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Prevenção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B47F00BA-AF72-4CD8-A9B0-39D399142676}" type="parTrans" cxnId="{AFCA09D3-AE1A-48E6-9959-24337E4EAA3D}">
      <dgm:prSet/>
      <dgm:spPr/>
      <dgm:t>
        <a:bodyPr/>
        <a:lstStyle/>
        <a:p>
          <a:endParaRPr lang="en-GB" sz="1200" b="1"/>
        </a:p>
      </dgm:t>
    </dgm:pt>
    <dgm:pt modelId="{0AC06C82-5DF7-42A2-A3C3-98257992EF42}" type="sibTrans" cxnId="{AFCA09D3-AE1A-48E6-9959-24337E4EAA3D}">
      <dgm:prSet/>
      <dgm:spPr/>
      <dgm:t>
        <a:bodyPr/>
        <a:lstStyle/>
        <a:p>
          <a:endParaRPr lang="en-GB" sz="1200" b="1"/>
        </a:p>
      </dgm:t>
    </dgm:pt>
    <dgm:pt modelId="{78A60D93-BB17-40A6-AC99-4BDEF585E6CD}">
      <dgm:prSet phldrT="[Text]" custT="1"/>
      <dgm:spPr>
        <a:xfrm>
          <a:off x="2509534" y="4462048"/>
          <a:ext cx="1707138" cy="382882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TB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B9BB7FCD-1001-44A8-A120-C48BE613A02E}" type="parTrans" cxnId="{A42EA058-6A9C-4A69-9B4A-35FA9DCC5D5B}">
      <dgm:prSet/>
      <dgm:spPr/>
      <dgm:t>
        <a:bodyPr/>
        <a:lstStyle/>
        <a:p>
          <a:endParaRPr lang="en-GB" sz="1200" b="1"/>
        </a:p>
      </dgm:t>
    </dgm:pt>
    <dgm:pt modelId="{54342492-E340-4E85-886E-5B0DB9E16823}" type="sibTrans" cxnId="{A42EA058-6A9C-4A69-9B4A-35FA9DCC5D5B}">
      <dgm:prSet/>
      <dgm:spPr/>
      <dgm:t>
        <a:bodyPr/>
        <a:lstStyle/>
        <a:p>
          <a:endParaRPr lang="en-GB" sz="1200" b="1"/>
        </a:p>
      </dgm:t>
    </dgm:pt>
    <dgm:pt modelId="{F7E89925-ADD2-4024-BE5C-3F9DFAAF3F4E}">
      <dgm:prSet phldrT="[Text]" custT="1"/>
      <dgm:spPr>
        <a:xfrm>
          <a:off x="2509534" y="4903835"/>
          <a:ext cx="1707138" cy="382882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Farmácia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E251AD11-9E50-4D91-980F-66344D5EB3DD}" type="parTrans" cxnId="{731A4EB2-AF79-41F6-8A1D-FD9EDDA5C063}">
      <dgm:prSet/>
      <dgm:spPr/>
      <dgm:t>
        <a:bodyPr/>
        <a:lstStyle/>
        <a:p>
          <a:endParaRPr lang="en-GB" sz="1200" b="1"/>
        </a:p>
      </dgm:t>
    </dgm:pt>
    <dgm:pt modelId="{690B1B29-58AA-4D9A-9A22-67E4F592F93C}" type="sibTrans" cxnId="{731A4EB2-AF79-41F6-8A1D-FD9EDDA5C063}">
      <dgm:prSet/>
      <dgm:spPr/>
      <dgm:t>
        <a:bodyPr/>
        <a:lstStyle/>
        <a:p>
          <a:endParaRPr lang="en-GB" sz="1200" b="1"/>
        </a:p>
      </dgm:t>
    </dgm:pt>
    <dgm:pt modelId="{14751D9B-9265-471E-A00E-4BDA6201BC94}">
      <dgm:prSet phldrT="[Text]" custT="1"/>
      <dgm:spPr>
        <a:xfrm>
          <a:off x="2509534" y="5345622"/>
          <a:ext cx="1707138" cy="382882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Laboratório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76E4ECCB-F4D0-4A94-8566-90FFF84B1B6F}" type="parTrans" cxnId="{B47A52F7-6C63-4A1B-ABE4-0BDB069813BE}">
      <dgm:prSet/>
      <dgm:spPr/>
      <dgm:t>
        <a:bodyPr/>
        <a:lstStyle/>
        <a:p>
          <a:endParaRPr lang="en-GB" sz="1200" b="1"/>
        </a:p>
      </dgm:t>
    </dgm:pt>
    <dgm:pt modelId="{A46AF6B7-8AB0-4C52-8A60-9CEAC8602E29}" type="sibTrans" cxnId="{B47A52F7-6C63-4A1B-ABE4-0BDB069813BE}">
      <dgm:prSet/>
      <dgm:spPr/>
      <dgm:t>
        <a:bodyPr/>
        <a:lstStyle/>
        <a:p>
          <a:endParaRPr lang="en-GB" sz="1200" b="1"/>
        </a:p>
      </dgm:t>
    </dgm:pt>
    <dgm:pt modelId="{9FB946E0-38E1-4E3F-92F4-824D00E2DAEB}">
      <dgm:prSet phldrT="[Text]" custT="1"/>
      <dgm:spPr>
        <a:xfrm>
          <a:off x="215566" y="3136687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SMI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2152B49F-B065-49F7-8CFA-FD2A63D79CD6}" type="parTrans" cxnId="{768088D9-4A8D-4AD1-9A47-32008775CCA7}">
      <dgm:prSet/>
      <dgm:spPr/>
      <dgm:t>
        <a:bodyPr/>
        <a:lstStyle/>
        <a:p>
          <a:endParaRPr lang="en-GB" sz="1200" b="1"/>
        </a:p>
      </dgm:t>
    </dgm:pt>
    <dgm:pt modelId="{21B7DC92-E07D-4512-A822-B1B79491CF6C}" type="sibTrans" cxnId="{768088D9-4A8D-4AD1-9A47-32008775CCA7}">
      <dgm:prSet/>
      <dgm:spPr/>
      <dgm:t>
        <a:bodyPr/>
        <a:lstStyle/>
        <a:p>
          <a:endParaRPr lang="en-GB" sz="1200" b="1"/>
        </a:p>
      </dgm:t>
    </dgm:pt>
    <dgm:pt modelId="{9DA9AF62-1DF1-4605-B791-143129933F72}">
      <dgm:prSet phldrT="[Text]" custT="1"/>
      <dgm:spPr>
        <a:xfrm>
          <a:off x="215566" y="3578474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APSS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842373C3-B59D-4A99-BA76-AA47ED4DE1D8}" type="parTrans" cxnId="{98C462BD-8092-4FA6-96A1-A75EE82E58EA}">
      <dgm:prSet/>
      <dgm:spPr/>
      <dgm:t>
        <a:bodyPr/>
        <a:lstStyle/>
        <a:p>
          <a:endParaRPr lang="en-GB" sz="1200" b="1"/>
        </a:p>
      </dgm:t>
    </dgm:pt>
    <dgm:pt modelId="{43289617-ECD5-486E-BA3F-ADFCDF88E6B2}" type="sibTrans" cxnId="{98C462BD-8092-4FA6-96A1-A75EE82E58EA}">
      <dgm:prSet/>
      <dgm:spPr/>
      <dgm:t>
        <a:bodyPr/>
        <a:lstStyle/>
        <a:p>
          <a:endParaRPr lang="en-GB" sz="1200" b="1"/>
        </a:p>
      </dgm:t>
    </dgm:pt>
    <dgm:pt modelId="{81D7524E-2488-4B5A-9901-8D08C839D5C4}">
      <dgm:prSet phldrT="[Text]" custT="1"/>
      <dgm:spPr>
        <a:xfrm>
          <a:off x="215566" y="4020261"/>
          <a:ext cx="1707138" cy="382882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Prevenção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3D3E9A96-9F3B-41E1-AB0A-CBAF26350612}" type="parTrans" cxnId="{B73FEB24-A172-4BD3-BC0E-04CC90617900}">
      <dgm:prSet/>
      <dgm:spPr/>
      <dgm:t>
        <a:bodyPr/>
        <a:lstStyle/>
        <a:p>
          <a:endParaRPr lang="en-GB" sz="1200" b="1"/>
        </a:p>
      </dgm:t>
    </dgm:pt>
    <dgm:pt modelId="{D8B6D240-9E9B-40BA-A2FC-3C1FC6415814}" type="sibTrans" cxnId="{B73FEB24-A172-4BD3-BC0E-04CC90617900}">
      <dgm:prSet/>
      <dgm:spPr/>
      <dgm:t>
        <a:bodyPr/>
        <a:lstStyle/>
        <a:p>
          <a:endParaRPr lang="en-GB" sz="1200" b="1"/>
        </a:p>
      </dgm:t>
    </dgm:pt>
    <dgm:pt modelId="{B0E90B7B-6A4E-47A6-BCC4-98CD6C5CA063}">
      <dgm:prSet phldrT="[Text]" custT="1"/>
      <dgm:spPr>
        <a:xfrm>
          <a:off x="215566" y="4462048"/>
          <a:ext cx="1707138" cy="382882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TB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17445D7B-E458-4BB1-B827-6C0947BE3ECB}" type="parTrans" cxnId="{D4B164F2-38EB-4E92-8124-C5E782595219}">
      <dgm:prSet/>
      <dgm:spPr/>
      <dgm:t>
        <a:bodyPr/>
        <a:lstStyle/>
        <a:p>
          <a:endParaRPr lang="en-GB" sz="1200" b="1"/>
        </a:p>
      </dgm:t>
    </dgm:pt>
    <dgm:pt modelId="{6D227E78-BC08-4CAD-9AA3-ADF9FC34CC52}" type="sibTrans" cxnId="{D4B164F2-38EB-4E92-8124-C5E782595219}">
      <dgm:prSet/>
      <dgm:spPr/>
      <dgm:t>
        <a:bodyPr/>
        <a:lstStyle/>
        <a:p>
          <a:endParaRPr lang="en-GB" sz="1200" b="1"/>
        </a:p>
      </dgm:t>
    </dgm:pt>
    <dgm:pt modelId="{E771984D-E6BC-4E5B-B3F3-6F6224C12313}">
      <dgm:prSet phldrT="[Text]" custT="1"/>
      <dgm:spPr>
        <a:xfrm>
          <a:off x="215566" y="4903835"/>
          <a:ext cx="1707138" cy="382882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Farmácia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31466C80-2DB3-4CA2-8123-73076949B218}" type="parTrans" cxnId="{43E00CDC-E313-433D-8569-D6F851F037B8}">
      <dgm:prSet/>
      <dgm:spPr/>
      <dgm:t>
        <a:bodyPr/>
        <a:lstStyle/>
        <a:p>
          <a:endParaRPr lang="en-GB" sz="1200" b="1"/>
        </a:p>
      </dgm:t>
    </dgm:pt>
    <dgm:pt modelId="{36C3B746-59F0-4E1E-AF34-DC0BE29C2957}" type="sibTrans" cxnId="{43E00CDC-E313-433D-8569-D6F851F037B8}">
      <dgm:prSet/>
      <dgm:spPr/>
      <dgm:t>
        <a:bodyPr/>
        <a:lstStyle/>
        <a:p>
          <a:endParaRPr lang="en-GB" sz="1200" b="1"/>
        </a:p>
      </dgm:t>
    </dgm:pt>
    <dgm:pt modelId="{09DAA390-F405-4824-A466-2227110A2FA5}">
      <dgm:prSet phldrT="[Text]" custT="1"/>
      <dgm:spPr>
        <a:xfrm>
          <a:off x="215566" y="5345622"/>
          <a:ext cx="1707138" cy="382882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b="1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Laboratório</a:t>
          </a:r>
          <a:endParaRPr lang="en-GB" sz="1200" b="1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gm:t>
    </dgm:pt>
    <dgm:pt modelId="{18FE6CB0-A177-4A55-B11B-DA4D75F222A3}" type="parTrans" cxnId="{D40DFBD1-7B17-4219-9BFC-726A53B6AF47}">
      <dgm:prSet/>
      <dgm:spPr/>
      <dgm:t>
        <a:bodyPr/>
        <a:lstStyle/>
        <a:p>
          <a:endParaRPr lang="en-GB" sz="1200" b="1"/>
        </a:p>
      </dgm:t>
    </dgm:pt>
    <dgm:pt modelId="{8BE99AEF-542D-4D4B-86F0-34704AA162D2}" type="sibTrans" cxnId="{D40DFBD1-7B17-4219-9BFC-726A53B6AF47}">
      <dgm:prSet/>
      <dgm:spPr/>
      <dgm:t>
        <a:bodyPr/>
        <a:lstStyle/>
        <a:p>
          <a:endParaRPr lang="en-GB" sz="1200" b="1"/>
        </a:p>
      </dgm:t>
    </dgm:pt>
    <dgm:pt modelId="{01BD86E5-D82B-4439-8D9E-A2F8F3419681}" type="pres">
      <dgm:prSet presAssocID="{CE6DD766-2323-4D2B-AFC7-ACFB045A9BA9}" presName="theList" presStyleCnt="0">
        <dgm:presLayoutVars>
          <dgm:dir/>
          <dgm:animLvl val="lvl"/>
          <dgm:resizeHandles val="exact"/>
        </dgm:presLayoutVars>
      </dgm:prSet>
      <dgm:spPr/>
    </dgm:pt>
    <dgm:pt modelId="{2030007F-A341-49A8-87F7-ED7FEB73361F}" type="pres">
      <dgm:prSet presAssocID="{D664A4C6-117F-4638-BBCF-9E1CF6D6ED4A}" presName="compNode" presStyleCnt="0"/>
      <dgm:spPr/>
    </dgm:pt>
    <dgm:pt modelId="{BF380411-FFFB-426F-8D62-AA870E95962E}" type="pres">
      <dgm:prSet presAssocID="{D664A4C6-117F-4638-BBCF-9E1CF6D6ED4A}" presName="aNode" presStyleLbl="bgShp" presStyleIdx="0" presStyleCnt="4" custLinFactNeighborX="-11308" custLinFactNeighborY="6848"/>
      <dgm:spPr/>
    </dgm:pt>
    <dgm:pt modelId="{030AA742-C29F-47D0-8522-3D866C9986CF}" type="pres">
      <dgm:prSet presAssocID="{D664A4C6-117F-4638-BBCF-9E1CF6D6ED4A}" presName="textNode" presStyleLbl="bgShp" presStyleIdx="0" presStyleCnt="4"/>
      <dgm:spPr/>
    </dgm:pt>
    <dgm:pt modelId="{B9926B00-B15C-40AB-9882-6075726205FE}" type="pres">
      <dgm:prSet presAssocID="{D664A4C6-117F-4638-BBCF-9E1CF6D6ED4A}" presName="compChildNode" presStyleCnt="0"/>
      <dgm:spPr/>
    </dgm:pt>
    <dgm:pt modelId="{2725F98D-421A-4E90-8F6A-93B9433AA81E}" type="pres">
      <dgm:prSet presAssocID="{D664A4C6-117F-4638-BBCF-9E1CF6D6ED4A}" presName="theInnerList" presStyleCnt="0"/>
      <dgm:spPr/>
    </dgm:pt>
    <dgm:pt modelId="{77DB648F-AFC5-4AE3-9D9C-4D6B10CAE9F6}" type="pres">
      <dgm:prSet presAssocID="{7CFF3234-CFFA-42AC-AE0B-71B88C4AA39F}" presName="childNode" presStyleLbl="node1" presStyleIdx="0" presStyleCnt="36">
        <dgm:presLayoutVars>
          <dgm:bulletEnabled val="1"/>
        </dgm:presLayoutVars>
      </dgm:prSet>
      <dgm:spPr/>
    </dgm:pt>
    <dgm:pt modelId="{9C68BEA6-E14A-4B1B-B92C-E82F5B65F040}" type="pres">
      <dgm:prSet presAssocID="{7CFF3234-CFFA-42AC-AE0B-71B88C4AA39F}" presName="aSpace2" presStyleCnt="0"/>
      <dgm:spPr/>
    </dgm:pt>
    <dgm:pt modelId="{C4505AA4-18FD-4EA4-B467-54725568BC5A}" type="pres">
      <dgm:prSet presAssocID="{5C8BF944-D1D5-4D6E-B08B-CCB35318908E}" presName="childNode" presStyleLbl="node1" presStyleIdx="1" presStyleCnt="36">
        <dgm:presLayoutVars>
          <dgm:bulletEnabled val="1"/>
        </dgm:presLayoutVars>
      </dgm:prSet>
      <dgm:spPr/>
    </dgm:pt>
    <dgm:pt modelId="{CB223157-2037-4DC6-9740-B69D44A5AD37}" type="pres">
      <dgm:prSet presAssocID="{5C8BF944-D1D5-4D6E-B08B-CCB35318908E}" presName="aSpace2" presStyleCnt="0"/>
      <dgm:spPr/>
    </dgm:pt>
    <dgm:pt modelId="{688EC26E-96E7-430C-8BA5-D77E569D2CEB}" type="pres">
      <dgm:prSet presAssocID="{3DACC24B-1BC6-462A-85C7-4779FE2CC137}" presName="childNode" presStyleLbl="node1" presStyleIdx="2" presStyleCnt="36">
        <dgm:presLayoutVars>
          <dgm:bulletEnabled val="1"/>
        </dgm:presLayoutVars>
      </dgm:prSet>
      <dgm:spPr/>
    </dgm:pt>
    <dgm:pt modelId="{D8A46FFA-E066-4DE2-8A7E-1D15959C9C1D}" type="pres">
      <dgm:prSet presAssocID="{3DACC24B-1BC6-462A-85C7-4779FE2CC137}" presName="aSpace2" presStyleCnt="0"/>
      <dgm:spPr/>
    </dgm:pt>
    <dgm:pt modelId="{57E07074-E47C-4C59-AF38-9EFA1EC85473}" type="pres">
      <dgm:prSet presAssocID="{9FB946E0-38E1-4E3F-92F4-824D00E2DAEB}" presName="childNode" presStyleLbl="node1" presStyleIdx="3" presStyleCnt="36">
        <dgm:presLayoutVars>
          <dgm:bulletEnabled val="1"/>
        </dgm:presLayoutVars>
      </dgm:prSet>
      <dgm:spPr/>
    </dgm:pt>
    <dgm:pt modelId="{36976957-2EAE-4985-9FF5-4BE211EA6481}" type="pres">
      <dgm:prSet presAssocID="{9FB946E0-38E1-4E3F-92F4-824D00E2DAEB}" presName="aSpace2" presStyleCnt="0"/>
      <dgm:spPr/>
    </dgm:pt>
    <dgm:pt modelId="{AC32AB39-AB5F-42E0-925B-A723F89D8699}" type="pres">
      <dgm:prSet presAssocID="{9DA9AF62-1DF1-4605-B791-143129933F72}" presName="childNode" presStyleLbl="node1" presStyleIdx="4" presStyleCnt="36">
        <dgm:presLayoutVars>
          <dgm:bulletEnabled val="1"/>
        </dgm:presLayoutVars>
      </dgm:prSet>
      <dgm:spPr/>
    </dgm:pt>
    <dgm:pt modelId="{60DA33D5-FFF2-4767-A92B-254F81C5B936}" type="pres">
      <dgm:prSet presAssocID="{9DA9AF62-1DF1-4605-B791-143129933F72}" presName="aSpace2" presStyleCnt="0"/>
      <dgm:spPr/>
    </dgm:pt>
    <dgm:pt modelId="{9A762110-8232-4F59-99F7-B1D6BE9AEF59}" type="pres">
      <dgm:prSet presAssocID="{81D7524E-2488-4B5A-9901-8D08C839D5C4}" presName="childNode" presStyleLbl="node1" presStyleIdx="5" presStyleCnt="36">
        <dgm:presLayoutVars>
          <dgm:bulletEnabled val="1"/>
        </dgm:presLayoutVars>
      </dgm:prSet>
      <dgm:spPr/>
    </dgm:pt>
    <dgm:pt modelId="{877960F6-F3E2-44A4-B090-F844176CE8C7}" type="pres">
      <dgm:prSet presAssocID="{81D7524E-2488-4B5A-9901-8D08C839D5C4}" presName="aSpace2" presStyleCnt="0"/>
      <dgm:spPr/>
    </dgm:pt>
    <dgm:pt modelId="{8F7555B2-ADE3-4038-B933-91C865DE6D43}" type="pres">
      <dgm:prSet presAssocID="{B0E90B7B-6A4E-47A6-BCC4-98CD6C5CA063}" presName="childNode" presStyleLbl="node1" presStyleIdx="6" presStyleCnt="36">
        <dgm:presLayoutVars>
          <dgm:bulletEnabled val="1"/>
        </dgm:presLayoutVars>
      </dgm:prSet>
      <dgm:spPr/>
    </dgm:pt>
    <dgm:pt modelId="{BB8774A6-B849-4C53-9C0D-381959D8ACC8}" type="pres">
      <dgm:prSet presAssocID="{B0E90B7B-6A4E-47A6-BCC4-98CD6C5CA063}" presName="aSpace2" presStyleCnt="0"/>
      <dgm:spPr/>
    </dgm:pt>
    <dgm:pt modelId="{785CA1BF-C656-4B16-8BAD-0606CFAF78FE}" type="pres">
      <dgm:prSet presAssocID="{E771984D-E6BC-4E5B-B3F3-6F6224C12313}" presName="childNode" presStyleLbl="node1" presStyleIdx="7" presStyleCnt="36">
        <dgm:presLayoutVars>
          <dgm:bulletEnabled val="1"/>
        </dgm:presLayoutVars>
      </dgm:prSet>
      <dgm:spPr/>
    </dgm:pt>
    <dgm:pt modelId="{4735FDE8-6AC4-4A2E-84AB-DFAA8D6AFCA4}" type="pres">
      <dgm:prSet presAssocID="{E771984D-E6BC-4E5B-B3F3-6F6224C12313}" presName="aSpace2" presStyleCnt="0"/>
      <dgm:spPr/>
    </dgm:pt>
    <dgm:pt modelId="{91607DB8-EC08-4A7E-B090-08B4C6C798DC}" type="pres">
      <dgm:prSet presAssocID="{09DAA390-F405-4824-A466-2227110A2FA5}" presName="childNode" presStyleLbl="node1" presStyleIdx="8" presStyleCnt="36">
        <dgm:presLayoutVars>
          <dgm:bulletEnabled val="1"/>
        </dgm:presLayoutVars>
      </dgm:prSet>
      <dgm:spPr/>
    </dgm:pt>
    <dgm:pt modelId="{790EC15B-2780-4913-9E57-267E213DAC02}" type="pres">
      <dgm:prSet presAssocID="{D664A4C6-117F-4638-BBCF-9E1CF6D6ED4A}" presName="aSpace" presStyleCnt="0"/>
      <dgm:spPr/>
    </dgm:pt>
    <dgm:pt modelId="{0298BD1B-F1A0-4000-854A-4D3725127443}" type="pres">
      <dgm:prSet presAssocID="{0B8FB480-3B88-44B8-90D1-39EB2E62C82E}" presName="compNode" presStyleCnt="0"/>
      <dgm:spPr/>
    </dgm:pt>
    <dgm:pt modelId="{D32827CC-A515-4492-8EEF-5C5D8605A875}" type="pres">
      <dgm:prSet presAssocID="{0B8FB480-3B88-44B8-90D1-39EB2E62C82E}" presName="aNode" presStyleLbl="bgShp" presStyleIdx="1" presStyleCnt="4"/>
      <dgm:spPr/>
    </dgm:pt>
    <dgm:pt modelId="{EBCCC89B-2BD1-4233-84AD-E181768E14A9}" type="pres">
      <dgm:prSet presAssocID="{0B8FB480-3B88-44B8-90D1-39EB2E62C82E}" presName="textNode" presStyleLbl="bgShp" presStyleIdx="1" presStyleCnt="4"/>
      <dgm:spPr/>
    </dgm:pt>
    <dgm:pt modelId="{61CCF332-AB01-48C6-AE2C-623537190F16}" type="pres">
      <dgm:prSet presAssocID="{0B8FB480-3B88-44B8-90D1-39EB2E62C82E}" presName="compChildNode" presStyleCnt="0"/>
      <dgm:spPr/>
    </dgm:pt>
    <dgm:pt modelId="{B7074629-629E-48C0-8138-21F4E3941756}" type="pres">
      <dgm:prSet presAssocID="{0B8FB480-3B88-44B8-90D1-39EB2E62C82E}" presName="theInnerList" presStyleCnt="0"/>
      <dgm:spPr/>
    </dgm:pt>
    <dgm:pt modelId="{CA068D27-1456-4393-9B04-336F857DD2FB}" type="pres">
      <dgm:prSet presAssocID="{360E4B01-96B9-42E0-B83F-E8D367E91B33}" presName="childNode" presStyleLbl="node1" presStyleIdx="9" presStyleCnt="36">
        <dgm:presLayoutVars>
          <dgm:bulletEnabled val="1"/>
        </dgm:presLayoutVars>
      </dgm:prSet>
      <dgm:spPr/>
    </dgm:pt>
    <dgm:pt modelId="{A80A8D6B-23E7-403A-969D-1AEF88345102}" type="pres">
      <dgm:prSet presAssocID="{360E4B01-96B9-42E0-B83F-E8D367E91B33}" presName="aSpace2" presStyleCnt="0"/>
      <dgm:spPr/>
    </dgm:pt>
    <dgm:pt modelId="{D2A3331B-D4D0-4FD2-AFA2-F0FC4F59524E}" type="pres">
      <dgm:prSet presAssocID="{7E0497DC-4E16-49E8-A88E-BCA6D1C9CB98}" presName="childNode" presStyleLbl="node1" presStyleIdx="10" presStyleCnt="36">
        <dgm:presLayoutVars>
          <dgm:bulletEnabled val="1"/>
        </dgm:presLayoutVars>
      </dgm:prSet>
      <dgm:spPr/>
    </dgm:pt>
    <dgm:pt modelId="{760F33DD-2742-494B-A46B-CD7D7D8D6C94}" type="pres">
      <dgm:prSet presAssocID="{7E0497DC-4E16-49E8-A88E-BCA6D1C9CB98}" presName="aSpace2" presStyleCnt="0"/>
      <dgm:spPr/>
    </dgm:pt>
    <dgm:pt modelId="{E57B720D-EC2F-417E-AD32-05567C3CA321}" type="pres">
      <dgm:prSet presAssocID="{8FB5F66D-BA81-41D1-AA9C-E11A63B84C4B}" presName="childNode" presStyleLbl="node1" presStyleIdx="11" presStyleCnt="36">
        <dgm:presLayoutVars>
          <dgm:bulletEnabled val="1"/>
        </dgm:presLayoutVars>
      </dgm:prSet>
      <dgm:spPr/>
    </dgm:pt>
    <dgm:pt modelId="{6594A57D-7C74-414B-8F39-6F025499CBD8}" type="pres">
      <dgm:prSet presAssocID="{8FB5F66D-BA81-41D1-AA9C-E11A63B84C4B}" presName="aSpace2" presStyleCnt="0"/>
      <dgm:spPr/>
    </dgm:pt>
    <dgm:pt modelId="{C1678FB3-FEC0-48A3-BD40-CE7CE95365F7}" type="pres">
      <dgm:prSet presAssocID="{EEE5AF52-F9DF-463D-BC04-CDD4632FA9F0}" presName="childNode" presStyleLbl="node1" presStyleIdx="12" presStyleCnt="36">
        <dgm:presLayoutVars>
          <dgm:bulletEnabled val="1"/>
        </dgm:presLayoutVars>
      </dgm:prSet>
      <dgm:spPr/>
    </dgm:pt>
    <dgm:pt modelId="{1C8B32D9-93B3-46DC-AAB0-C9F78D2D7580}" type="pres">
      <dgm:prSet presAssocID="{EEE5AF52-F9DF-463D-BC04-CDD4632FA9F0}" presName="aSpace2" presStyleCnt="0"/>
      <dgm:spPr/>
    </dgm:pt>
    <dgm:pt modelId="{01EFFF61-2BAD-4E9B-AB57-F97C2E92011F}" type="pres">
      <dgm:prSet presAssocID="{E03F32EE-2AE7-4796-ACBD-EF440FEDBA54}" presName="childNode" presStyleLbl="node1" presStyleIdx="13" presStyleCnt="36">
        <dgm:presLayoutVars>
          <dgm:bulletEnabled val="1"/>
        </dgm:presLayoutVars>
      </dgm:prSet>
      <dgm:spPr/>
    </dgm:pt>
    <dgm:pt modelId="{E051F050-D020-4CB2-BFFC-812503179393}" type="pres">
      <dgm:prSet presAssocID="{E03F32EE-2AE7-4796-ACBD-EF440FEDBA54}" presName="aSpace2" presStyleCnt="0"/>
      <dgm:spPr/>
    </dgm:pt>
    <dgm:pt modelId="{0D7801DD-FCC1-4629-87D2-345FAB32378B}" type="pres">
      <dgm:prSet presAssocID="{21C17C3E-CD94-4675-92DF-B2FE228771B8}" presName="childNode" presStyleLbl="node1" presStyleIdx="14" presStyleCnt="36">
        <dgm:presLayoutVars>
          <dgm:bulletEnabled val="1"/>
        </dgm:presLayoutVars>
      </dgm:prSet>
      <dgm:spPr/>
    </dgm:pt>
    <dgm:pt modelId="{AB45AA55-2DDD-4EA2-8D71-A66C067FA463}" type="pres">
      <dgm:prSet presAssocID="{21C17C3E-CD94-4675-92DF-B2FE228771B8}" presName="aSpace2" presStyleCnt="0"/>
      <dgm:spPr/>
    </dgm:pt>
    <dgm:pt modelId="{2D93A4EE-7B1D-4E8F-8305-9D52F23E3AEC}" type="pres">
      <dgm:prSet presAssocID="{78A60D93-BB17-40A6-AC99-4BDEF585E6CD}" presName="childNode" presStyleLbl="node1" presStyleIdx="15" presStyleCnt="36">
        <dgm:presLayoutVars>
          <dgm:bulletEnabled val="1"/>
        </dgm:presLayoutVars>
      </dgm:prSet>
      <dgm:spPr/>
    </dgm:pt>
    <dgm:pt modelId="{EF8E331B-7927-42F3-BB0B-40C5319DCC09}" type="pres">
      <dgm:prSet presAssocID="{78A60D93-BB17-40A6-AC99-4BDEF585E6CD}" presName="aSpace2" presStyleCnt="0"/>
      <dgm:spPr/>
    </dgm:pt>
    <dgm:pt modelId="{4D9ED65F-946F-4F42-AF30-22261810E14C}" type="pres">
      <dgm:prSet presAssocID="{F7E89925-ADD2-4024-BE5C-3F9DFAAF3F4E}" presName="childNode" presStyleLbl="node1" presStyleIdx="16" presStyleCnt="36">
        <dgm:presLayoutVars>
          <dgm:bulletEnabled val="1"/>
        </dgm:presLayoutVars>
      </dgm:prSet>
      <dgm:spPr/>
    </dgm:pt>
    <dgm:pt modelId="{9364B052-1DCD-41EB-92F5-23F275AED18E}" type="pres">
      <dgm:prSet presAssocID="{F7E89925-ADD2-4024-BE5C-3F9DFAAF3F4E}" presName="aSpace2" presStyleCnt="0"/>
      <dgm:spPr/>
    </dgm:pt>
    <dgm:pt modelId="{FFD2C41F-37D8-4A24-A99C-D2E447F84DE4}" type="pres">
      <dgm:prSet presAssocID="{14751D9B-9265-471E-A00E-4BDA6201BC94}" presName="childNode" presStyleLbl="node1" presStyleIdx="17" presStyleCnt="36">
        <dgm:presLayoutVars>
          <dgm:bulletEnabled val="1"/>
        </dgm:presLayoutVars>
      </dgm:prSet>
      <dgm:spPr/>
    </dgm:pt>
    <dgm:pt modelId="{6CC32F04-99B2-4944-AF0E-914DC8532FF5}" type="pres">
      <dgm:prSet presAssocID="{0B8FB480-3B88-44B8-90D1-39EB2E62C82E}" presName="aSpace" presStyleCnt="0"/>
      <dgm:spPr/>
    </dgm:pt>
    <dgm:pt modelId="{E68A3683-C922-4554-A60C-5609F41855D7}" type="pres">
      <dgm:prSet presAssocID="{DC6F260B-2F19-4F51-BAE6-98330FEE022A}" presName="compNode" presStyleCnt="0"/>
      <dgm:spPr/>
    </dgm:pt>
    <dgm:pt modelId="{BFCB4734-9118-4B17-A4EC-76A23A30B44E}" type="pres">
      <dgm:prSet presAssocID="{DC6F260B-2F19-4F51-BAE6-98330FEE022A}" presName="aNode" presStyleLbl="bgShp" presStyleIdx="2" presStyleCnt="4"/>
      <dgm:spPr/>
    </dgm:pt>
    <dgm:pt modelId="{6A932F7A-D32E-4F60-A317-F45CF5440B03}" type="pres">
      <dgm:prSet presAssocID="{DC6F260B-2F19-4F51-BAE6-98330FEE022A}" presName="textNode" presStyleLbl="bgShp" presStyleIdx="2" presStyleCnt="4"/>
      <dgm:spPr/>
    </dgm:pt>
    <dgm:pt modelId="{765695B0-DF95-40C3-9F14-EF1D851FE171}" type="pres">
      <dgm:prSet presAssocID="{DC6F260B-2F19-4F51-BAE6-98330FEE022A}" presName="compChildNode" presStyleCnt="0"/>
      <dgm:spPr/>
    </dgm:pt>
    <dgm:pt modelId="{F4A497D3-DAFE-4D61-A99B-2F4D5BA61302}" type="pres">
      <dgm:prSet presAssocID="{DC6F260B-2F19-4F51-BAE6-98330FEE022A}" presName="theInnerList" presStyleCnt="0"/>
      <dgm:spPr/>
    </dgm:pt>
    <dgm:pt modelId="{B75A5C55-B447-47FE-973A-8679955B5AD0}" type="pres">
      <dgm:prSet presAssocID="{7B76DFAB-D268-4DEF-8B09-F4E78A758957}" presName="childNode" presStyleLbl="node1" presStyleIdx="18" presStyleCnt="36">
        <dgm:presLayoutVars>
          <dgm:bulletEnabled val="1"/>
        </dgm:presLayoutVars>
      </dgm:prSet>
      <dgm:spPr/>
    </dgm:pt>
    <dgm:pt modelId="{6B8CFB1E-51A0-4D37-8C7D-C37372DB2247}" type="pres">
      <dgm:prSet presAssocID="{7B76DFAB-D268-4DEF-8B09-F4E78A758957}" presName="aSpace2" presStyleCnt="0"/>
      <dgm:spPr/>
    </dgm:pt>
    <dgm:pt modelId="{F176FAE6-4BBD-4AAC-AD9E-201081E499B9}" type="pres">
      <dgm:prSet presAssocID="{6F6D266D-D3DB-4621-95BA-9C9511C86DD0}" presName="childNode" presStyleLbl="node1" presStyleIdx="19" presStyleCnt="36">
        <dgm:presLayoutVars>
          <dgm:bulletEnabled val="1"/>
        </dgm:presLayoutVars>
      </dgm:prSet>
      <dgm:spPr/>
    </dgm:pt>
    <dgm:pt modelId="{BF658726-6419-452B-9C5A-093909455EEF}" type="pres">
      <dgm:prSet presAssocID="{6F6D266D-D3DB-4621-95BA-9C9511C86DD0}" presName="aSpace2" presStyleCnt="0"/>
      <dgm:spPr/>
    </dgm:pt>
    <dgm:pt modelId="{20F8077C-414C-4B52-A94E-A76113A4BAC1}" type="pres">
      <dgm:prSet presAssocID="{ABC3F0BC-7474-4DC5-9DD1-6A51C75F754F}" presName="childNode" presStyleLbl="node1" presStyleIdx="20" presStyleCnt="36">
        <dgm:presLayoutVars>
          <dgm:bulletEnabled val="1"/>
        </dgm:presLayoutVars>
      </dgm:prSet>
      <dgm:spPr/>
    </dgm:pt>
    <dgm:pt modelId="{7EDB95EE-1AE5-43A5-B9A5-DBD39B5C5F3B}" type="pres">
      <dgm:prSet presAssocID="{ABC3F0BC-7474-4DC5-9DD1-6A51C75F754F}" presName="aSpace2" presStyleCnt="0"/>
      <dgm:spPr/>
    </dgm:pt>
    <dgm:pt modelId="{6F0BBCDA-6985-4C41-A5D0-BFCCEB7C0D97}" type="pres">
      <dgm:prSet presAssocID="{705D8E0A-A2CF-409A-A1CE-175D9EFE34DC}" presName="childNode" presStyleLbl="node1" presStyleIdx="21" presStyleCnt="36">
        <dgm:presLayoutVars>
          <dgm:bulletEnabled val="1"/>
        </dgm:presLayoutVars>
      </dgm:prSet>
      <dgm:spPr/>
    </dgm:pt>
    <dgm:pt modelId="{59BF2934-23FE-4863-A650-F69490628B90}" type="pres">
      <dgm:prSet presAssocID="{705D8E0A-A2CF-409A-A1CE-175D9EFE34DC}" presName="aSpace2" presStyleCnt="0"/>
      <dgm:spPr/>
    </dgm:pt>
    <dgm:pt modelId="{5FD10180-9D03-404A-8428-A4673124E1B6}" type="pres">
      <dgm:prSet presAssocID="{E9FDF238-6E2F-467F-A41D-BDCD4622E2A5}" presName="childNode" presStyleLbl="node1" presStyleIdx="22" presStyleCnt="36">
        <dgm:presLayoutVars>
          <dgm:bulletEnabled val="1"/>
        </dgm:presLayoutVars>
      </dgm:prSet>
      <dgm:spPr/>
    </dgm:pt>
    <dgm:pt modelId="{9C94E901-F4D2-4C6D-A1BA-0BEE3E12129F}" type="pres">
      <dgm:prSet presAssocID="{E9FDF238-6E2F-467F-A41D-BDCD4622E2A5}" presName="aSpace2" presStyleCnt="0"/>
      <dgm:spPr/>
    </dgm:pt>
    <dgm:pt modelId="{2466A7BD-1476-4C41-8FE6-EEFFCEFF84CD}" type="pres">
      <dgm:prSet presAssocID="{FBC104FC-EE9A-45C5-BF56-B9EDF179BBA5}" presName="childNode" presStyleLbl="node1" presStyleIdx="23" presStyleCnt="36">
        <dgm:presLayoutVars>
          <dgm:bulletEnabled val="1"/>
        </dgm:presLayoutVars>
      </dgm:prSet>
      <dgm:spPr/>
    </dgm:pt>
    <dgm:pt modelId="{40EF6F04-DCC3-42E6-B5D7-B43DAF2D8250}" type="pres">
      <dgm:prSet presAssocID="{FBC104FC-EE9A-45C5-BF56-B9EDF179BBA5}" presName="aSpace2" presStyleCnt="0"/>
      <dgm:spPr/>
    </dgm:pt>
    <dgm:pt modelId="{E3D85631-788F-4356-8F58-C013394EAC5B}" type="pres">
      <dgm:prSet presAssocID="{C9776C4E-85F4-4679-821D-16E3DBF59827}" presName="childNode" presStyleLbl="node1" presStyleIdx="24" presStyleCnt="36">
        <dgm:presLayoutVars>
          <dgm:bulletEnabled val="1"/>
        </dgm:presLayoutVars>
      </dgm:prSet>
      <dgm:spPr/>
    </dgm:pt>
    <dgm:pt modelId="{89866AA5-A68A-465E-865F-AE355E967BF2}" type="pres">
      <dgm:prSet presAssocID="{C9776C4E-85F4-4679-821D-16E3DBF59827}" presName="aSpace2" presStyleCnt="0"/>
      <dgm:spPr/>
    </dgm:pt>
    <dgm:pt modelId="{1ABAD915-E03E-44B0-B610-C75FA8058BF4}" type="pres">
      <dgm:prSet presAssocID="{74AD8128-C382-49D5-B45E-CA96F12B833D}" presName="childNode" presStyleLbl="node1" presStyleIdx="25" presStyleCnt="36">
        <dgm:presLayoutVars>
          <dgm:bulletEnabled val="1"/>
        </dgm:presLayoutVars>
      </dgm:prSet>
      <dgm:spPr/>
    </dgm:pt>
    <dgm:pt modelId="{5805E381-F57A-45FE-9B3F-372095F406CA}" type="pres">
      <dgm:prSet presAssocID="{74AD8128-C382-49D5-B45E-CA96F12B833D}" presName="aSpace2" presStyleCnt="0"/>
      <dgm:spPr/>
    </dgm:pt>
    <dgm:pt modelId="{07D697A7-C780-4A9F-9113-10FFE68B0122}" type="pres">
      <dgm:prSet presAssocID="{226A6AD1-4AFC-4A8E-86EE-1CCEBA09633A}" presName="childNode" presStyleLbl="node1" presStyleIdx="26" presStyleCnt="36">
        <dgm:presLayoutVars>
          <dgm:bulletEnabled val="1"/>
        </dgm:presLayoutVars>
      </dgm:prSet>
      <dgm:spPr/>
    </dgm:pt>
    <dgm:pt modelId="{AA4DC9EB-FFBA-4EEF-8B41-466C3C0BECD1}" type="pres">
      <dgm:prSet presAssocID="{DC6F260B-2F19-4F51-BAE6-98330FEE022A}" presName="aSpace" presStyleCnt="0"/>
      <dgm:spPr/>
    </dgm:pt>
    <dgm:pt modelId="{78C2B0E9-18D8-46B1-9ABE-7117E803DDB3}" type="pres">
      <dgm:prSet presAssocID="{F18E1114-5859-4660-B2B6-A0FB42C66E72}" presName="compNode" presStyleCnt="0"/>
      <dgm:spPr/>
    </dgm:pt>
    <dgm:pt modelId="{6BB2FE64-CD47-489E-A791-FE95D61C5E78}" type="pres">
      <dgm:prSet presAssocID="{F18E1114-5859-4660-B2B6-A0FB42C66E72}" presName="aNode" presStyleLbl="bgShp" presStyleIdx="3" presStyleCnt="4"/>
      <dgm:spPr/>
    </dgm:pt>
    <dgm:pt modelId="{BF9E134F-4596-4730-97BF-D4A069C6B322}" type="pres">
      <dgm:prSet presAssocID="{F18E1114-5859-4660-B2B6-A0FB42C66E72}" presName="textNode" presStyleLbl="bgShp" presStyleIdx="3" presStyleCnt="4"/>
      <dgm:spPr/>
    </dgm:pt>
    <dgm:pt modelId="{8C4470C1-1498-4CD8-BAAA-B7804A5D7160}" type="pres">
      <dgm:prSet presAssocID="{F18E1114-5859-4660-B2B6-A0FB42C66E72}" presName="compChildNode" presStyleCnt="0"/>
      <dgm:spPr/>
    </dgm:pt>
    <dgm:pt modelId="{236C4675-C2CA-4C50-81B4-69B15D8E1C65}" type="pres">
      <dgm:prSet presAssocID="{F18E1114-5859-4660-B2B6-A0FB42C66E72}" presName="theInnerList" presStyleCnt="0"/>
      <dgm:spPr/>
    </dgm:pt>
    <dgm:pt modelId="{F89B443D-FE83-4CFE-A651-A9CDDEBFC9C8}" type="pres">
      <dgm:prSet presAssocID="{C5334C13-558E-4F10-8177-613C477D1BC6}" presName="childNode" presStyleLbl="node1" presStyleIdx="27" presStyleCnt="36">
        <dgm:presLayoutVars>
          <dgm:bulletEnabled val="1"/>
        </dgm:presLayoutVars>
      </dgm:prSet>
      <dgm:spPr/>
    </dgm:pt>
    <dgm:pt modelId="{4F6E4908-95A6-4ED1-A1C2-4E45EB90F93E}" type="pres">
      <dgm:prSet presAssocID="{C5334C13-558E-4F10-8177-613C477D1BC6}" presName="aSpace2" presStyleCnt="0"/>
      <dgm:spPr/>
    </dgm:pt>
    <dgm:pt modelId="{F56959E3-E352-4DD2-8D09-C865398FCE1D}" type="pres">
      <dgm:prSet presAssocID="{E1A4973F-E07D-42B5-B4BD-147D6A4D4EFA}" presName="childNode" presStyleLbl="node1" presStyleIdx="28" presStyleCnt="36">
        <dgm:presLayoutVars>
          <dgm:bulletEnabled val="1"/>
        </dgm:presLayoutVars>
      </dgm:prSet>
      <dgm:spPr/>
    </dgm:pt>
    <dgm:pt modelId="{C37C6991-AF82-48D6-95FA-004D69D205B2}" type="pres">
      <dgm:prSet presAssocID="{E1A4973F-E07D-42B5-B4BD-147D6A4D4EFA}" presName="aSpace2" presStyleCnt="0"/>
      <dgm:spPr/>
    </dgm:pt>
    <dgm:pt modelId="{544C0A3A-A691-433E-84CF-C8CDA26083D7}" type="pres">
      <dgm:prSet presAssocID="{ACD087D5-8560-401E-91CC-E8BBE1C92867}" presName="childNode" presStyleLbl="node1" presStyleIdx="29" presStyleCnt="36">
        <dgm:presLayoutVars>
          <dgm:bulletEnabled val="1"/>
        </dgm:presLayoutVars>
      </dgm:prSet>
      <dgm:spPr/>
    </dgm:pt>
    <dgm:pt modelId="{BCF1E161-DD93-4B05-A8C1-11CE197A4295}" type="pres">
      <dgm:prSet presAssocID="{ACD087D5-8560-401E-91CC-E8BBE1C92867}" presName="aSpace2" presStyleCnt="0"/>
      <dgm:spPr/>
    </dgm:pt>
    <dgm:pt modelId="{328AEC66-81C8-40B7-8E54-FF82AC987F9E}" type="pres">
      <dgm:prSet presAssocID="{E0FB557C-6997-4903-A9A7-7BF0BFC18977}" presName="childNode" presStyleLbl="node1" presStyleIdx="30" presStyleCnt="36">
        <dgm:presLayoutVars>
          <dgm:bulletEnabled val="1"/>
        </dgm:presLayoutVars>
      </dgm:prSet>
      <dgm:spPr/>
    </dgm:pt>
    <dgm:pt modelId="{880E38A1-873B-453F-B6AD-4429C1BB5838}" type="pres">
      <dgm:prSet presAssocID="{E0FB557C-6997-4903-A9A7-7BF0BFC18977}" presName="aSpace2" presStyleCnt="0"/>
      <dgm:spPr/>
    </dgm:pt>
    <dgm:pt modelId="{C6439388-BD17-4CDB-BBFB-51D510A3977E}" type="pres">
      <dgm:prSet presAssocID="{F9E6E865-EA74-475C-B76B-C961A4795C68}" presName="childNode" presStyleLbl="node1" presStyleIdx="31" presStyleCnt="36">
        <dgm:presLayoutVars>
          <dgm:bulletEnabled val="1"/>
        </dgm:presLayoutVars>
      </dgm:prSet>
      <dgm:spPr/>
    </dgm:pt>
    <dgm:pt modelId="{E6F0613F-6C08-4DE0-B24D-400A0A52E17A}" type="pres">
      <dgm:prSet presAssocID="{F9E6E865-EA74-475C-B76B-C961A4795C68}" presName="aSpace2" presStyleCnt="0"/>
      <dgm:spPr/>
    </dgm:pt>
    <dgm:pt modelId="{43804628-701B-44E9-ABBD-08A3E8B32361}" type="pres">
      <dgm:prSet presAssocID="{E41CCB93-522F-4CCF-91F2-1B4147D25B62}" presName="childNode" presStyleLbl="node1" presStyleIdx="32" presStyleCnt="36">
        <dgm:presLayoutVars>
          <dgm:bulletEnabled val="1"/>
        </dgm:presLayoutVars>
      </dgm:prSet>
      <dgm:spPr/>
    </dgm:pt>
    <dgm:pt modelId="{8336F9D2-36A0-47A2-BDF5-2794C8FFD1AB}" type="pres">
      <dgm:prSet presAssocID="{E41CCB93-522F-4CCF-91F2-1B4147D25B62}" presName="aSpace2" presStyleCnt="0"/>
      <dgm:spPr/>
    </dgm:pt>
    <dgm:pt modelId="{B502842B-E61B-4280-BCAA-022D09F6C5DD}" type="pres">
      <dgm:prSet presAssocID="{2287BBE2-24E0-4A31-B5CC-FFC204FE538D}" presName="childNode" presStyleLbl="node1" presStyleIdx="33" presStyleCnt="36">
        <dgm:presLayoutVars>
          <dgm:bulletEnabled val="1"/>
        </dgm:presLayoutVars>
      </dgm:prSet>
      <dgm:spPr/>
    </dgm:pt>
    <dgm:pt modelId="{C16D9E4E-01B2-4E91-A070-89334011DDD9}" type="pres">
      <dgm:prSet presAssocID="{2287BBE2-24E0-4A31-B5CC-FFC204FE538D}" presName="aSpace2" presStyleCnt="0"/>
      <dgm:spPr/>
    </dgm:pt>
    <dgm:pt modelId="{26786ECF-C6F6-4AB6-BCFC-26EC270DAFB8}" type="pres">
      <dgm:prSet presAssocID="{F42A5857-66A1-4832-92D3-759650D281EE}" presName="childNode" presStyleLbl="node1" presStyleIdx="34" presStyleCnt="36">
        <dgm:presLayoutVars>
          <dgm:bulletEnabled val="1"/>
        </dgm:presLayoutVars>
      </dgm:prSet>
      <dgm:spPr/>
    </dgm:pt>
    <dgm:pt modelId="{293BA177-58EC-4694-A553-302FF542E514}" type="pres">
      <dgm:prSet presAssocID="{F42A5857-66A1-4832-92D3-759650D281EE}" presName="aSpace2" presStyleCnt="0"/>
      <dgm:spPr/>
    </dgm:pt>
    <dgm:pt modelId="{7E6270D2-A239-4EB1-B569-A3234C9B2012}" type="pres">
      <dgm:prSet presAssocID="{6AC8BAEF-3265-4D95-B63E-B071C815BB3B}" presName="childNode" presStyleLbl="node1" presStyleIdx="35" presStyleCnt="36">
        <dgm:presLayoutVars>
          <dgm:bulletEnabled val="1"/>
        </dgm:presLayoutVars>
      </dgm:prSet>
      <dgm:spPr/>
    </dgm:pt>
  </dgm:ptLst>
  <dgm:cxnLst>
    <dgm:cxn modelId="{51EA0D00-A9E4-4D6B-BC0D-116AFA7A6DD2}" srcId="{D664A4C6-117F-4638-BBCF-9E1CF6D6ED4A}" destId="{7CFF3234-CFFA-42AC-AE0B-71B88C4AA39F}" srcOrd="0" destOrd="0" parTransId="{800E6F68-B755-4F5A-A1FF-92215DE3900C}" sibTransId="{DA8BC71D-AE9A-4B06-AB92-160BE69070F4}"/>
    <dgm:cxn modelId="{8C65FB07-AF52-42C6-AC80-7B083F2726EA}" type="presOf" srcId="{F9E6E865-EA74-475C-B76B-C961A4795C68}" destId="{C6439388-BD17-4CDB-BBFB-51D510A3977E}" srcOrd="0" destOrd="0" presId="urn:microsoft.com/office/officeart/2005/8/layout/lProcess2"/>
    <dgm:cxn modelId="{DB0F0C08-65FB-4144-9C38-618130F4A2AF}" type="presOf" srcId="{EEE5AF52-F9DF-463D-BC04-CDD4632FA9F0}" destId="{C1678FB3-FEC0-48A3-BD40-CE7CE95365F7}" srcOrd="0" destOrd="0" presId="urn:microsoft.com/office/officeart/2005/8/layout/lProcess2"/>
    <dgm:cxn modelId="{5C006F08-7B9C-4F3E-8D4E-EE16463C21CB}" srcId="{0B8FB480-3B88-44B8-90D1-39EB2E62C82E}" destId="{E03F32EE-2AE7-4796-ACBD-EF440FEDBA54}" srcOrd="4" destOrd="0" parTransId="{4598DE62-A3F0-44C7-AB15-3D96C00F3944}" sibTransId="{18555144-B584-426D-8941-48AE54BFE2D3}"/>
    <dgm:cxn modelId="{1494A111-0A30-48FF-BEAD-7CC3CA726EB4}" srcId="{D664A4C6-117F-4638-BBCF-9E1CF6D6ED4A}" destId="{5C8BF944-D1D5-4D6E-B08B-CCB35318908E}" srcOrd="1" destOrd="0" parTransId="{64A0F207-EE5A-4085-B8D7-C02536E2DE05}" sibTransId="{59CD0800-DF1F-47D5-94C7-3DE4CDEBFD7B}"/>
    <dgm:cxn modelId="{AEE8941D-E143-4F29-A3CF-81486E4B2A36}" srcId="{CE6DD766-2323-4D2B-AFC7-ACFB045A9BA9}" destId="{0B8FB480-3B88-44B8-90D1-39EB2E62C82E}" srcOrd="1" destOrd="0" parTransId="{B6C3F60E-5286-43A9-98F2-E29311714955}" sibTransId="{123B2EA3-CF88-4DED-ADDD-859384590BDF}"/>
    <dgm:cxn modelId="{9A7FAF1D-7106-4E6E-A287-798E84F4262B}" srcId="{CE6DD766-2323-4D2B-AFC7-ACFB045A9BA9}" destId="{D664A4C6-117F-4638-BBCF-9E1CF6D6ED4A}" srcOrd="0" destOrd="0" parTransId="{7CC5186D-8B87-4250-8631-70BF81268218}" sibTransId="{9D6E7A22-6C52-4840-B4FB-9B6BC25AE10A}"/>
    <dgm:cxn modelId="{DCC43D23-9D4D-48A6-9ED1-B763A0DA22B3}" type="presOf" srcId="{6AC8BAEF-3265-4D95-B63E-B071C815BB3B}" destId="{7E6270D2-A239-4EB1-B569-A3234C9B2012}" srcOrd="0" destOrd="0" presId="urn:microsoft.com/office/officeart/2005/8/layout/lProcess2"/>
    <dgm:cxn modelId="{B73FEB24-A172-4BD3-BC0E-04CC90617900}" srcId="{D664A4C6-117F-4638-BBCF-9E1CF6D6ED4A}" destId="{81D7524E-2488-4B5A-9901-8D08C839D5C4}" srcOrd="5" destOrd="0" parTransId="{3D3E9A96-9F3B-41E1-AB0A-CBAF26350612}" sibTransId="{D8B6D240-9E9B-40BA-A2FC-3C1FC6415814}"/>
    <dgm:cxn modelId="{51A28526-51CB-4081-828E-F40D7DE503BD}" srcId="{F18E1114-5859-4660-B2B6-A0FB42C66E72}" destId="{6AC8BAEF-3265-4D95-B63E-B071C815BB3B}" srcOrd="8" destOrd="0" parTransId="{AF3E0591-9F9D-463E-B1E0-12EA24E667DB}" sibTransId="{99713D17-54C9-496B-A355-AA15DB033F1E}"/>
    <dgm:cxn modelId="{7E4F8328-34E1-49D8-BF0D-A0EA88D35100}" type="presOf" srcId="{78A60D93-BB17-40A6-AC99-4BDEF585E6CD}" destId="{2D93A4EE-7B1D-4E8F-8305-9D52F23E3AEC}" srcOrd="0" destOrd="0" presId="urn:microsoft.com/office/officeart/2005/8/layout/lProcess2"/>
    <dgm:cxn modelId="{EEBF5C2A-D3FD-4310-89C1-66289F384B6C}" srcId="{DC6F260B-2F19-4F51-BAE6-98330FEE022A}" destId="{E9FDF238-6E2F-467F-A41D-BDCD4622E2A5}" srcOrd="4" destOrd="0" parTransId="{608E23DB-EB35-475F-B528-72CAA371F744}" sibTransId="{0A393A57-0A54-458A-93EF-960C4C033E4B}"/>
    <dgm:cxn modelId="{A1732B2C-36B5-40B0-8A86-FFB0AE16EDF8}" type="presOf" srcId="{C9776C4E-85F4-4679-821D-16E3DBF59827}" destId="{E3D85631-788F-4356-8F58-C013394EAC5B}" srcOrd="0" destOrd="0" presId="urn:microsoft.com/office/officeart/2005/8/layout/lProcess2"/>
    <dgm:cxn modelId="{D011BE34-DC99-45D1-8F62-F9584A94F473}" srcId="{F18E1114-5859-4660-B2B6-A0FB42C66E72}" destId="{2287BBE2-24E0-4A31-B5CC-FFC204FE538D}" srcOrd="6" destOrd="0" parTransId="{28D67248-EE0A-4919-9C2E-769477065F47}" sibTransId="{3A928FCA-4CF7-47C2-8EF1-D8EB7E93A1D8}"/>
    <dgm:cxn modelId="{26A91835-F5FD-4A72-A0FC-B7B7B2F8F1BD}" type="presOf" srcId="{E9FDF238-6E2F-467F-A41D-BDCD4622E2A5}" destId="{5FD10180-9D03-404A-8428-A4673124E1B6}" srcOrd="0" destOrd="0" presId="urn:microsoft.com/office/officeart/2005/8/layout/lProcess2"/>
    <dgm:cxn modelId="{931ABB35-98E6-4151-AFB8-7BD9A3858D34}" srcId="{F18E1114-5859-4660-B2B6-A0FB42C66E72}" destId="{E1A4973F-E07D-42B5-B4BD-147D6A4D4EFA}" srcOrd="1" destOrd="0" parTransId="{C90FB245-486D-459B-84C2-AE9BD8300CE4}" sibTransId="{3C631F7A-1530-4F59-AE1B-8C99F1732FA6}"/>
    <dgm:cxn modelId="{DEDFAD36-EFB5-47F9-A298-76B20F657D48}" type="presOf" srcId="{DC6F260B-2F19-4F51-BAE6-98330FEE022A}" destId="{BFCB4734-9118-4B17-A4EC-76A23A30B44E}" srcOrd="0" destOrd="0" presId="urn:microsoft.com/office/officeart/2005/8/layout/lProcess2"/>
    <dgm:cxn modelId="{ACCDE73D-23A5-4B68-8FD0-DE8E76825E98}" type="presOf" srcId="{CE6DD766-2323-4D2B-AFC7-ACFB045A9BA9}" destId="{01BD86E5-D82B-4439-8D9E-A2F8F3419681}" srcOrd="0" destOrd="0" presId="urn:microsoft.com/office/officeart/2005/8/layout/lProcess2"/>
    <dgm:cxn modelId="{80A45242-FCE7-4F15-BAD6-D3E97810564B}" srcId="{DC6F260B-2F19-4F51-BAE6-98330FEE022A}" destId="{226A6AD1-4AFC-4A8E-86EE-1CCEBA09633A}" srcOrd="8" destOrd="0" parTransId="{7B0D8F35-1785-4CAE-8D25-DA0F24EF235D}" sibTransId="{6E8D00C7-10D3-471B-8FD6-1B6CA5B23537}"/>
    <dgm:cxn modelId="{C5D97A63-F594-4D9F-98CC-B788D2C51AE7}" srcId="{DC6F260B-2F19-4F51-BAE6-98330FEE022A}" destId="{6F6D266D-D3DB-4621-95BA-9C9511C86DD0}" srcOrd="1" destOrd="0" parTransId="{0463ED8E-E629-4403-BBE6-8BD384E53672}" sibTransId="{BA19455F-1FE7-453C-9D4A-6ADAE66E751A}"/>
    <dgm:cxn modelId="{3BEA8063-0050-4A4D-AF8B-948393700610}" type="presOf" srcId="{E0FB557C-6997-4903-A9A7-7BF0BFC18977}" destId="{328AEC66-81C8-40B7-8E54-FF82AC987F9E}" srcOrd="0" destOrd="0" presId="urn:microsoft.com/office/officeart/2005/8/layout/lProcess2"/>
    <dgm:cxn modelId="{CD069C63-ACEA-4E04-A17F-20C803A087DD}" type="presOf" srcId="{9FB946E0-38E1-4E3F-92F4-824D00E2DAEB}" destId="{57E07074-E47C-4C59-AF38-9EFA1EC85473}" srcOrd="0" destOrd="0" presId="urn:microsoft.com/office/officeart/2005/8/layout/lProcess2"/>
    <dgm:cxn modelId="{777EBF66-C9E9-42E6-A202-1EB27733AD08}" type="presOf" srcId="{21C17C3E-CD94-4675-92DF-B2FE228771B8}" destId="{0D7801DD-FCC1-4629-87D2-345FAB32378B}" srcOrd="0" destOrd="0" presId="urn:microsoft.com/office/officeart/2005/8/layout/lProcess2"/>
    <dgm:cxn modelId="{1514A56A-ED9F-4DC6-8142-2D8D6BE3025E}" type="presOf" srcId="{F7E89925-ADD2-4024-BE5C-3F9DFAAF3F4E}" destId="{4D9ED65F-946F-4F42-AF30-22261810E14C}" srcOrd="0" destOrd="0" presId="urn:microsoft.com/office/officeart/2005/8/layout/lProcess2"/>
    <dgm:cxn modelId="{AB5F994C-164A-4DEF-A277-A7B4BADA26F3}" srcId="{F18E1114-5859-4660-B2B6-A0FB42C66E72}" destId="{E41CCB93-522F-4CCF-91F2-1B4147D25B62}" srcOrd="5" destOrd="0" parTransId="{71B8E269-8074-49D5-AF22-B38B9CFDCEFB}" sibTransId="{EBCE7E91-F763-4CBB-B371-913CC2E50D0C}"/>
    <dgm:cxn modelId="{D1E9F96C-1B37-4DAB-945C-5285EA6BD66E}" srcId="{DC6F260B-2F19-4F51-BAE6-98330FEE022A}" destId="{FBC104FC-EE9A-45C5-BF56-B9EDF179BBA5}" srcOrd="5" destOrd="0" parTransId="{D8EF731A-F0B4-42B7-BE91-FE9D92BC7391}" sibTransId="{1E35AB97-9A3A-4D46-BFD8-A3DBB493AF9B}"/>
    <dgm:cxn modelId="{4F6A5351-FCDD-4C82-B1E1-6C215204FAF9}" type="presOf" srcId="{360E4B01-96B9-42E0-B83F-E8D367E91B33}" destId="{CA068D27-1456-4393-9B04-336F857DD2FB}" srcOrd="0" destOrd="0" presId="urn:microsoft.com/office/officeart/2005/8/layout/lProcess2"/>
    <dgm:cxn modelId="{2BABCA52-5DB3-4608-9F9D-420CEEF96EDF}" type="presOf" srcId="{8FB5F66D-BA81-41D1-AA9C-E11A63B84C4B}" destId="{E57B720D-EC2F-417E-AD32-05567C3CA321}" srcOrd="0" destOrd="0" presId="urn:microsoft.com/office/officeart/2005/8/layout/lProcess2"/>
    <dgm:cxn modelId="{8BAD2A74-C5D7-420D-A123-6E20ADC1A862}" type="presOf" srcId="{7CFF3234-CFFA-42AC-AE0B-71B88C4AA39F}" destId="{77DB648F-AFC5-4AE3-9D9C-4D6B10CAE9F6}" srcOrd="0" destOrd="0" presId="urn:microsoft.com/office/officeart/2005/8/layout/lProcess2"/>
    <dgm:cxn modelId="{9B64D675-BFF7-45F9-B735-C092A4D810B1}" srcId="{CE6DD766-2323-4D2B-AFC7-ACFB045A9BA9}" destId="{DC6F260B-2F19-4F51-BAE6-98330FEE022A}" srcOrd="2" destOrd="0" parTransId="{5DCEB281-AB23-4F59-B553-FC0BAB7BCE26}" sibTransId="{E571D17B-5210-488D-B6CF-8012429BA640}"/>
    <dgm:cxn modelId="{661E7976-6956-4CA7-A7BD-BB2CFBF23C88}" type="presOf" srcId="{E771984D-E6BC-4E5B-B3F3-6F6224C12313}" destId="{785CA1BF-C656-4B16-8BAD-0606CFAF78FE}" srcOrd="0" destOrd="0" presId="urn:microsoft.com/office/officeart/2005/8/layout/lProcess2"/>
    <dgm:cxn modelId="{A3389D76-4D8D-4691-BFAF-99696A666C8F}" type="presOf" srcId="{B0E90B7B-6A4E-47A6-BCC4-98CD6C5CA063}" destId="{8F7555B2-ADE3-4038-B933-91C865DE6D43}" srcOrd="0" destOrd="0" presId="urn:microsoft.com/office/officeart/2005/8/layout/lProcess2"/>
    <dgm:cxn modelId="{A42EA058-6A9C-4A69-9B4A-35FA9DCC5D5B}" srcId="{0B8FB480-3B88-44B8-90D1-39EB2E62C82E}" destId="{78A60D93-BB17-40A6-AC99-4BDEF585E6CD}" srcOrd="6" destOrd="0" parTransId="{B9BB7FCD-1001-44A8-A120-C48BE613A02E}" sibTransId="{54342492-E340-4E85-886E-5B0DB9E16823}"/>
    <dgm:cxn modelId="{747F277B-7972-4A0C-A7C5-8FC5BF40C71A}" srcId="{0B8FB480-3B88-44B8-90D1-39EB2E62C82E}" destId="{EEE5AF52-F9DF-463D-BC04-CDD4632FA9F0}" srcOrd="3" destOrd="0" parTransId="{2BF076FE-6F30-4E91-8BFE-3B7983F4F516}" sibTransId="{1F0F42AA-2E3F-4EEE-BF0B-5EED79BE2ED8}"/>
    <dgm:cxn modelId="{C985367F-3737-4186-A93C-17250DEFCC0A}" type="presOf" srcId="{7E0497DC-4E16-49E8-A88E-BCA6D1C9CB98}" destId="{D2A3331B-D4D0-4FD2-AFA2-F0FC4F59524E}" srcOrd="0" destOrd="0" presId="urn:microsoft.com/office/officeart/2005/8/layout/lProcess2"/>
    <dgm:cxn modelId="{903FE381-BA0D-4A19-BDEC-75D7C9060104}" type="presOf" srcId="{C5334C13-558E-4F10-8177-613C477D1BC6}" destId="{F89B443D-FE83-4CFE-A651-A9CDDEBFC9C8}" srcOrd="0" destOrd="0" presId="urn:microsoft.com/office/officeart/2005/8/layout/lProcess2"/>
    <dgm:cxn modelId="{F250D382-1595-4D2F-BB21-69CC06013F86}" type="presOf" srcId="{81D7524E-2488-4B5A-9901-8D08C839D5C4}" destId="{9A762110-8232-4F59-99F7-B1D6BE9AEF59}" srcOrd="0" destOrd="0" presId="urn:microsoft.com/office/officeart/2005/8/layout/lProcess2"/>
    <dgm:cxn modelId="{63939E83-7F69-4723-A265-0AFCC0682B99}" type="presOf" srcId="{2287BBE2-24E0-4A31-B5CC-FFC204FE538D}" destId="{B502842B-E61B-4280-BCAA-022D09F6C5DD}" srcOrd="0" destOrd="0" presId="urn:microsoft.com/office/officeart/2005/8/layout/lProcess2"/>
    <dgm:cxn modelId="{C6A8428D-6A02-4867-AAF7-FB21E02ED181}" type="presOf" srcId="{F18E1114-5859-4660-B2B6-A0FB42C66E72}" destId="{BF9E134F-4596-4730-97BF-D4A069C6B322}" srcOrd="1" destOrd="0" presId="urn:microsoft.com/office/officeart/2005/8/layout/lProcess2"/>
    <dgm:cxn modelId="{3C70BA8D-8F84-4BC4-9222-80C197BE5671}" srcId="{DC6F260B-2F19-4F51-BAE6-98330FEE022A}" destId="{7B76DFAB-D268-4DEF-8B09-F4E78A758957}" srcOrd="0" destOrd="0" parTransId="{54BAC620-3BA7-48BB-BC22-705D92CA73E9}" sibTransId="{F515958B-1B70-4F57-9A43-734FE08DC1AD}"/>
    <dgm:cxn modelId="{868BAF8E-E4CA-42D5-B5B2-52E295284BEB}" type="presOf" srcId="{F18E1114-5859-4660-B2B6-A0FB42C66E72}" destId="{6BB2FE64-CD47-489E-A791-FE95D61C5E78}" srcOrd="0" destOrd="0" presId="urn:microsoft.com/office/officeart/2005/8/layout/lProcess2"/>
    <dgm:cxn modelId="{B981D78F-D161-4DBF-9054-C61A50824F77}" srcId="{F18E1114-5859-4660-B2B6-A0FB42C66E72}" destId="{E0FB557C-6997-4903-A9A7-7BF0BFC18977}" srcOrd="3" destOrd="0" parTransId="{4158C8FE-073F-4BC8-B674-18482ADCA139}" sibTransId="{21BBBEF0-6B1C-4969-8774-3CE6CF04BBC0}"/>
    <dgm:cxn modelId="{0CA2ED8F-C7CE-468B-8449-AE10A1BFE1BE}" type="presOf" srcId="{0B8FB480-3B88-44B8-90D1-39EB2E62C82E}" destId="{EBCCC89B-2BD1-4233-84AD-E181768E14A9}" srcOrd="1" destOrd="0" presId="urn:microsoft.com/office/officeart/2005/8/layout/lProcess2"/>
    <dgm:cxn modelId="{4FD80F9B-A5C2-4E77-B6C9-D3114BC73F90}" type="presOf" srcId="{E1A4973F-E07D-42B5-B4BD-147D6A4D4EFA}" destId="{F56959E3-E352-4DD2-8D09-C865398FCE1D}" srcOrd="0" destOrd="0" presId="urn:microsoft.com/office/officeart/2005/8/layout/lProcess2"/>
    <dgm:cxn modelId="{C5EDE09B-272D-4C6A-95C4-3860F3D7DB00}" type="presOf" srcId="{F42A5857-66A1-4832-92D3-759650D281EE}" destId="{26786ECF-C6F6-4AB6-BCFC-26EC270DAFB8}" srcOrd="0" destOrd="0" presId="urn:microsoft.com/office/officeart/2005/8/layout/lProcess2"/>
    <dgm:cxn modelId="{F339789D-F5F1-4D66-901A-F654D6BEDCD5}" srcId="{0B8FB480-3B88-44B8-90D1-39EB2E62C82E}" destId="{8FB5F66D-BA81-41D1-AA9C-E11A63B84C4B}" srcOrd="2" destOrd="0" parTransId="{CF684478-B05E-4BAF-93B0-90552ECA6D29}" sibTransId="{27481771-C28C-4102-9129-51A579A09019}"/>
    <dgm:cxn modelId="{C7731B9E-2B9B-4211-A92F-AD71511533E2}" srcId="{CE6DD766-2323-4D2B-AFC7-ACFB045A9BA9}" destId="{F18E1114-5859-4660-B2B6-A0FB42C66E72}" srcOrd="3" destOrd="0" parTransId="{CC0FD076-E88D-41EB-8A20-E70E47F384DB}" sibTransId="{7399C248-5ED2-499C-8DDB-2C0470CF166C}"/>
    <dgm:cxn modelId="{57B6D39F-3D56-4021-A9E0-AD95A73200C3}" srcId="{DC6F260B-2F19-4F51-BAE6-98330FEE022A}" destId="{74AD8128-C382-49D5-B45E-CA96F12B833D}" srcOrd="7" destOrd="0" parTransId="{A483CD00-D4AC-4FE7-B4D9-E51FE9D12E6A}" sibTransId="{FF792475-7D92-4AC2-B429-01DD36D70121}"/>
    <dgm:cxn modelId="{62A134A1-92E4-4CFB-B8AD-E8CBAFAB874C}" type="presOf" srcId="{D664A4C6-117F-4638-BBCF-9E1CF6D6ED4A}" destId="{BF380411-FFFB-426F-8D62-AA870E95962E}" srcOrd="0" destOrd="0" presId="urn:microsoft.com/office/officeart/2005/8/layout/lProcess2"/>
    <dgm:cxn modelId="{BAFDCCA6-608F-4432-88CE-D77CA89FB2E1}" type="presOf" srcId="{9DA9AF62-1DF1-4605-B791-143129933F72}" destId="{AC32AB39-AB5F-42E0-925B-A723F89D8699}" srcOrd="0" destOrd="0" presId="urn:microsoft.com/office/officeart/2005/8/layout/lProcess2"/>
    <dgm:cxn modelId="{9622A8A9-A94A-4EEB-8C35-B13EAF35DBFF}" srcId="{F18E1114-5859-4660-B2B6-A0FB42C66E72}" destId="{F9E6E865-EA74-475C-B76B-C961A4795C68}" srcOrd="4" destOrd="0" parTransId="{BCFFCAE4-6F30-4FBD-A922-4AC5A97352C8}" sibTransId="{91588016-88B0-444F-84D4-65D1446C3467}"/>
    <dgm:cxn modelId="{97C0E3AE-11E5-4AE9-9D83-F109EF20C211}" type="presOf" srcId="{6F6D266D-D3DB-4621-95BA-9C9511C86DD0}" destId="{F176FAE6-4BBD-4AAC-AD9E-201081E499B9}" srcOrd="0" destOrd="0" presId="urn:microsoft.com/office/officeart/2005/8/layout/lProcess2"/>
    <dgm:cxn modelId="{731A4EB2-AF79-41F6-8A1D-FD9EDDA5C063}" srcId="{0B8FB480-3B88-44B8-90D1-39EB2E62C82E}" destId="{F7E89925-ADD2-4024-BE5C-3F9DFAAF3F4E}" srcOrd="7" destOrd="0" parTransId="{E251AD11-9E50-4D91-980F-66344D5EB3DD}" sibTransId="{690B1B29-58AA-4D9A-9A22-67E4F592F93C}"/>
    <dgm:cxn modelId="{869A9BB7-7B35-450A-B829-58FA5D0A64E6}" type="presOf" srcId="{705D8E0A-A2CF-409A-A1CE-175D9EFE34DC}" destId="{6F0BBCDA-6985-4C41-A5D0-BFCCEB7C0D97}" srcOrd="0" destOrd="0" presId="urn:microsoft.com/office/officeart/2005/8/layout/lProcess2"/>
    <dgm:cxn modelId="{98C462BD-8092-4FA6-96A1-A75EE82E58EA}" srcId="{D664A4C6-117F-4638-BBCF-9E1CF6D6ED4A}" destId="{9DA9AF62-1DF1-4605-B791-143129933F72}" srcOrd="4" destOrd="0" parTransId="{842373C3-B59D-4A99-BA76-AA47ED4DE1D8}" sibTransId="{43289617-ECD5-486E-BA3F-ADFCDF88E6B2}"/>
    <dgm:cxn modelId="{B4C0F2C3-1312-4392-84C8-344E3F7B4C0B}" srcId="{DC6F260B-2F19-4F51-BAE6-98330FEE022A}" destId="{705D8E0A-A2CF-409A-A1CE-175D9EFE34DC}" srcOrd="3" destOrd="0" parTransId="{77468F19-630E-4BD3-A6A0-B7F7C1BE1929}" sibTransId="{1E4FC927-0941-42AF-838F-57674C1FBB22}"/>
    <dgm:cxn modelId="{B6D556C5-5973-4B23-9A52-6071809A9EF5}" type="presOf" srcId="{D664A4C6-117F-4638-BBCF-9E1CF6D6ED4A}" destId="{030AA742-C29F-47D0-8522-3D866C9986CF}" srcOrd="1" destOrd="0" presId="urn:microsoft.com/office/officeart/2005/8/layout/lProcess2"/>
    <dgm:cxn modelId="{DD2B80C5-48A3-46CF-9C9F-312FAE606712}" srcId="{DC6F260B-2F19-4F51-BAE6-98330FEE022A}" destId="{ABC3F0BC-7474-4DC5-9DD1-6A51C75F754F}" srcOrd="2" destOrd="0" parTransId="{9805C344-7F7B-4A41-A6B5-790D02A7C3B6}" sibTransId="{C0FE9B7F-1619-44AD-ADD3-947B24F966A1}"/>
    <dgm:cxn modelId="{FDA170C7-CC00-4592-96F0-D6FDD17128B2}" type="presOf" srcId="{ABC3F0BC-7474-4DC5-9DD1-6A51C75F754F}" destId="{20F8077C-414C-4B52-A94E-A76113A4BAC1}" srcOrd="0" destOrd="0" presId="urn:microsoft.com/office/officeart/2005/8/layout/lProcess2"/>
    <dgm:cxn modelId="{DF6BF7C8-0001-4981-BABD-F179FDE1CC6D}" type="presOf" srcId="{3DACC24B-1BC6-462A-85C7-4779FE2CC137}" destId="{688EC26E-96E7-430C-8BA5-D77E569D2CEB}" srcOrd="0" destOrd="0" presId="urn:microsoft.com/office/officeart/2005/8/layout/lProcess2"/>
    <dgm:cxn modelId="{5F95C8CB-E074-44F9-9F39-FAAFDF031A4C}" srcId="{DC6F260B-2F19-4F51-BAE6-98330FEE022A}" destId="{C9776C4E-85F4-4679-821D-16E3DBF59827}" srcOrd="6" destOrd="0" parTransId="{78A81065-6508-4EC4-9B0E-1108D5F6729C}" sibTransId="{1E70B10A-18FD-48D2-927A-2DF9EE019F21}"/>
    <dgm:cxn modelId="{6E40C4CD-01A0-4085-A057-7CCF1CAF673E}" type="presOf" srcId="{14751D9B-9265-471E-A00E-4BDA6201BC94}" destId="{FFD2C41F-37D8-4A24-A99C-D2E447F84DE4}" srcOrd="0" destOrd="0" presId="urn:microsoft.com/office/officeart/2005/8/layout/lProcess2"/>
    <dgm:cxn modelId="{440CDDCE-B063-4709-A2D1-9BC12C172613}" type="presOf" srcId="{E41CCB93-522F-4CCF-91F2-1B4147D25B62}" destId="{43804628-701B-44E9-ABBD-08A3E8B32361}" srcOrd="0" destOrd="0" presId="urn:microsoft.com/office/officeart/2005/8/layout/lProcess2"/>
    <dgm:cxn modelId="{133ED9D1-2C25-419B-B353-DBD0FEDF5CC0}" type="presOf" srcId="{09DAA390-F405-4824-A466-2227110A2FA5}" destId="{91607DB8-EC08-4A7E-B090-08B4C6C798DC}" srcOrd="0" destOrd="0" presId="urn:microsoft.com/office/officeart/2005/8/layout/lProcess2"/>
    <dgm:cxn modelId="{D40DFBD1-7B17-4219-9BFC-726A53B6AF47}" srcId="{D664A4C6-117F-4638-BBCF-9E1CF6D6ED4A}" destId="{09DAA390-F405-4824-A466-2227110A2FA5}" srcOrd="8" destOrd="0" parTransId="{18FE6CB0-A177-4A55-B11B-DA4D75F222A3}" sibTransId="{8BE99AEF-542D-4D4B-86F0-34704AA162D2}"/>
    <dgm:cxn modelId="{AFCA09D3-AE1A-48E6-9959-24337E4EAA3D}" srcId="{0B8FB480-3B88-44B8-90D1-39EB2E62C82E}" destId="{21C17C3E-CD94-4675-92DF-B2FE228771B8}" srcOrd="5" destOrd="0" parTransId="{B47F00BA-AF72-4CD8-A9B0-39D399142676}" sibTransId="{0AC06C82-5DF7-42A2-A3C3-98257992EF42}"/>
    <dgm:cxn modelId="{9EA33CD6-9F11-485C-9118-2472E2EF5313}" type="presOf" srcId="{0B8FB480-3B88-44B8-90D1-39EB2E62C82E}" destId="{D32827CC-A515-4492-8EEF-5C5D8605A875}" srcOrd="0" destOrd="0" presId="urn:microsoft.com/office/officeart/2005/8/layout/lProcess2"/>
    <dgm:cxn modelId="{549192D6-1B63-4664-A92A-709A554DC21E}" srcId="{0B8FB480-3B88-44B8-90D1-39EB2E62C82E}" destId="{360E4B01-96B9-42E0-B83F-E8D367E91B33}" srcOrd="0" destOrd="0" parTransId="{C49B23AE-521D-4355-AA91-63A8ACE79B62}" sibTransId="{B512C99C-3FA7-4606-8CF5-A3078BD722CA}"/>
    <dgm:cxn modelId="{768088D9-4A8D-4AD1-9A47-32008775CCA7}" srcId="{D664A4C6-117F-4638-BBCF-9E1CF6D6ED4A}" destId="{9FB946E0-38E1-4E3F-92F4-824D00E2DAEB}" srcOrd="3" destOrd="0" parTransId="{2152B49F-B065-49F7-8CFA-FD2A63D79CD6}" sibTransId="{21B7DC92-E07D-4512-A822-B1B79491CF6C}"/>
    <dgm:cxn modelId="{A3CEDDD9-077B-48D5-A6F2-06C33A06B879}" srcId="{F18E1114-5859-4660-B2B6-A0FB42C66E72}" destId="{F42A5857-66A1-4832-92D3-759650D281EE}" srcOrd="7" destOrd="0" parTransId="{0CD9EE8B-1E4C-4986-BEA7-17A9C2DF6176}" sibTransId="{94E6A00E-EB1D-4CE0-96B3-FACDCF668317}"/>
    <dgm:cxn modelId="{43E00CDC-E313-433D-8569-D6F851F037B8}" srcId="{D664A4C6-117F-4638-BBCF-9E1CF6D6ED4A}" destId="{E771984D-E6BC-4E5B-B3F3-6F6224C12313}" srcOrd="7" destOrd="0" parTransId="{31466C80-2DB3-4CA2-8123-73076949B218}" sibTransId="{36C3B746-59F0-4E1E-AF34-DC0BE29C2957}"/>
    <dgm:cxn modelId="{7B1636DF-58C9-43C4-B215-3CCEECEF0D8A}" type="presOf" srcId="{E03F32EE-2AE7-4796-ACBD-EF440FEDBA54}" destId="{01EFFF61-2BAD-4E9B-AB57-F97C2E92011F}" srcOrd="0" destOrd="0" presId="urn:microsoft.com/office/officeart/2005/8/layout/lProcess2"/>
    <dgm:cxn modelId="{289638E0-7E49-4D9D-92ED-DCD793BCE7C3}" type="presOf" srcId="{226A6AD1-4AFC-4A8E-86EE-1CCEBA09633A}" destId="{07D697A7-C780-4A9F-9113-10FFE68B0122}" srcOrd="0" destOrd="0" presId="urn:microsoft.com/office/officeart/2005/8/layout/lProcess2"/>
    <dgm:cxn modelId="{79B9E5E1-9158-41C1-8F3F-B087EB13B743}" srcId="{D664A4C6-117F-4638-BBCF-9E1CF6D6ED4A}" destId="{3DACC24B-1BC6-462A-85C7-4779FE2CC137}" srcOrd="2" destOrd="0" parTransId="{6F6A06F7-601B-4350-A855-0087BDA78BC1}" sibTransId="{3004F6B5-E765-4E04-BC20-62C71D5F4262}"/>
    <dgm:cxn modelId="{B14573E8-998B-43E8-AF93-2AA2988FD2A7}" type="presOf" srcId="{5C8BF944-D1D5-4D6E-B08B-CCB35318908E}" destId="{C4505AA4-18FD-4EA4-B467-54725568BC5A}" srcOrd="0" destOrd="0" presId="urn:microsoft.com/office/officeart/2005/8/layout/lProcess2"/>
    <dgm:cxn modelId="{EB2649EB-0C79-4318-9659-FFFBE6B17FBB}" srcId="{F18E1114-5859-4660-B2B6-A0FB42C66E72}" destId="{C5334C13-558E-4F10-8177-613C477D1BC6}" srcOrd="0" destOrd="0" parTransId="{505CBEBE-378F-47A3-BD38-F223131AE8BE}" sibTransId="{4FA8075B-190B-41A4-B413-D47B739B3843}"/>
    <dgm:cxn modelId="{E525D8EF-AFF7-4229-A52B-F123645FB432}" type="presOf" srcId="{DC6F260B-2F19-4F51-BAE6-98330FEE022A}" destId="{6A932F7A-D32E-4F60-A317-F45CF5440B03}" srcOrd="1" destOrd="0" presId="urn:microsoft.com/office/officeart/2005/8/layout/lProcess2"/>
    <dgm:cxn modelId="{8840E5F0-C0A3-4E4C-A932-AD4E712207D3}" type="presOf" srcId="{ACD087D5-8560-401E-91CC-E8BBE1C92867}" destId="{544C0A3A-A691-433E-84CF-C8CDA26083D7}" srcOrd="0" destOrd="0" presId="urn:microsoft.com/office/officeart/2005/8/layout/lProcess2"/>
    <dgm:cxn modelId="{D4B164F2-38EB-4E92-8124-C5E782595219}" srcId="{D664A4C6-117F-4638-BBCF-9E1CF6D6ED4A}" destId="{B0E90B7B-6A4E-47A6-BCC4-98CD6C5CA063}" srcOrd="6" destOrd="0" parTransId="{17445D7B-E458-4BB1-B827-6C0947BE3ECB}" sibTransId="{6D227E78-BC08-4CAD-9AA3-ADF9FC34CC52}"/>
    <dgm:cxn modelId="{4514D8F2-FFFD-41DA-9368-EEF178572BFE}" srcId="{F18E1114-5859-4660-B2B6-A0FB42C66E72}" destId="{ACD087D5-8560-401E-91CC-E8BBE1C92867}" srcOrd="2" destOrd="0" parTransId="{E6AC0C1A-7B3E-4A09-906D-3FFCD7E2C5E2}" sibTransId="{40259A2D-E3B0-4DD5-AD8B-1BCD13B658AA}"/>
    <dgm:cxn modelId="{8CC18EF5-AD3D-4D96-A382-A13B9A268BBB}" type="presOf" srcId="{74AD8128-C382-49D5-B45E-CA96F12B833D}" destId="{1ABAD915-E03E-44B0-B610-C75FA8058BF4}" srcOrd="0" destOrd="0" presId="urn:microsoft.com/office/officeart/2005/8/layout/lProcess2"/>
    <dgm:cxn modelId="{B47A52F7-6C63-4A1B-ABE4-0BDB069813BE}" srcId="{0B8FB480-3B88-44B8-90D1-39EB2E62C82E}" destId="{14751D9B-9265-471E-A00E-4BDA6201BC94}" srcOrd="8" destOrd="0" parTransId="{76E4ECCB-F4D0-4A94-8566-90FFF84B1B6F}" sibTransId="{A46AF6B7-8AB0-4C52-8A60-9CEAC8602E29}"/>
    <dgm:cxn modelId="{CA31BEF8-EEC7-40F7-9533-3B724C0C70E4}" type="presOf" srcId="{7B76DFAB-D268-4DEF-8B09-F4E78A758957}" destId="{B75A5C55-B447-47FE-973A-8679955B5AD0}" srcOrd="0" destOrd="0" presId="urn:microsoft.com/office/officeart/2005/8/layout/lProcess2"/>
    <dgm:cxn modelId="{7A4ED5FA-701C-4BF0-B21C-86FE5E3A03E2}" srcId="{0B8FB480-3B88-44B8-90D1-39EB2E62C82E}" destId="{7E0497DC-4E16-49E8-A88E-BCA6D1C9CB98}" srcOrd="1" destOrd="0" parTransId="{1D3B26FA-4542-4916-8822-2A00A599BE93}" sibTransId="{6B6147CE-A9AA-48BE-8A33-B919BB52C784}"/>
    <dgm:cxn modelId="{E998CEFF-2D36-4121-A826-0827CEECBB2F}" type="presOf" srcId="{FBC104FC-EE9A-45C5-BF56-B9EDF179BBA5}" destId="{2466A7BD-1476-4C41-8FE6-EEFFCEFF84CD}" srcOrd="0" destOrd="0" presId="urn:microsoft.com/office/officeart/2005/8/layout/lProcess2"/>
    <dgm:cxn modelId="{F07EA59B-2596-4C58-9E38-1EA8E6C58ECC}" type="presParOf" srcId="{01BD86E5-D82B-4439-8D9E-A2F8F3419681}" destId="{2030007F-A341-49A8-87F7-ED7FEB73361F}" srcOrd="0" destOrd="0" presId="urn:microsoft.com/office/officeart/2005/8/layout/lProcess2"/>
    <dgm:cxn modelId="{167AE912-FDB9-4867-A09D-CE5BA0477DD2}" type="presParOf" srcId="{2030007F-A341-49A8-87F7-ED7FEB73361F}" destId="{BF380411-FFFB-426F-8D62-AA870E95962E}" srcOrd="0" destOrd="0" presId="urn:microsoft.com/office/officeart/2005/8/layout/lProcess2"/>
    <dgm:cxn modelId="{1FF147B1-0956-4738-80DE-7219B1AC6699}" type="presParOf" srcId="{2030007F-A341-49A8-87F7-ED7FEB73361F}" destId="{030AA742-C29F-47D0-8522-3D866C9986CF}" srcOrd="1" destOrd="0" presId="urn:microsoft.com/office/officeart/2005/8/layout/lProcess2"/>
    <dgm:cxn modelId="{4CEABA6A-9964-471E-8878-0F86B53C304B}" type="presParOf" srcId="{2030007F-A341-49A8-87F7-ED7FEB73361F}" destId="{B9926B00-B15C-40AB-9882-6075726205FE}" srcOrd="2" destOrd="0" presId="urn:microsoft.com/office/officeart/2005/8/layout/lProcess2"/>
    <dgm:cxn modelId="{3CDCA9E2-1863-41EC-A5EB-107DB031D974}" type="presParOf" srcId="{B9926B00-B15C-40AB-9882-6075726205FE}" destId="{2725F98D-421A-4E90-8F6A-93B9433AA81E}" srcOrd="0" destOrd="0" presId="urn:microsoft.com/office/officeart/2005/8/layout/lProcess2"/>
    <dgm:cxn modelId="{BD8F4103-96C7-48D9-8651-8BCC544F86ED}" type="presParOf" srcId="{2725F98D-421A-4E90-8F6A-93B9433AA81E}" destId="{77DB648F-AFC5-4AE3-9D9C-4D6B10CAE9F6}" srcOrd="0" destOrd="0" presId="urn:microsoft.com/office/officeart/2005/8/layout/lProcess2"/>
    <dgm:cxn modelId="{0A0FEAF9-30B1-4A26-8950-F49AB44C23D8}" type="presParOf" srcId="{2725F98D-421A-4E90-8F6A-93B9433AA81E}" destId="{9C68BEA6-E14A-4B1B-B92C-E82F5B65F040}" srcOrd="1" destOrd="0" presId="urn:microsoft.com/office/officeart/2005/8/layout/lProcess2"/>
    <dgm:cxn modelId="{0D60518C-E858-4979-AA3E-35F303A54E21}" type="presParOf" srcId="{2725F98D-421A-4E90-8F6A-93B9433AA81E}" destId="{C4505AA4-18FD-4EA4-B467-54725568BC5A}" srcOrd="2" destOrd="0" presId="urn:microsoft.com/office/officeart/2005/8/layout/lProcess2"/>
    <dgm:cxn modelId="{723EC5FD-79B3-4AF2-BECE-0754F6FFFC2E}" type="presParOf" srcId="{2725F98D-421A-4E90-8F6A-93B9433AA81E}" destId="{CB223157-2037-4DC6-9740-B69D44A5AD37}" srcOrd="3" destOrd="0" presId="urn:microsoft.com/office/officeart/2005/8/layout/lProcess2"/>
    <dgm:cxn modelId="{859E3C74-D51B-4AAD-9C80-9B6426020C83}" type="presParOf" srcId="{2725F98D-421A-4E90-8F6A-93B9433AA81E}" destId="{688EC26E-96E7-430C-8BA5-D77E569D2CEB}" srcOrd="4" destOrd="0" presId="urn:microsoft.com/office/officeart/2005/8/layout/lProcess2"/>
    <dgm:cxn modelId="{9CD1A3EB-B532-47F8-8F56-E0B0FBB00553}" type="presParOf" srcId="{2725F98D-421A-4E90-8F6A-93B9433AA81E}" destId="{D8A46FFA-E066-4DE2-8A7E-1D15959C9C1D}" srcOrd="5" destOrd="0" presId="urn:microsoft.com/office/officeart/2005/8/layout/lProcess2"/>
    <dgm:cxn modelId="{642E1BB3-B58B-46C6-AA08-35CB152F4108}" type="presParOf" srcId="{2725F98D-421A-4E90-8F6A-93B9433AA81E}" destId="{57E07074-E47C-4C59-AF38-9EFA1EC85473}" srcOrd="6" destOrd="0" presId="urn:microsoft.com/office/officeart/2005/8/layout/lProcess2"/>
    <dgm:cxn modelId="{8A054FAC-E78F-40BE-AC70-0E728858A79D}" type="presParOf" srcId="{2725F98D-421A-4E90-8F6A-93B9433AA81E}" destId="{36976957-2EAE-4985-9FF5-4BE211EA6481}" srcOrd="7" destOrd="0" presId="urn:microsoft.com/office/officeart/2005/8/layout/lProcess2"/>
    <dgm:cxn modelId="{06CB2094-A57A-4348-A7CF-D6FDE8B08062}" type="presParOf" srcId="{2725F98D-421A-4E90-8F6A-93B9433AA81E}" destId="{AC32AB39-AB5F-42E0-925B-A723F89D8699}" srcOrd="8" destOrd="0" presId="urn:microsoft.com/office/officeart/2005/8/layout/lProcess2"/>
    <dgm:cxn modelId="{39D43427-1779-4F42-B753-8E55744A443F}" type="presParOf" srcId="{2725F98D-421A-4E90-8F6A-93B9433AA81E}" destId="{60DA33D5-FFF2-4767-A92B-254F81C5B936}" srcOrd="9" destOrd="0" presId="urn:microsoft.com/office/officeart/2005/8/layout/lProcess2"/>
    <dgm:cxn modelId="{E94831D8-0FEC-4880-99D2-9193C3B77CC8}" type="presParOf" srcId="{2725F98D-421A-4E90-8F6A-93B9433AA81E}" destId="{9A762110-8232-4F59-99F7-B1D6BE9AEF59}" srcOrd="10" destOrd="0" presId="urn:microsoft.com/office/officeart/2005/8/layout/lProcess2"/>
    <dgm:cxn modelId="{F234CDD7-A66E-4FEB-96CE-9BB22972EA4E}" type="presParOf" srcId="{2725F98D-421A-4E90-8F6A-93B9433AA81E}" destId="{877960F6-F3E2-44A4-B090-F844176CE8C7}" srcOrd="11" destOrd="0" presId="urn:microsoft.com/office/officeart/2005/8/layout/lProcess2"/>
    <dgm:cxn modelId="{78EB6A4E-06B8-4986-97E8-CD857CA9B1ED}" type="presParOf" srcId="{2725F98D-421A-4E90-8F6A-93B9433AA81E}" destId="{8F7555B2-ADE3-4038-B933-91C865DE6D43}" srcOrd="12" destOrd="0" presId="urn:microsoft.com/office/officeart/2005/8/layout/lProcess2"/>
    <dgm:cxn modelId="{E9F3B6F8-4C3C-4607-9EB1-5B3F7F0626E5}" type="presParOf" srcId="{2725F98D-421A-4E90-8F6A-93B9433AA81E}" destId="{BB8774A6-B849-4C53-9C0D-381959D8ACC8}" srcOrd="13" destOrd="0" presId="urn:microsoft.com/office/officeart/2005/8/layout/lProcess2"/>
    <dgm:cxn modelId="{34E20706-B1AB-40B0-BBEF-098F4C69CA7A}" type="presParOf" srcId="{2725F98D-421A-4E90-8F6A-93B9433AA81E}" destId="{785CA1BF-C656-4B16-8BAD-0606CFAF78FE}" srcOrd="14" destOrd="0" presId="urn:microsoft.com/office/officeart/2005/8/layout/lProcess2"/>
    <dgm:cxn modelId="{8DB63A26-3736-49F9-B845-1305DB85992E}" type="presParOf" srcId="{2725F98D-421A-4E90-8F6A-93B9433AA81E}" destId="{4735FDE8-6AC4-4A2E-84AB-DFAA8D6AFCA4}" srcOrd="15" destOrd="0" presId="urn:microsoft.com/office/officeart/2005/8/layout/lProcess2"/>
    <dgm:cxn modelId="{7305E325-3939-4D60-AC9B-39D88B718B10}" type="presParOf" srcId="{2725F98D-421A-4E90-8F6A-93B9433AA81E}" destId="{91607DB8-EC08-4A7E-B090-08B4C6C798DC}" srcOrd="16" destOrd="0" presId="urn:microsoft.com/office/officeart/2005/8/layout/lProcess2"/>
    <dgm:cxn modelId="{7CCF883F-CD54-48F5-8AFC-B6D1F9D2B0A0}" type="presParOf" srcId="{01BD86E5-D82B-4439-8D9E-A2F8F3419681}" destId="{790EC15B-2780-4913-9E57-267E213DAC02}" srcOrd="1" destOrd="0" presId="urn:microsoft.com/office/officeart/2005/8/layout/lProcess2"/>
    <dgm:cxn modelId="{F9E92834-2F94-4304-B48B-BF88BD564272}" type="presParOf" srcId="{01BD86E5-D82B-4439-8D9E-A2F8F3419681}" destId="{0298BD1B-F1A0-4000-854A-4D3725127443}" srcOrd="2" destOrd="0" presId="urn:microsoft.com/office/officeart/2005/8/layout/lProcess2"/>
    <dgm:cxn modelId="{64A1AF3F-39B3-4F8D-8973-FEBE29BC63B1}" type="presParOf" srcId="{0298BD1B-F1A0-4000-854A-4D3725127443}" destId="{D32827CC-A515-4492-8EEF-5C5D8605A875}" srcOrd="0" destOrd="0" presId="urn:microsoft.com/office/officeart/2005/8/layout/lProcess2"/>
    <dgm:cxn modelId="{B8E8B66F-5D82-4B25-97D1-F76DF8C6208A}" type="presParOf" srcId="{0298BD1B-F1A0-4000-854A-4D3725127443}" destId="{EBCCC89B-2BD1-4233-84AD-E181768E14A9}" srcOrd="1" destOrd="0" presId="urn:microsoft.com/office/officeart/2005/8/layout/lProcess2"/>
    <dgm:cxn modelId="{37726CD8-5DD1-4DE8-95E6-64FA4C2563AA}" type="presParOf" srcId="{0298BD1B-F1A0-4000-854A-4D3725127443}" destId="{61CCF332-AB01-48C6-AE2C-623537190F16}" srcOrd="2" destOrd="0" presId="urn:microsoft.com/office/officeart/2005/8/layout/lProcess2"/>
    <dgm:cxn modelId="{BED19AB0-F910-412A-8343-5CE6730092D3}" type="presParOf" srcId="{61CCF332-AB01-48C6-AE2C-623537190F16}" destId="{B7074629-629E-48C0-8138-21F4E3941756}" srcOrd="0" destOrd="0" presId="urn:microsoft.com/office/officeart/2005/8/layout/lProcess2"/>
    <dgm:cxn modelId="{3A8231D6-A0E6-408B-B35D-3C1D5E3775D9}" type="presParOf" srcId="{B7074629-629E-48C0-8138-21F4E3941756}" destId="{CA068D27-1456-4393-9B04-336F857DD2FB}" srcOrd="0" destOrd="0" presId="urn:microsoft.com/office/officeart/2005/8/layout/lProcess2"/>
    <dgm:cxn modelId="{DEE6E200-F9F3-4FFA-9A86-C4D63973C59C}" type="presParOf" srcId="{B7074629-629E-48C0-8138-21F4E3941756}" destId="{A80A8D6B-23E7-403A-969D-1AEF88345102}" srcOrd="1" destOrd="0" presId="urn:microsoft.com/office/officeart/2005/8/layout/lProcess2"/>
    <dgm:cxn modelId="{89A09E84-0874-4487-9DCF-0A90926D0C46}" type="presParOf" srcId="{B7074629-629E-48C0-8138-21F4E3941756}" destId="{D2A3331B-D4D0-4FD2-AFA2-F0FC4F59524E}" srcOrd="2" destOrd="0" presId="urn:microsoft.com/office/officeart/2005/8/layout/lProcess2"/>
    <dgm:cxn modelId="{D193EA6C-50EF-41A2-815C-080066388308}" type="presParOf" srcId="{B7074629-629E-48C0-8138-21F4E3941756}" destId="{760F33DD-2742-494B-A46B-CD7D7D8D6C94}" srcOrd="3" destOrd="0" presId="urn:microsoft.com/office/officeart/2005/8/layout/lProcess2"/>
    <dgm:cxn modelId="{CDD3E413-4034-4DBF-8759-F66ECE65DDD7}" type="presParOf" srcId="{B7074629-629E-48C0-8138-21F4E3941756}" destId="{E57B720D-EC2F-417E-AD32-05567C3CA321}" srcOrd="4" destOrd="0" presId="urn:microsoft.com/office/officeart/2005/8/layout/lProcess2"/>
    <dgm:cxn modelId="{9DBF7D91-B091-4F84-B564-1C5A313BF241}" type="presParOf" srcId="{B7074629-629E-48C0-8138-21F4E3941756}" destId="{6594A57D-7C74-414B-8F39-6F025499CBD8}" srcOrd="5" destOrd="0" presId="urn:microsoft.com/office/officeart/2005/8/layout/lProcess2"/>
    <dgm:cxn modelId="{008C51B3-BE06-4FF8-B73A-94741DD7FD6C}" type="presParOf" srcId="{B7074629-629E-48C0-8138-21F4E3941756}" destId="{C1678FB3-FEC0-48A3-BD40-CE7CE95365F7}" srcOrd="6" destOrd="0" presId="urn:microsoft.com/office/officeart/2005/8/layout/lProcess2"/>
    <dgm:cxn modelId="{5CD3BB7F-7D33-4FE0-A66B-581C91F44513}" type="presParOf" srcId="{B7074629-629E-48C0-8138-21F4E3941756}" destId="{1C8B32D9-93B3-46DC-AAB0-C9F78D2D7580}" srcOrd="7" destOrd="0" presId="urn:microsoft.com/office/officeart/2005/8/layout/lProcess2"/>
    <dgm:cxn modelId="{C4235A20-35CC-41B4-BFAA-99BCF363792C}" type="presParOf" srcId="{B7074629-629E-48C0-8138-21F4E3941756}" destId="{01EFFF61-2BAD-4E9B-AB57-F97C2E92011F}" srcOrd="8" destOrd="0" presId="urn:microsoft.com/office/officeart/2005/8/layout/lProcess2"/>
    <dgm:cxn modelId="{C54684E7-4951-41B5-872D-D982B43DADD2}" type="presParOf" srcId="{B7074629-629E-48C0-8138-21F4E3941756}" destId="{E051F050-D020-4CB2-BFFC-812503179393}" srcOrd="9" destOrd="0" presId="urn:microsoft.com/office/officeart/2005/8/layout/lProcess2"/>
    <dgm:cxn modelId="{3FF23BFF-9FF5-46EB-AD6A-BBCC24467BE3}" type="presParOf" srcId="{B7074629-629E-48C0-8138-21F4E3941756}" destId="{0D7801DD-FCC1-4629-87D2-345FAB32378B}" srcOrd="10" destOrd="0" presId="urn:microsoft.com/office/officeart/2005/8/layout/lProcess2"/>
    <dgm:cxn modelId="{ACEBA72D-6AC2-466E-A44A-6A72B07D10CC}" type="presParOf" srcId="{B7074629-629E-48C0-8138-21F4E3941756}" destId="{AB45AA55-2DDD-4EA2-8D71-A66C067FA463}" srcOrd="11" destOrd="0" presId="urn:microsoft.com/office/officeart/2005/8/layout/lProcess2"/>
    <dgm:cxn modelId="{1FEB9615-718C-4D4D-B074-934FE530E495}" type="presParOf" srcId="{B7074629-629E-48C0-8138-21F4E3941756}" destId="{2D93A4EE-7B1D-4E8F-8305-9D52F23E3AEC}" srcOrd="12" destOrd="0" presId="urn:microsoft.com/office/officeart/2005/8/layout/lProcess2"/>
    <dgm:cxn modelId="{5E7EFE59-434C-4807-B2ED-E4E0C959BD84}" type="presParOf" srcId="{B7074629-629E-48C0-8138-21F4E3941756}" destId="{EF8E331B-7927-42F3-BB0B-40C5319DCC09}" srcOrd="13" destOrd="0" presId="urn:microsoft.com/office/officeart/2005/8/layout/lProcess2"/>
    <dgm:cxn modelId="{B341EE69-C595-496B-B6E3-D8FA990F46E1}" type="presParOf" srcId="{B7074629-629E-48C0-8138-21F4E3941756}" destId="{4D9ED65F-946F-4F42-AF30-22261810E14C}" srcOrd="14" destOrd="0" presId="urn:microsoft.com/office/officeart/2005/8/layout/lProcess2"/>
    <dgm:cxn modelId="{73C5C304-1C41-43E6-8DA4-38DC78A46A05}" type="presParOf" srcId="{B7074629-629E-48C0-8138-21F4E3941756}" destId="{9364B052-1DCD-41EB-92F5-23F275AED18E}" srcOrd="15" destOrd="0" presId="urn:microsoft.com/office/officeart/2005/8/layout/lProcess2"/>
    <dgm:cxn modelId="{C275FF38-7384-4742-B9B8-EE0F162BFCBE}" type="presParOf" srcId="{B7074629-629E-48C0-8138-21F4E3941756}" destId="{FFD2C41F-37D8-4A24-A99C-D2E447F84DE4}" srcOrd="16" destOrd="0" presId="urn:microsoft.com/office/officeart/2005/8/layout/lProcess2"/>
    <dgm:cxn modelId="{F17D25C3-4C12-4A9B-BD41-BA4DFBD8B651}" type="presParOf" srcId="{01BD86E5-D82B-4439-8D9E-A2F8F3419681}" destId="{6CC32F04-99B2-4944-AF0E-914DC8532FF5}" srcOrd="3" destOrd="0" presId="urn:microsoft.com/office/officeart/2005/8/layout/lProcess2"/>
    <dgm:cxn modelId="{D1F8F3F0-38A3-4202-9AC2-63306BF835A2}" type="presParOf" srcId="{01BD86E5-D82B-4439-8D9E-A2F8F3419681}" destId="{E68A3683-C922-4554-A60C-5609F41855D7}" srcOrd="4" destOrd="0" presId="urn:microsoft.com/office/officeart/2005/8/layout/lProcess2"/>
    <dgm:cxn modelId="{AD002E6B-A8B1-4331-9819-7904B9544260}" type="presParOf" srcId="{E68A3683-C922-4554-A60C-5609F41855D7}" destId="{BFCB4734-9118-4B17-A4EC-76A23A30B44E}" srcOrd="0" destOrd="0" presId="urn:microsoft.com/office/officeart/2005/8/layout/lProcess2"/>
    <dgm:cxn modelId="{4C4F8A4F-36DB-4136-856B-34FFCAEBA449}" type="presParOf" srcId="{E68A3683-C922-4554-A60C-5609F41855D7}" destId="{6A932F7A-D32E-4F60-A317-F45CF5440B03}" srcOrd="1" destOrd="0" presId="urn:microsoft.com/office/officeart/2005/8/layout/lProcess2"/>
    <dgm:cxn modelId="{92973DFB-A352-4DFD-8283-43BAB1429ECD}" type="presParOf" srcId="{E68A3683-C922-4554-A60C-5609F41855D7}" destId="{765695B0-DF95-40C3-9F14-EF1D851FE171}" srcOrd="2" destOrd="0" presId="urn:microsoft.com/office/officeart/2005/8/layout/lProcess2"/>
    <dgm:cxn modelId="{6C341169-1DEF-46BE-94D4-3FEB89BEB790}" type="presParOf" srcId="{765695B0-DF95-40C3-9F14-EF1D851FE171}" destId="{F4A497D3-DAFE-4D61-A99B-2F4D5BA61302}" srcOrd="0" destOrd="0" presId="urn:microsoft.com/office/officeart/2005/8/layout/lProcess2"/>
    <dgm:cxn modelId="{4971266B-930D-48D8-BD67-9059C103CC0C}" type="presParOf" srcId="{F4A497D3-DAFE-4D61-A99B-2F4D5BA61302}" destId="{B75A5C55-B447-47FE-973A-8679955B5AD0}" srcOrd="0" destOrd="0" presId="urn:microsoft.com/office/officeart/2005/8/layout/lProcess2"/>
    <dgm:cxn modelId="{EB99E1A5-441A-441D-BB8D-EB46651E2B15}" type="presParOf" srcId="{F4A497D3-DAFE-4D61-A99B-2F4D5BA61302}" destId="{6B8CFB1E-51A0-4D37-8C7D-C37372DB2247}" srcOrd="1" destOrd="0" presId="urn:microsoft.com/office/officeart/2005/8/layout/lProcess2"/>
    <dgm:cxn modelId="{F7516158-C4DB-415F-B64F-4A5112DA99E5}" type="presParOf" srcId="{F4A497D3-DAFE-4D61-A99B-2F4D5BA61302}" destId="{F176FAE6-4BBD-4AAC-AD9E-201081E499B9}" srcOrd="2" destOrd="0" presId="urn:microsoft.com/office/officeart/2005/8/layout/lProcess2"/>
    <dgm:cxn modelId="{CDFDC1E7-E4BE-41B0-8C11-A60C5566A052}" type="presParOf" srcId="{F4A497D3-DAFE-4D61-A99B-2F4D5BA61302}" destId="{BF658726-6419-452B-9C5A-093909455EEF}" srcOrd="3" destOrd="0" presId="urn:microsoft.com/office/officeart/2005/8/layout/lProcess2"/>
    <dgm:cxn modelId="{D3F723EC-A714-4F31-8B29-96D6C1331D16}" type="presParOf" srcId="{F4A497D3-DAFE-4D61-A99B-2F4D5BA61302}" destId="{20F8077C-414C-4B52-A94E-A76113A4BAC1}" srcOrd="4" destOrd="0" presId="urn:microsoft.com/office/officeart/2005/8/layout/lProcess2"/>
    <dgm:cxn modelId="{CCD684D2-D4B6-432C-A509-4D2C117BF4A2}" type="presParOf" srcId="{F4A497D3-DAFE-4D61-A99B-2F4D5BA61302}" destId="{7EDB95EE-1AE5-43A5-B9A5-DBD39B5C5F3B}" srcOrd="5" destOrd="0" presId="urn:microsoft.com/office/officeart/2005/8/layout/lProcess2"/>
    <dgm:cxn modelId="{969EA34B-A5D2-4F98-AD7E-4A50C2596485}" type="presParOf" srcId="{F4A497D3-DAFE-4D61-A99B-2F4D5BA61302}" destId="{6F0BBCDA-6985-4C41-A5D0-BFCCEB7C0D97}" srcOrd="6" destOrd="0" presId="urn:microsoft.com/office/officeart/2005/8/layout/lProcess2"/>
    <dgm:cxn modelId="{120874E3-BD31-4D5C-92FE-F0B9CBEFB319}" type="presParOf" srcId="{F4A497D3-DAFE-4D61-A99B-2F4D5BA61302}" destId="{59BF2934-23FE-4863-A650-F69490628B90}" srcOrd="7" destOrd="0" presId="urn:microsoft.com/office/officeart/2005/8/layout/lProcess2"/>
    <dgm:cxn modelId="{82389B7E-3CD0-439F-9A24-2C4E564E45ED}" type="presParOf" srcId="{F4A497D3-DAFE-4D61-A99B-2F4D5BA61302}" destId="{5FD10180-9D03-404A-8428-A4673124E1B6}" srcOrd="8" destOrd="0" presId="urn:microsoft.com/office/officeart/2005/8/layout/lProcess2"/>
    <dgm:cxn modelId="{D9AC348F-C83E-4707-B4AC-4C353DA8A326}" type="presParOf" srcId="{F4A497D3-DAFE-4D61-A99B-2F4D5BA61302}" destId="{9C94E901-F4D2-4C6D-A1BA-0BEE3E12129F}" srcOrd="9" destOrd="0" presId="urn:microsoft.com/office/officeart/2005/8/layout/lProcess2"/>
    <dgm:cxn modelId="{01669643-D30F-41FF-8BC7-07E41D71A96D}" type="presParOf" srcId="{F4A497D3-DAFE-4D61-A99B-2F4D5BA61302}" destId="{2466A7BD-1476-4C41-8FE6-EEFFCEFF84CD}" srcOrd="10" destOrd="0" presId="urn:microsoft.com/office/officeart/2005/8/layout/lProcess2"/>
    <dgm:cxn modelId="{6A5584C5-9499-4219-9286-2D6841E7226B}" type="presParOf" srcId="{F4A497D3-DAFE-4D61-A99B-2F4D5BA61302}" destId="{40EF6F04-DCC3-42E6-B5D7-B43DAF2D8250}" srcOrd="11" destOrd="0" presId="urn:microsoft.com/office/officeart/2005/8/layout/lProcess2"/>
    <dgm:cxn modelId="{5526DDEA-9CCD-4C82-9A9C-DFCED33F554F}" type="presParOf" srcId="{F4A497D3-DAFE-4D61-A99B-2F4D5BA61302}" destId="{E3D85631-788F-4356-8F58-C013394EAC5B}" srcOrd="12" destOrd="0" presId="urn:microsoft.com/office/officeart/2005/8/layout/lProcess2"/>
    <dgm:cxn modelId="{83F8A144-E9FA-4FE7-AEE7-7C2DA443DA48}" type="presParOf" srcId="{F4A497D3-DAFE-4D61-A99B-2F4D5BA61302}" destId="{89866AA5-A68A-465E-865F-AE355E967BF2}" srcOrd="13" destOrd="0" presId="urn:microsoft.com/office/officeart/2005/8/layout/lProcess2"/>
    <dgm:cxn modelId="{0627D3F2-5432-4148-B2F8-1544E465F9EC}" type="presParOf" srcId="{F4A497D3-DAFE-4D61-A99B-2F4D5BA61302}" destId="{1ABAD915-E03E-44B0-B610-C75FA8058BF4}" srcOrd="14" destOrd="0" presId="urn:microsoft.com/office/officeart/2005/8/layout/lProcess2"/>
    <dgm:cxn modelId="{2633EB10-13FA-44CC-88D8-A1333B395B36}" type="presParOf" srcId="{F4A497D3-DAFE-4D61-A99B-2F4D5BA61302}" destId="{5805E381-F57A-45FE-9B3F-372095F406CA}" srcOrd="15" destOrd="0" presId="urn:microsoft.com/office/officeart/2005/8/layout/lProcess2"/>
    <dgm:cxn modelId="{2FD4A981-A2AA-4F19-BC36-1B29ACAB74AA}" type="presParOf" srcId="{F4A497D3-DAFE-4D61-A99B-2F4D5BA61302}" destId="{07D697A7-C780-4A9F-9113-10FFE68B0122}" srcOrd="16" destOrd="0" presId="urn:microsoft.com/office/officeart/2005/8/layout/lProcess2"/>
    <dgm:cxn modelId="{2D846E27-96BC-4B0D-A786-E153199F581C}" type="presParOf" srcId="{01BD86E5-D82B-4439-8D9E-A2F8F3419681}" destId="{AA4DC9EB-FFBA-4EEF-8B41-466C3C0BECD1}" srcOrd="5" destOrd="0" presId="urn:microsoft.com/office/officeart/2005/8/layout/lProcess2"/>
    <dgm:cxn modelId="{C96C3706-080A-4D10-AAB1-FE6568AB4E72}" type="presParOf" srcId="{01BD86E5-D82B-4439-8D9E-A2F8F3419681}" destId="{78C2B0E9-18D8-46B1-9ABE-7117E803DDB3}" srcOrd="6" destOrd="0" presId="urn:microsoft.com/office/officeart/2005/8/layout/lProcess2"/>
    <dgm:cxn modelId="{3B8FEC30-5BB2-4416-AC72-E45258DF9A66}" type="presParOf" srcId="{78C2B0E9-18D8-46B1-9ABE-7117E803DDB3}" destId="{6BB2FE64-CD47-489E-A791-FE95D61C5E78}" srcOrd="0" destOrd="0" presId="urn:microsoft.com/office/officeart/2005/8/layout/lProcess2"/>
    <dgm:cxn modelId="{599BF368-D802-4FCF-8D22-993DF666574A}" type="presParOf" srcId="{78C2B0E9-18D8-46B1-9ABE-7117E803DDB3}" destId="{BF9E134F-4596-4730-97BF-D4A069C6B322}" srcOrd="1" destOrd="0" presId="urn:microsoft.com/office/officeart/2005/8/layout/lProcess2"/>
    <dgm:cxn modelId="{05FBB66A-4D8B-41E9-AF7A-5E131554C69F}" type="presParOf" srcId="{78C2B0E9-18D8-46B1-9ABE-7117E803DDB3}" destId="{8C4470C1-1498-4CD8-BAAA-B7804A5D7160}" srcOrd="2" destOrd="0" presId="urn:microsoft.com/office/officeart/2005/8/layout/lProcess2"/>
    <dgm:cxn modelId="{22D2DF8D-483F-4364-ABDB-D2DC1EAD8C73}" type="presParOf" srcId="{8C4470C1-1498-4CD8-BAAA-B7804A5D7160}" destId="{236C4675-C2CA-4C50-81B4-69B15D8E1C65}" srcOrd="0" destOrd="0" presId="urn:microsoft.com/office/officeart/2005/8/layout/lProcess2"/>
    <dgm:cxn modelId="{EAB83630-1431-46A5-8D91-71B3DE1176DD}" type="presParOf" srcId="{236C4675-C2CA-4C50-81B4-69B15D8E1C65}" destId="{F89B443D-FE83-4CFE-A651-A9CDDEBFC9C8}" srcOrd="0" destOrd="0" presId="urn:microsoft.com/office/officeart/2005/8/layout/lProcess2"/>
    <dgm:cxn modelId="{62D598F7-CE5B-4223-8ED3-AF6FA993B17F}" type="presParOf" srcId="{236C4675-C2CA-4C50-81B4-69B15D8E1C65}" destId="{4F6E4908-95A6-4ED1-A1C2-4E45EB90F93E}" srcOrd="1" destOrd="0" presId="urn:microsoft.com/office/officeart/2005/8/layout/lProcess2"/>
    <dgm:cxn modelId="{671B3C73-E95F-4A33-9A5A-0FDA418A0DB1}" type="presParOf" srcId="{236C4675-C2CA-4C50-81B4-69B15D8E1C65}" destId="{F56959E3-E352-4DD2-8D09-C865398FCE1D}" srcOrd="2" destOrd="0" presId="urn:microsoft.com/office/officeart/2005/8/layout/lProcess2"/>
    <dgm:cxn modelId="{37CA70E9-ACEC-4ACD-9D70-1430B580D42C}" type="presParOf" srcId="{236C4675-C2CA-4C50-81B4-69B15D8E1C65}" destId="{C37C6991-AF82-48D6-95FA-004D69D205B2}" srcOrd="3" destOrd="0" presId="urn:microsoft.com/office/officeart/2005/8/layout/lProcess2"/>
    <dgm:cxn modelId="{EB4CFCFC-E6FA-4769-B683-A78F8BF3D1C9}" type="presParOf" srcId="{236C4675-C2CA-4C50-81B4-69B15D8E1C65}" destId="{544C0A3A-A691-433E-84CF-C8CDA26083D7}" srcOrd="4" destOrd="0" presId="urn:microsoft.com/office/officeart/2005/8/layout/lProcess2"/>
    <dgm:cxn modelId="{917A982C-9E42-4723-B336-5B503B9416CC}" type="presParOf" srcId="{236C4675-C2CA-4C50-81B4-69B15D8E1C65}" destId="{BCF1E161-DD93-4B05-A8C1-11CE197A4295}" srcOrd="5" destOrd="0" presId="urn:microsoft.com/office/officeart/2005/8/layout/lProcess2"/>
    <dgm:cxn modelId="{776EDA44-28CD-48E0-9A15-9AFAC3DE8A4F}" type="presParOf" srcId="{236C4675-C2CA-4C50-81B4-69B15D8E1C65}" destId="{328AEC66-81C8-40B7-8E54-FF82AC987F9E}" srcOrd="6" destOrd="0" presId="urn:microsoft.com/office/officeart/2005/8/layout/lProcess2"/>
    <dgm:cxn modelId="{E6580FF2-D372-42B5-8EA6-5C849FD03A05}" type="presParOf" srcId="{236C4675-C2CA-4C50-81B4-69B15D8E1C65}" destId="{880E38A1-873B-453F-B6AD-4429C1BB5838}" srcOrd="7" destOrd="0" presId="urn:microsoft.com/office/officeart/2005/8/layout/lProcess2"/>
    <dgm:cxn modelId="{A679330E-5BA4-4E9B-A136-7D8CBE754000}" type="presParOf" srcId="{236C4675-C2CA-4C50-81B4-69B15D8E1C65}" destId="{C6439388-BD17-4CDB-BBFB-51D510A3977E}" srcOrd="8" destOrd="0" presId="urn:microsoft.com/office/officeart/2005/8/layout/lProcess2"/>
    <dgm:cxn modelId="{95214CEC-1A57-4FD2-ADFC-E535A7A6D59B}" type="presParOf" srcId="{236C4675-C2CA-4C50-81B4-69B15D8E1C65}" destId="{E6F0613F-6C08-4DE0-B24D-400A0A52E17A}" srcOrd="9" destOrd="0" presId="urn:microsoft.com/office/officeart/2005/8/layout/lProcess2"/>
    <dgm:cxn modelId="{F087064C-DD30-44C9-8707-EF253A0A3680}" type="presParOf" srcId="{236C4675-C2CA-4C50-81B4-69B15D8E1C65}" destId="{43804628-701B-44E9-ABBD-08A3E8B32361}" srcOrd="10" destOrd="0" presId="urn:microsoft.com/office/officeart/2005/8/layout/lProcess2"/>
    <dgm:cxn modelId="{DC522916-943D-4F8A-ABA1-CEF05BC2D882}" type="presParOf" srcId="{236C4675-C2CA-4C50-81B4-69B15D8E1C65}" destId="{8336F9D2-36A0-47A2-BDF5-2794C8FFD1AB}" srcOrd="11" destOrd="0" presId="urn:microsoft.com/office/officeart/2005/8/layout/lProcess2"/>
    <dgm:cxn modelId="{24E4E6B3-390C-4775-94EA-A171F31780DF}" type="presParOf" srcId="{236C4675-C2CA-4C50-81B4-69B15D8E1C65}" destId="{B502842B-E61B-4280-BCAA-022D09F6C5DD}" srcOrd="12" destOrd="0" presId="urn:microsoft.com/office/officeart/2005/8/layout/lProcess2"/>
    <dgm:cxn modelId="{0FBA9256-6F1D-463A-A920-39134AFDAEC7}" type="presParOf" srcId="{236C4675-C2CA-4C50-81B4-69B15D8E1C65}" destId="{C16D9E4E-01B2-4E91-A070-89334011DDD9}" srcOrd="13" destOrd="0" presId="urn:microsoft.com/office/officeart/2005/8/layout/lProcess2"/>
    <dgm:cxn modelId="{0966BA14-3416-4DBC-B871-3EC2C0CDF941}" type="presParOf" srcId="{236C4675-C2CA-4C50-81B4-69B15D8E1C65}" destId="{26786ECF-C6F6-4AB6-BCFC-26EC270DAFB8}" srcOrd="14" destOrd="0" presId="urn:microsoft.com/office/officeart/2005/8/layout/lProcess2"/>
    <dgm:cxn modelId="{A6F058DB-F5C8-48C8-8061-4EFABD919F23}" type="presParOf" srcId="{236C4675-C2CA-4C50-81B4-69B15D8E1C65}" destId="{293BA177-58EC-4694-A553-302FF542E514}" srcOrd="15" destOrd="0" presId="urn:microsoft.com/office/officeart/2005/8/layout/lProcess2"/>
    <dgm:cxn modelId="{3B71FB1D-307D-44C6-BC7E-57FA4C1382B9}" type="presParOf" srcId="{236C4675-C2CA-4C50-81B4-69B15D8E1C65}" destId="{7E6270D2-A239-4EB1-B569-A3234C9B2012}" srcOrd="16" destOrd="0" presId="urn:microsoft.com/office/officeart/2005/8/layout/lProcess2"/>
  </dgm:cxnLst>
  <dgm:bg>
    <a:effectLst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380411-FFFB-426F-8D62-AA870E95962E}">
      <dsp:nvSpPr>
        <dsp:cNvPr id="0" name=""/>
        <dsp:cNvSpPr/>
      </dsp:nvSpPr>
      <dsp:spPr>
        <a:xfrm>
          <a:off x="0" y="0"/>
          <a:ext cx="2772512" cy="4842176"/>
        </a:xfrm>
        <a:prstGeom prst="roundRect">
          <a:avLst>
            <a:gd name="adj" fmla="val 10000"/>
          </a:avLst>
        </a:prstGeom>
        <a:solidFill>
          <a:srgbClr val="156082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  <a:ea typeface="+mn-ea"/>
              <a:cs typeface="+mn-cs"/>
            </a:rPr>
            <a:t>KaMavota &amp; </a:t>
          </a:r>
          <a:r>
            <a:rPr lang="en-US" sz="2000" b="1" kern="1200" dirty="0" err="1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  <a:ea typeface="+mn-ea"/>
              <a:cs typeface="+mn-cs"/>
            </a:rPr>
            <a:t>KaMaxaquene</a:t>
          </a:r>
          <a:endParaRPr lang="en-GB" sz="2000" b="1" kern="1200" dirty="0">
            <a:solidFill>
              <a:srgbClr val="0E2841">
                <a:lumMod val="90000"/>
                <a:lumOff val="10000"/>
              </a:srgbClr>
            </a:solidFill>
            <a:latin typeface="Aptos" panose="02110004020202020204"/>
            <a:ea typeface="+mn-ea"/>
            <a:cs typeface="+mn-cs"/>
          </a:endParaRPr>
        </a:p>
      </dsp:txBody>
      <dsp:txXfrm>
        <a:off x="42547" y="42547"/>
        <a:ext cx="2687418" cy="1367558"/>
      </dsp:txXfrm>
    </dsp:sp>
    <dsp:sp modelId="{77DB648F-AFC5-4AE3-9D9C-4D6B10CAE9F6}">
      <dsp:nvSpPr>
        <dsp:cNvPr id="0" name=""/>
        <dsp:cNvSpPr/>
      </dsp:nvSpPr>
      <dsp:spPr>
        <a:xfrm>
          <a:off x="280076" y="1454071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★ Coordenador Clínico Regional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289078" y="1463073"/>
        <a:ext cx="2200006" cy="289360"/>
      </dsp:txXfrm>
    </dsp:sp>
    <dsp:sp modelId="{C4505AA4-18FD-4EA4-B467-54725568BC5A}">
      <dsp:nvSpPr>
        <dsp:cNvPr id="0" name=""/>
        <dsp:cNvSpPr/>
      </dsp:nvSpPr>
      <dsp:spPr>
        <a:xfrm>
          <a:off x="280076" y="1808722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M&amp;A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289078" y="1817724"/>
        <a:ext cx="2200006" cy="289360"/>
      </dsp:txXfrm>
    </dsp:sp>
    <dsp:sp modelId="{688EC26E-96E7-430C-8BA5-D77E569D2CEB}">
      <dsp:nvSpPr>
        <dsp:cNvPr id="0" name=""/>
        <dsp:cNvSpPr/>
      </dsp:nvSpPr>
      <dsp:spPr>
        <a:xfrm>
          <a:off x="280076" y="2163374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Programa de C&amp;T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289078" y="2172376"/>
        <a:ext cx="2200006" cy="289360"/>
      </dsp:txXfrm>
    </dsp:sp>
    <dsp:sp modelId="{57E07074-E47C-4C59-AF38-9EFA1EC85473}">
      <dsp:nvSpPr>
        <dsp:cNvPr id="0" name=""/>
        <dsp:cNvSpPr/>
      </dsp:nvSpPr>
      <dsp:spPr>
        <a:xfrm>
          <a:off x="280076" y="2518026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SMI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289078" y="2527028"/>
        <a:ext cx="2200006" cy="289360"/>
      </dsp:txXfrm>
    </dsp:sp>
    <dsp:sp modelId="{AC32AB39-AB5F-42E0-925B-A723F89D8699}">
      <dsp:nvSpPr>
        <dsp:cNvPr id="0" name=""/>
        <dsp:cNvSpPr/>
      </dsp:nvSpPr>
      <dsp:spPr>
        <a:xfrm>
          <a:off x="280076" y="2872677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APSS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289078" y="2881679"/>
        <a:ext cx="2200006" cy="289360"/>
      </dsp:txXfrm>
    </dsp:sp>
    <dsp:sp modelId="{9A762110-8232-4F59-99F7-B1D6BE9AEF59}">
      <dsp:nvSpPr>
        <dsp:cNvPr id="0" name=""/>
        <dsp:cNvSpPr/>
      </dsp:nvSpPr>
      <dsp:spPr>
        <a:xfrm>
          <a:off x="280076" y="3227329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Prevenção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289078" y="3236331"/>
        <a:ext cx="2200006" cy="289360"/>
      </dsp:txXfrm>
    </dsp:sp>
    <dsp:sp modelId="{8F7555B2-ADE3-4038-B933-91C865DE6D43}">
      <dsp:nvSpPr>
        <dsp:cNvPr id="0" name=""/>
        <dsp:cNvSpPr/>
      </dsp:nvSpPr>
      <dsp:spPr>
        <a:xfrm>
          <a:off x="280076" y="3581980"/>
          <a:ext cx="2218010" cy="307364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TB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289078" y="3590982"/>
        <a:ext cx="2200006" cy="289360"/>
      </dsp:txXfrm>
    </dsp:sp>
    <dsp:sp modelId="{785CA1BF-C656-4B16-8BAD-0606CFAF78FE}">
      <dsp:nvSpPr>
        <dsp:cNvPr id="0" name=""/>
        <dsp:cNvSpPr/>
      </dsp:nvSpPr>
      <dsp:spPr>
        <a:xfrm>
          <a:off x="280076" y="3936632"/>
          <a:ext cx="2218010" cy="307364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Farmácia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289078" y="3945634"/>
        <a:ext cx="2200006" cy="289360"/>
      </dsp:txXfrm>
    </dsp:sp>
    <dsp:sp modelId="{91607DB8-EC08-4A7E-B090-08B4C6C798DC}">
      <dsp:nvSpPr>
        <dsp:cNvPr id="0" name=""/>
        <dsp:cNvSpPr/>
      </dsp:nvSpPr>
      <dsp:spPr>
        <a:xfrm>
          <a:off x="280076" y="4291283"/>
          <a:ext cx="2218010" cy="307364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Laboratório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289078" y="4300285"/>
        <a:ext cx="2200006" cy="289360"/>
      </dsp:txXfrm>
    </dsp:sp>
    <dsp:sp modelId="{D32827CC-A515-4492-8EEF-5C5D8605A875}">
      <dsp:nvSpPr>
        <dsp:cNvPr id="0" name=""/>
        <dsp:cNvSpPr/>
      </dsp:nvSpPr>
      <dsp:spPr>
        <a:xfrm>
          <a:off x="2983276" y="0"/>
          <a:ext cx="2772512" cy="4842176"/>
        </a:xfrm>
        <a:prstGeom prst="roundRect">
          <a:avLst>
            <a:gd name="adj" fmla="val 10000"/>
          </a:avLst>
        </a:prstGeom>
        <a:solidFill>
          <a:srgbClr val="156082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  <a:ea typeface="+mn-ea"/>
              <a:cs typeface="+mn-cs"/>
            </a:rPr>
            <a:t>KaMpfumo &amp; Inhaca</a:t>
          </a:r>
          <a:endParaRPr lang="en-GB" sz="2000" b="1" kern="1200">
            <a:solidFill>
              <a:srgbClr val="0E2841">
                <a:lumMod val="90000"/>
                <a:lumOff val="10000"/>
              </a:srgbClr>
            </a:solidFill>
            <a:latin typeface="Aptos" panose="02110004020202020204"/>
            <a:ea typeface="+mn-ea"/>
            <a:cs typeface="+mn-cs"/>
          </a:endParaRPr>
        </a:p>
      </dsp:txBody>
      <dsp:txXfrm>
        <a:off x="3025823" y="42547"/>
        <a:ext cx="2687418" cy="1367558"/>
      </dsp:txXfrm>
    </dsp:sp>
    <dsp:sp modelId="{CA068D27-1456-4393-9B04-336F857DD2FB}">
      <dsp:nvSpPr>
        <dsp:cNvPr id="0" name=""/>
        <dsp:cNvSpPr/>
      </dsp:nvSpPr>
      <dsp:spPr>
        <a:xfrm>
          <a:off x="3260528" y="1454071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★ Coordenador Clínico Regional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269530" y="1463073"/>
        <a:ext cx="2200006" cy="289360"/>
      </dsp:txXfrm>
    </dsp:sp>
    <dsp:sp modelId="{D2A3331B-D4D0-4FD2-AFA2-F0FC4F59524E}">
      <dsp:nvSpPr>
        <dsp:cNvPr id="0" name=""/>
        <dsp:cNvSpPr/>
      </dsp:nvSpPr>
      <dsp:spPr>
        <a:xfrm>
          <a:off x="3260528" y="1808722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M&amp;A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269530" y="1817724"/>
        <a:ext cx="2200006" cy="289360"/>
      </dsp:txXfrm>
    </dsp:sp>
    <dsp:sp modelId="{E57B720D-EC2F-417E-AD32-05567C3CA321}">
      <dsp:nvSpPr>
        <dsp:cNvPr id="0" name=""/>
        <dsp:cNvSpPr/>
      </dsp:nvSpPr>
      <dsp:spPr>
        <a:xfrm>
          <a:off x="3260528" y="2163374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Programa de C&amp;T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269530" y="2172376"/>
        <a:ext cx="2200006" cy="289360"/>
      </dsp:txXfrm>
    </dsp:sp>
    <dsp:sp modelId="{C1678FB3-FEC0-48A3-BD40-CE7CE95365F7}">
      <dsp:nvSpPr>
        <dsp:cNvPr id="0" name=""/>
        <dsp:cNvSpPr/>
      </dsp:nvSpPr>
      <dsp:spPr>
        <a:xfrm>
          <a:off x="3260528" y="2518026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SMI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269530" y="2527028"/>
        <a:ext cx="2200006" cy="289360"/>
      </dsp:txXfrm>
    </dsp:sp>
    <dsp:sp modelId="{01EFFF61-2BAD-4E9B-AB57-F97C2E92011F}">
      <dsp:nvSpPr>
        <dsp:cNvPr id="0" name=""/>
        <dsp:cNvSpPr/>
      </dsp:nvSpPr>
      <dsp:spPr>
        <a:xfrm>
          <a:off x="3260528" y="2872677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APSS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269530" y="2881679"/>
        <a:ext cx="2200006" cy="289360"/>
      </dsp:txXfrm>
    </dsp:sp>
    <dsp:sp modelId="{0D7801DD-FCC1-4629-87D2-345FAB32378B}">
      <dsp:nvSpPr>
        <dsp:cNvPr id="0" name=""/>
        <dsp:cNvSpPr/>
      </dsp:nvSpPr>
      <dsp:spPr>
        <a:xfrm>
          <a:off x="3260528" y="3227329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Prevenção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269530" y="3236331"/>
        <a:ext cx="2200006" cy="289360"/>
      </dsp:txXfrm>
    </dsp:sp>
    <dsp:sp modelId="{2D93A4EE-7B1D-4E8F-8305-9D52F23E3AEC}">
      <dsp:nvSpPr>
        <dsp:cNvPr id="0" name=""/>
        <dsp:cNvSpPr/>
      </dsp:nvSpPr>
      <dsp:spPr>
        <a:xfrm>
          <a:off x="3260528" y="3581980"/>
          <a:ext cx="2218010" cy="307364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TB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269530" y="3590982"/>
        <a:ext cx="2200006" cy="289360"/>
      </dsp:txXfrm>
    </dsp:sp>
    <dsp:sp modelId="{4D9ED65F-946F-4F42-AF30-22261810E14C}">
      <dsp:nvSpPr>
        <dsp:cNvPr id="0" name=""/>
        <dsp:cNvSpPr/>
      </dsp:nvSpPr>
      <dsp:spPr>
        <a:xfrm>
          <a:off x="3260528" y="3936632"/>
          <a:ext cx="2218010" cy="307364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Farmácia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269530" y="3945634"/>
        <a:ext cx="2200006" cy="289360"/>
      </dsp:txXfrm>
    </dsp:sp>
    <dsp:sp modelId="{FFD2C41F-37D8-4A24-A99C-D2E447F84DE4}">
      <dsp:nvSpPr>
        <dsp:cNvPr id="0" name=""/>
        <dsp:cNvSpPr/>
      </dsp:nvSpPr>
      <dsp:spPr>
        <a:xfrm>
          <a:off x="3260528" y="4291283"/>
          <a:ext cx="2218010" cy="307364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Laboratório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3269530" y="4300285"/>
        <a:ext cx="2200006" cy="289360"/>
      </dsp:txXfrm>
    </dsp:sp>
    <dsp:sp modelId="{BFCB4734-9118-4B17-A4EC-76A23A30B44E}">
      <dsp:nvSpPr>
        <dsp:cNvPr id="0" name=""/>
        <dsp:cNvSpPr/>
      </dsp:nvSpPr>
      <dsp:spPr>
        <a:xfrm>
          <a:off x="5963728" y="0"/>
          <a:ext cx="2772512" cy="4842176"/>
        </a:xfrm>
        <a:prstGeom prst="roundRect">
          <a:avLst>
            <a:gd name="adj" fmla="val 10000"/>
          </a:avLst>
        </a:prstGeom>
        <a:solidFill>
          <a:srgbClr val="156082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  <a:ea typeface="+mn-ea"/>
              <a:cs typeface="+mn-cs"/>
            </a:rPr>
            <a:t>Nhamankulo &amp; KaTembe</a:t>
          </a:r>
          <a:endParaRPr lang="en-GB" sz="2000" b="1" kern="1200">
            <a:solidFill>
              <a:srgbClr val="0E2841">
                <a:lumMod val="90000"/>
                <a:lumOff val="10000"/>
              </a:srgbClr>
            </a:solidFill>
            <a:latin typeface="Aptos" panose="02110004020202020204"/>
            <a:ea typeface="+mn-ea"/>
            <a:cs typeface="+mn-cs"/>
          </a:endParaRPr>
        </a:p>
      </dsp:txBody>
      <dsp:txXfrm>
        <a:off x="6006275" y="42547"/>
        <a:ext cx="2687418" cy="1367558"/>
      </dsp:txXfrm>
    </dsp:sp>
    <dsp:sp modelId="{B75A5C55-B447-47FE-973A-8679955B5AD0}">
      <dsp:nvSpPr>
        <dsp:cNvPr id="0" name=""/>
        <dsp:cNvSpPr/>
      </dsp:nvSpPr>
      <dsp:spPr>
        <a:xfrm>
          <a:off x="6240979" y="1454071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★ Coordenador Clínico Regional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249981" y="1463073"/>
        <a:ext cx="2200006" cy="289360"/>
      </dsp:txXfrm>
    </dsp:sp>
    <dsp:sp modelId="{F176FAE6-4BBD-4AAC-AD9E-201081E499B9}">
      <dsp:nvSpPr>
        <dsp:cNvPr id="0" name=""/>
        <dsp:cNvSpPr/>
      </dsp:nvSpPr>
      <dsp:spPr>
        <a:xfrm>
          <a:off x="6240979" y="1808722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M&amp;A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249981" y="1817724"/>
        <a:ext cx="2200006" cy="289360"/>
      </dsp:txXfrm>
    </dsp:sp>
    <dsp:sp modelId="{20F8077C-414C-4B52-A94E-A76113A4BAC1}">
      <dsp:nvSpPr>
        <dsp:cNvPr id="0" name=""/>
        <dsp:cNvSpPr/>
      </dsp:nvSpPr>
      <dsp:spPr>
        <a:xfrm>
          <a:off x="6240979" y="2163374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Programa de C&amp;T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249981" y="2172376"/>
        <a:ext cx="2200006" cy="289360"/>
      </dsp:txXfrm>
    </dsp:sp>
    <dsp:sp modelId="{6F0BBCDA-6985-4C41-A5D0-BFCCEB7C0D97}">
      <dsp:nvSpPr>
        <dsp:cNvPr id="0" name=""/>
        <dsp:cNvSpPr/>
      </dsp:nvSpPr>
      <dsp:spPr>
        <a:xfrm>
          <a:off x="6240979" y="2518026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SMI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249981" y="2527028"/>
        <a:ext cx="2200006" cy="289360"/>
      </dsp:txXfrm>
    </dsp:sp>
    <dsp:sp modelId="{5FD10180-9D03-404A-8428-A4673124E1B6}">
      <dsp:nvSpPr>
        <dsp:cNvPr id="0" name=""/>
        <dsp:cNvSpPr/>
      </dsp:nvSpPr>
      <dsp:spPr>
        <a:xfrm>
          <a:off x="6240979" y="2872677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APSS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249981" y="2881679"/>
        <a:ext cx="2200006" cy="289360"/>
      </dsp:txXfrm>
    </dsp:sp>
    <dsp:sp modelId="{2466A7BD-1476-4C41-8FE6-EEFFCEFF84CD}">
      <dsp:nvSpPr>
        <dsp:cNvPr id="0" name=""/>
        <dsp:cNvSpPr/>
      </dsp:nvSpPr>
      <dsp:spPr>
        <a:xfrm>
          <a:off x="6240979" y="3227329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Prevenção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249981" y="3236331"/>
        <a:ext cx="2200006" cy="289360"/>
      </dsp:txXfrm>
    </dsp:sp>
    <dsp:sp modelId="{E3D85631-788F-4356-8F58-C013394EAC5B}">
      <dsp:nvSpPr>
        <dsp:cNvPr id="0" name=""/>
        <dsp:cNvSpPr/>
      </dsp:nvSpPr>
      <dsp:spPr>
        <a:xfrm>
          <a:off x="6240979" y="3581980"/>
          <a:ext cx="2218010" cy="307364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TB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249981" y="3590982"/>
        <a:ext cx="2200006" cy="289360"/>
      </dsp:txXfrm>
    </dsp:sp>
    <dsp:sp modelId="{1ABAD915-E03E-44B0-B610-C75FA8058BF4}">
      <dsp:nvSpPr>
        <dsp:cNvPr id="0" name=""/>
        <dsp:cNvSpPr/>
      </dsp:nvSpPr>
      <dsp:spPr>
        <a:xfrm>
          <a:off x="6240979" y="3936632"/>
          <a:ext cx="2218010" cy="307364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Farmácia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249981" y="3945634"/>
        <a:ext cx="2200006" cy="289360"/>
      </dsp:txXfrm>
    </dsp:sp>
    <dsp:sp modelId="{07D697A7-C780-4A9F-9113-10FFE68B0122}">
      <dsp:nvSpPr>
        <dsp:cNvPr id="0" name=""/>
        <dsp:cNvSpPr/>
      </dsp:nvSpPr>
      <dsp:spPr>
        <a:xfrm>
          <a:off x="6240979" y="4291283"/>
          <a:ext cx="2218010" cy="307364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Laboratório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6249981" y="4300285"/>
        <a:ext cx="2200006" cy="289360"/>
      </dsp:txXfrm>
    </dsp:sp>
    <dsp:sp modelId="{6BB2FE64-CD47-489E-A791-FE95D61C5E78}">
      <dsp:nvSpPr>
        <dsp:cNvPr id="0" name=""/>
        <dsp:cNvSpPr/>
      </dsp:nvSpPr>
      <dsp:spPr>
        <a:xfrm>
          <a:off x="8944179" y="0"/>
          <a:ext cx="2772512" cy="4842176"/>
        </a:xfrm>
        <a:prstGeom prst="roundRect">
          <a:avLst>
            <a:gd name="adj" fmla="val 10000"/>
          </a:avLst>
        </a:prstGeom>
        <a:solidFill>
          <a:srgbClr val="156082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  <a:ea typeface="+mn-ea"/>
              <a:cs typeface="+mn-cs"/>
            </a:rPr>
            <a:t>KaMubukwana</a:t>
          </a:r>
          <a:endParaRPr lang="en-GB" sz="2000" b="1" kern="1200">
            <a:solidFill>
              <a:srgbClr val="0E2841">
                <a:lumMod val="90000"/>
                <a:lumOff val="10000"/>
              </a:srgbClr>
            </a:solidFill>
            <a:latin typeface="Aptos" panose="02110004020202020204"/>
            <a:ea typeface="+mn-ea"/>
            <a:cs typeface="+mn-cs"/>
          </a:endParaRPr>
        </a:p>
      </dsp:txBody>
      <dsp:txXfrm>
        <a:off x="8986726" y="42547"/>
        <a:ext cx="2687418" cy="1367558"/>
      </dsp:txXfrm>
    </dsp:sp>
    <dsp:sp modelId="{F89B443D-FE83-4CFE-A651-A9CDDEBFC9C8}">
      <dsp:nvSpPr>
        <dsp:cNvPr id="0" name=""/>
        <dsp:cNvSpPr/>
      </dsp:nvSpPr>
      <dsp:spPr>
        <a:xfrm>
          <a:off x="9221430" y="1454071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★ Coordenador Clínico Regional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9230432" y="1463073"/>
        <a:ext cx="2200006" cy="289360"/>
      </dsp:txXfrm>
    </dsp:sp>
    <dsp:sp modelId="{F56959E3-E352-4DD2-8D09-C865398FCE1D}">
      <dsp:nvSpPr>
        <dsp:cNvPr id="0" name=""/>
        <dsp:cNvSpPr/>
      </dsp:nvSpPr>
      <dsp:spPr>
        <a:xfrm>
          <a:off x="9221430" y="1808722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	</a:t>
          </a: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M&amp;A</a:t>
          </a:r>
          <a:r>
            <a:rPr lang="en-GB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	</a:t>
          </a:r>
        </a:p>
      </dsp:txBody>
      <dsp:txXfrm>
        <a:off x="9230432" y="1817724"/>
        <a:ext cx="2200006" cy="289360"/>
      </dsp:txXfrm>
    </dsp:sp>
    <dsp:sp modelId="{544C0A3A-A691-433E-84CF-C8CDA26083D7}">
      <dsp:nvSpPr>
        <dsp:cNvPr id="0" name=""/>
        <dsp:cNvSpPr/>
      </dsp:nvSpPr>
      <dsp:spPr>
        <a:xfrm>
          <a:off x="9221430" y="2163374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Programa de C&amp;T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9230432" y="2172376"/>
        <a:ext cx="2200006" cy="289360"/>
      </dsp:txXfrm>
    </dsp:sp>
    <dsp:sp modelId="{328AEC66-81C8-40B7-8E54-FF82AC987F9E}">
      <dsp:nvSpPr>
        <dsp:cNvPr id="0" name=""/>
        <dsp:cNvSpPr/>
      </dsp:nvSpPr>
      <dsp:spPr>
        <a:xfrm>
          <a:off x="9221430" y="2518026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SMI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9230432" y="2527028"/>
        <a:ext cx="2200006" cy="289360"/>
      </dsp:txXfrm>
    </dsp:sp>
    <dsp:sp modelId="{C6439388-BD17-4CDB-BBFB-51D510A3977E}">
      <dsp:nvSpPr>
        <dsp:cNvPr id="0" name=""/>
        <dsp:cNvSpPr/>
      </dsp:nvSpPr>
      <dsp:spPr>
        <a:xfrm>
          <a:off x="9221430" y="2872677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APSS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9230432" y="2881679"/>
        <a:ext cx="2200006" cy="289360"/>
      </dsp:txXfrm>
    </dsp:sp>
    <dsp:sp modelId="{43804628-701B-44E9-ABBD-08A3E8B32361}">
      <dsp:nvSpPr>
        <dsp:cNvPr id="0" name=""/>
        <dsp:cNvSpPr/>
      </dsp:nvSpPr>
      <dsp:spPr>
        <a:xfrm>
          <a:off x="9221430" y="3227329"/>
          <a:ext cx="2218010" cy="307364"/>
        </a:xfrm>
        <a:prstGeom prst="roundRect">
          <a:avLst>
            <a:gd name="adj" fmla="val 10000"/>
          </a:avLst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Prevenção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9230432" y="3236331"/>
        <a:ext cx="2200006" cy="289360"/>
      </dsp:txXfrm>
    </dsp:sp>
    <dsp:sp modelId="{B502842B-E61B-4280-BCAA-022D09F6C5DD}">
      <dsp:nvSpPr>
        <dsp:cNvPr id="0" name=""/>
        <dsp:cNvSpPr/>
      </dsp:nvSpPr>
      <dsp:spPr>
        <a:xfrm>
          <a:off x="9221430" y="3581980"/>
          <a:ext cx="2218010" cy="307364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TB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9230432" y="3590982"/>
        <a:ext cx="2200006" cy="289360"/>
      </dsp:txXfrm>
    </dsp:sp>
    <dsp:sp modelId="{26786ECF-C6F6-4AB6-BCFC-26EC270DAFB8}">
      <dsp:nvSpPr>
        <dsp:cNvPr id="0" name=""/>
        <dsp:cNvSpPr/>
      </dsp:nvSpPr>
      <dsp:spPr>
        <a:xfrm>
          <a:off x="9221430" y="3936632"/>
          <a:ext cx="2218010" cy="307364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Farmácia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9230432" y="3945634"/>
        <a:ext cx="2200006" cy="289360"/>
      </dsp:txXfrm>
    </dsp:sp>
    <dsp:sp modelId="{7E6270D2-A239-4EB1-B569-A3234C9B2012}">
      <dsp:nvSpPr>
        <dsp:cNvPr id="0" name=""/>
        <dsp:cNvSpPr/>
      </dsp:nvSpPr>
      <dsp:spPr>
        <a:xfrm>
          <a:off x="9221430" y="4291283"/>
          <a:ext cx="2218010" cy="307364"/>
        </a:xfrm>
        <a:prstGeom prst="roundRect">
          <a:avLst>
            <a:gd name="adj" fmla="val 10000"/>
          </a:avLst>
        </a:prstGeom>
        <a:solidFill>
          <a:srgbClr val="EE0000"/>
        </a:solidFill>
        <a:ln w="1905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ysClr val="window" lastClr="FFFFFF"/>
              </a:solidFill>
              <a:latin typeface="Aptos" panose="02110004020202020204"/>
              <a:ea typeface="+mn-ea"/>
              <a:cs typeface="+mn-cs"/>
            </a:rPr>
            <a:t>Oficial de Laboratório</a:t>
          </a:r>
          <a:endParaRPr lang="en-GB" sz="1200" b="1" kern="1200">
            <a:solidFill>
              <a:sysClr val="window" lastClr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9230432" y="4300285"/>
        <a:ext cx="2200006" cy="289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52129-CAE7-66C2-4760-A5EF3E97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A18F9-8928-559F-9C90-19569B1E0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CAFA8-1528-8574-8672-3B9225679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2F6E8-6BD0-827C-A79C-6E966BA83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611837-CD82-4504-B22C-271F535597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898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>
          <a:extLst>
            <a:ext uri="{FF2B5EF4-FFF2-40B4-BE49-F238E27FC236}">
              <a16:creationId xmlns:a16="http://schemas.microsoft.com/office/drawing/2014/main" id="{CD675B56-4E5D-E219-EA6B-D98A91DE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>
            <a:extLst>
              <a:ext uri="{FF2B5EF4-FFF2-40B4-BE49-F238E27FC236}">
                <a16:creationId xmlns:a16="http://schemas.microsoft.com/office/drawing/2014/main" id="{7A814A70-2757-E7EC-27AE-723966D73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6:notes">
            <a:extLst>
              <a:ext uri="{FF2B5EF4-FFF2-40B4-BE49-F238E27FC236}">
                <a16:creationId xmlns:a16="http://schemas.microsoft.com/office/drawing/2014/main" id="{2D9809EC-77C9-0882-1C0E-E28ABE62B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5428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1167A149-A99A-45D6-984C-FD2D9CB8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:notes">
            <a:extLst>
              <a:ext uri="{FF2B5EF4-FFF2-40B4-BE49-F238E27FC236}">
                <a16:creationId xmlns:a16="http://schemas.microsoft.com/office/drawing/2014/main" id="{665C4900-C1A7-9143-9E02-CCC610A8C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8:notes">
            <a:extLst>
              <a:ext uri="{FF2B5EF4-FFF2-40B4-BE49-F238E27FC236}">
                <a16:creationId xmlns:a16="http://schemas.microsoft.com/office/drawing/2014/main" id="{54BE046F-C6D6-A720-3E05-21FC30CB6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7613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992CF672-3702-6401-6D1F-2EF14402B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>
            <a:extLst>
              <a:ext uri="{FF2B5EF4-FFF2-40B4-BE49-F238E27FC236}">
                <a16:creationId xmlns:a16="http://schemas.microsoft.com/office/drawing/2014/main" id="{2BB93958-AA0C-C070-3568-63A810D0A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>
            <a:extLst>
              <a:ext uri="{FF2B5EF4-FFF2-40B4-BE49-F238E27FC236}">
                <a16:creationId xmlns:a16="http://schemas.microsoft.com/office/drawing/2014/main" id="{9359F182-A9AC-A912-0E96-43BFD9DD2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64567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E50C2EEB-28F0-DA2A-C429-8EA78148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>
            <a:extLst>
              <a:ext uri="{FF2B5EF4-FFF2-40B4-BE49-F238E27FC236}">
                <a16:creationId xmlns:a16="http://schemas.microsoft.com/office/drawing/2014/main" id="{9ABCD089-D88B-2C9C-E05E-4E11276CC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>
            <a:extLst>
              <a:ext uri="{FF2B5EF4-FFF2-40B4-BE49-F238E27FC236}">
                <a16:creationId xmlns:a16="http://schemas.microsoft.com/office/drawing/2014/main" id="{E1897B04-6E44-AEE7-17BC-941CB52D7E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4386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351EF0B8-3EDB-790A-6309-5E1855A1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:notes">
            <a:extLst>
              <a:ext uri="{FF2B5EF4-FFF2-40B4-BE49-F238E27FC236}">
                <a16:creationId xmlns:a16="http://schemas.microsoft.com/office/drawing/2014/main" id="{90482FF7-4B91-4FFF-1DE5-EF2636099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0:notes">
            <a:extLst>
              <a:ext uri="{FF2B5EF4-FFF2-40B4-BE49-F238E27FC236}">
                <a16:creationId xmlns:a16="http://schemas.microsoft.com/office/drawing/2014/main" id="{9A241D94-7DEB-1EF1-65B0-091C48183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859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DCC8860-0087-EE00-9017-408E0429B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>
            <a:extLst>
              <a:ext uri="{FF2B5EF4-FFF2-40B4-BE49-F238E27FC236}">
                <a16:creationId xmlns:a16="http://schemas.microsoft.com/office/drawing/2014/main" id="{C8E4C88C-86D3-E26C-E81F-D3EB18286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>
            <a:extLst>
              <a:ext uri="{FF2B5EF4-FFF2-40B4-BE49-F238E27FC236}">
                <a16:creationId xmlns:a16="http://schemas.microsoft.com/office/drawing/2014/main" id="{B122AEA3-FF12-15CB-F947-64387538F1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22596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22B7CF43-7391-61BC-C498-2481EEBA5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>
            <a:extLst>
              <a:ext uri="{FF2B5EF4-FFF2-40B4-BE49-F238E27FC236}">
                <a16:creationId xmlns:a16="http://schemas.microsoft.com/office/drawing/2014/main" id="{DC329F7C-5D45-9BEB-8CAA-83648C548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>
            <a:extLst>
              <a:ext uri="{FF2B5EF4-FFF2-40B4-BE49-F238E27FC236}">
                <a16:creationId xmlns:a16="http://schemas.microsoft.com/office/drawing/2014/main" id="{91D05C6E-A4F6-5C65-773E-09537219A5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20831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2E6DA8-51B4-46A0-BCB9-2EDB02E0AA65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094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82287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2956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0171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8126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9161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6117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3384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063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82123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21420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5061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6F586-9091-47BD-967B-30AD67FF1E55}" type="datetimeFigureOut">
              <a:rPr lang="pt-PT" smtClean="0"/>
              <a:pPr/>
              <a:t>08/10/2026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7A90F-7CE4-4581-BB48-4F9FC43D3A5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496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6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chart" Target="../charts/char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1.xml"/><Relationship Id="rId3" Type="http://schemas.openxmlformats.org/officeDocument/2006/relationships/image" Target="../media/image6.png"/><Relationship Id="rId7" Type="http://schemas.openxmlformats.org/officeDocument/2006/relationships/chart" Target="../charts/chart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10" Type="http://schemas.openxmlformats.org/officeDocument/2006/relationships/image" Target="../media/image21.pn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E8365-4D0F-5B77-E81C-8333B0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ccs_page_1.png">
            <a:extLst>
              <a:ext uri="{FF2B5EF4-FFF2-40B4-BE49-F238E27FC236}">
                <a16:creationId xmlns:a16="http://schemas.microsoft.com/office/drawing/2014/main" id="{9CF299A0-2C8E-4BEE-A673-52D19BE42C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BD97A57-96F9-57E4-D8AC-58412D26AABF}"/>
              </a:ext>
            </a:extLst>
          </p:cNvPr>
          <p:cNvSpPr txBox="1">
            <a:spLocks/>
          </p:cNvSpPr>
          <p:nvPr/>
        </p:nvSpPr>
        <p:spPr>
          <a:xfrm>
            <a:off x="7624293" y="1005437"/>
            <a:ext cx="3485667" cy="2842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</a:pPr>
            <a:r>
              <a:rPr lang="pt-PT" sz="2400" b="1" dirty="0">
                <a:solidFill>
                  <a:schemeClr val="accent1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Impacto da redução dos RH e Financeiros, na implementação dos programas de saúde e propostas de solução</a:t>
            </a:r>
            <a:endParaRPr lang="pt-PT" sz="1100" dirty="0">
              <a:solidFill>
                <a:schemeClr val="accent1"/>
              </a:solidFill>
              <a:latin typeface="Maiandra GD" panose="020E0502030308020204" pitchFamily="34" charset="0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35F0666-21FF-A758-3354-2CBEF48105F2}"/>
              </a:ext>
            </a:extLst>
          </p:cNvPr>
          <p:cNvSpPr txBox="1">
            <a:spLocks/>
          </p:cNvSpPr>
          <p:nvPr/>
        </p:nvSpPr>
        <p:spPr>
          <a:xfrm>
            <a:off x="7624293" y="4290097"/>
            <a:ext cx="3646608" cy="4355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aiandra GD" panose="020E0502030308020204" pitchFamily="34" charset="0"/>
              </a:rPr>
              <a:t>Por: An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ptos Narrow" panose="020B0004020202020204" pitchFamily="34" charset="0"/>
              </a:rPr>
              <a:t>í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aiandra GD" panose="020E0502030308020204" pitchFamily="34" charset="0"/>
              </a:rPr>
              <a:t>sio Novela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A7795B42-DA80-3935-A8E6-FCE166C78E2F}"/>
              </a:ext>
            </a:extLst>
          </p:cNvPr>
          <p:cNvSpPr txBox="1">
            <a:spLocks/>
          </p:cNvSpPr>
          <p:nvPr/>
        </p:nvSpPr>
        <p:spPr>
          <a:xfrm>
            <a:off x="7463352" y="4725682"/>
            <a:ext cx="3646608" cy="1420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aiandra GD" panose="020E0502030308020204" pitchFamily="34" charset="0"/>
              </a:rPr>
              <a:t>Maputo, </a:t>
            </a:r>
            <a:r>
              <a:rPr lang="en-GB" sz="1600" b="1" dirty="0">
                <a:solidFill>
                  <a:srgbClr val="4472C4">
                    <a:lumMod val="75000"/>
                  </a:srgbClr>
                </a:solidFill>
                <a:latin typeface="Maiandra GD" panose="020E0502030308020204" pitchFamily="34" charset="0"/>
              </a:rPr>
              <a:t>13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aiandra GD" panose="020E0502030308020204" pitchFamily="34" charset="0"/>
              </a:rPr>
              <a:t> de </a:t>
            </a:r>
            <a:r>
              <a:rPr lang="en-GB" sz="1600" b="1" dirty="0">
                <a:solidFill>
                  <a:srgbClr val="4472C4">
                    <a:lumMod val="75000"/>
                  </a:srgbClr>
                </a:solidFill>
                <a:latin typeface="Maiandra GD" panose="020E0502030308020204" pitchFamily="34" charset="0"/>
              </a:rPr>
              <a:t>Outubro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aiandra GD" panose="020E0502030308020204" pitchFamily="34" charset="0"/>
              </a:rPr>
              <a:t> de 2026</a:t>
            </a:r>
          </a:p>
        </p:txBody>
      </p:sp>
    </p:spTree>
    <p:extLst>
      <p:ext uri="{BB962C8B-B14F-4D97-AF65-F5344CB8AC3E}">
        <p14:creationId xmlns:p14="http://schemas.microsoft.com/office/powerpoint/2010/main" val="10245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216253" y="2631727"/>
            <a:ext cx="5518546" cy="2505075"/>
          </a:xfrm>
          <a:prstGeom prst="roundRect">
            <a:avLst>
              <a:gd name="adj" fmla="val 608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57200" y="1893540"/>
            <a:ext cx="5454253" cy="1285875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57200" y="3369915"/>
            <a:ext cx="5454253" cy="1285875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57200" y="4846290"/>
            <a:ext cx="5454253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457200" y="1893540"/>
            <a:ext cx="47625" cy="12858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457200" y="3369915"/>
            <a:ext cx="47625" cy="12858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457200" y="4846290"/>
            <a:ext cx="47625" cy="1028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425" y="216024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425" y="363661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425" y="511299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457200" y="190500"/>
            <a:ext cx="8667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QUEM SOMOS &amp; ONDE ATUAMOS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57200" y="400050"/>
            <a:ext cx="91011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Contextualização – Centro de Colaboração em Saúde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256561" y="4270027"/>
            <a:ext cx="343792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Atuação em Todo o País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332464" y="4631977"/>
            <a:ext cx="3286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Presença Nacional em Moçambique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33425" y="2122140"/>
            <a:ext cx="649612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Quem </a:t>
            </a:r>
            <a:r>
              <a:rPr lang="en-US" sz="1500" b="1" i="0" u="none" strike="noStrike" cap="none" err="1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somos</a:t>
            </a:r>
            <a:r>
              <a:rPr lang="en-US" sz="15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33425" y="2436465"/>
            <a:ext cx="504467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ONG Nacional criada </a:t>
            </a:r>
            <a:r>
              <a:rPr lang="en-US" sz="1350" b="0" i="0" u="none" strike="noStrike" cap="none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</a:t>
            </a:r>
            <a:r>
              <a:rPr lang="en-US" sz="135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2010, parceiro </a:t>
            </a:r>
            <a:r>
              <a:rPr lang="en-US" sz="1350" b="0" i="0" u="none" strike="noStrike" cap="none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estratégico</a:t>
            </a:r>
            <a:r>
              <a:rPr lang="en-US" sz="135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 MISAU.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733425" y="3598515"/>
            <a:ext cx="649612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que fazemos?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733425" y="3912840"/>
            <a:ext cx="504467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Promoção de saúde e prevenção de doenças (HIV/SIDA e Tuberculose).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33425" y="5074890"/>
            <a:ext cx="649612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Onde fazemos?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733425" y="5389215"/>
            <a:ext cx="61867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 28 Unidades Sanitárias e 77 Empresas públicas e privadas.</a:t>
            </a:r>
            <a:endParaRPr/>
          </a:p>
        </p:txBody>
      </p:sp>
      <p:pic>
        <p:nvPicPr>
          <p:cNvPr id="2" name="Picture 1" descr="A map of the state of new jersey&#10;&#10;AI-generated content may be incorrect.">
            <a:extLst>
              <a:ext uri="{FF2B5EF4-FFF2-40B4-BE49-F238E27FC236}">
                <a16:creationId xmlns:a16="http://schemas.microsoft.com/office/drawing/2014/main" id="{ED54B175-69FF-52C1-462A-06AABA35C19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573" y="1893540"/>
            <a:ext cx="1474753" cy="2333247"/>
          </a:xfrm>
          <a:prstGeom prst="rect">
            <a:avLst/>
          </a:prstGeom>
        </p:spPr>
      </p:pic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EE2431B8-DD72-481F-3A0B-D435E2E7DDB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57200" y="400050"/>
            <a:ext cx="532566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Introdução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353EE9D2-FC79-B12A-1049-9321969134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7E9953-B8E9-015A-9F7D-C23E74CB1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580"/>
            <a:ext cx="10515600" cy="4866383"/>
          </a:xfrm>
        </p:spPr>
        <p:txBody>
          <a:bodyPr/>
          <a:lstStyle/>
          <a:p>
            <a:pPr algn="just"/>
            <a:r>
              <a:rPr lang="pt-PT">
                <a:latin typeface="Maiandra GD" panose="020E0502030308020204" pitchFamily="34" charset="0"/>
                <a:cs typeface="Arial" panose="020B0604020202020204" pitchFamily="34" charset="0"/>
              </a:rPr>
              <a:t>Ao longo do ano, verificou-se uma redução progressiva dos recursos humanos disponibilizados pelo parceiro clínico CCS, associada à necessidade de optimização dos recursos e às restrições de financiamento.</a:t>
            </a:r>
          </a:p>
          <a:p>
            <a:pPr algn="just"/>
            <a:r>
              <a:rPr lang="pt-PT">
                <a:latin typeface="Maiandra GD" panose="020E0502030308020204" pitchFamily="34" charset="0"/>
                <a:cs typeface="Arial" panose="020B0604020202020204" pitchFamily="34" charset="0"/>
              </a:rPr>
              <a:t>A redução dos recursos humanos do parceiro clínico exige uma mudança do modelo de apoio: de uma abordagem baseada na presença directa do parceiro para uma abordagem centrada no fortalecimento da capacidade do SNS, priorização baseada em evidências e transferência sustentável de responsabilidades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88A5-4DDB-064C-C436-DCB4905F0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2F6B060-7056-C071-73BF-1240308A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192"/>
            <a:ext cx="12176231" cy="741016"/>
          </a:xfrm>
          <a:solidFill>
            <a:srgbClr val="05A4E1"/>
          </a:solidFill>
        </p:spPr>
        <p:txBody>
          <a:bodyPr>
            <a:noAutofit/>
          </a:bodyPr>
          <a:lstStyle/>
          <a:p>
            <a:pPr algn="ctr"/>
            <a:r>
              <a:rPr lang="pt-PT" b="1">
                <a:solidFill>
                  <a:schemeClr val="bg1"/>
                </a:solidFill>
                <a:latin typeface="Maiandra GD" panose="020E0502030308020204" pitchFamily="34" charset="0"/>
              </a:rPr>
              <a:t>CICLO ACTUAL DE IMPLEMENTACAO</a:t>
            </a:r>
            <a:endParaRPr lang="en-US" b="1" i="1">
              <a:solidFill>
                <a:schemeClr val="bg1"/>
              </a:solidFill>
              <a:latin typeface="Maiandra GD" panose="020E0502030308020204" pitchFamily="34" charset="0"/>
              <a:cs typeface="Calibri Light"/>
            </a:endParaRPr>
          </a:p>
        </p:txBody>
      </p:sp>
      <p:pic>
        <p:nvPicPr>
          <p:cNvPr id="42" name="Picture 9" descr="logo.png">
            <a:extLst>
              <a:ext uri="{FF2B5EF4-FFF2-40B4-BE49-F238E27FC236}">
                <a16:creationId xmlns:a16="http://schemas.microsoft.com/office/drawing/2014/main" id="{41360ACE-3E52-9365-B77B-2D32BDCFC9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450" y="6092793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TextBox 79"/>
          <p:cNvSpPr txBox="1"/>
          <p:nvPr/>
        </p:nvSpPr>
        <p:spPr>
          <a:xfrm>
            <a:off x="1284729" y="1327813"/>
            <a:ext cx="2277844" cy="66573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iandra GD" panose="020E0502030308020204" pitchFamily="34" charset="0"/>
                <a:ea typeface="+mn-ea"/>
                <a:cs typeface="Arial" panose="020B0604020202020204" pitchFamily="34" charset="0"/>
              </a:rPr>
              <a:t>SETEMBRO 2025</a:t>
            </a:r>
          </a:p>
        </p:txBody>
      </p:sp>
      <p:sp>
        <p:nvSpPr>
          <p:cNvPr id="84" name="TextBox 80"/>
          <p:cNvSpPr txBox="1"/>
          <p:nvPr/>
        </p:nvSpPr>
        <p:spPr>
          <a:xfrm>
            <a:off x="3913747" y="1301251"/>
            <a:ext cx="1749637" cy="66573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iandra GD" panose="020E0502030308020204" pitchFamily="34" charset="0"/>
                <a:ea typeface="+mn-ea"/>
                <a:cs typeface="Arial" panose="020B0604020202020204" pitchFamily="34" charset="0"/>
              </a:rPr>
              <a:t>JUNHO 2026</a:t>
            </a:r>
          </a:p>
        </p:txBody>
      </p:sp>
      <p:sp>
        <p:nvSpPr>
          <p:cNvPr id="85" name="TextBox 81"/>
          <p:cNvSpPr txBox="1"/>
          <p:nvPr/>
        </p:nvSpPr>
        <p:spPr>
          <a:xfrm>
            <a:off x="6045851" y="1531870"/>
            <a:ext cx="2081422" cy="66573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iandra GD" panose="020E0502030308020204" pitchFamily="34" charset="0"/>
                <a:ea typeface="+mn-ea"/>
                <a:cs typeface="Arial" panose="020B0604020202020204" pitchFamily="34" charset="0"/>
              </a:rPr>
              <a:t>AGOSTO/SETEMBRO 2026</a:t>
            </a:r>
          </a:p>
        </p:txBody>
      </p:sp>
      <p:sp>
        <p:nvSpPr>
          <p:cNvPr id="86" name="TextBox 82"/>
          <p:cNvSpPr txBox="1"/>
          <p:nvPr/>
        </p:nvSpPr>
        <p:spPr>
          <a:xfrm>
            <a:off x="8627921" y="1268488"/>
            <a:ext cx="2154522" cy="66573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1200" dirty="0">
                <a:solidFill>
                  <a:prstClr val="black"/>
                </a:solidFill>
                <a:latin typeface="Maiandra GD" panose="020E0502030308020204" pitchFamily="34" charset="0"/>
                <a:ea typeface="+mn-ea"/>
                <a:cs typeface="Arial" panose="020B0604020202020204" pitchFamily="34" charset="0"/>
              </a:rPr>
              <a:t>OUTUBRO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iandra GD" panose="020E0502030308020204" pitchFamily="34" charset="0"/>
                <a:ea typeface="+mn-ea"/>
                <a:cs typeface="Arial" panose="020B0604020202020204" pitchFamily="34" charset="0"/>
              </a:rPr>
              <a:t> 2026</a:t>
            </a:r>
          </a:p>
        </p:txBody>
      </p:sp>
      <p:sp>
        <p:nvSpPr>
          <p:cNvPr id="87" name="TextBox 84"/>
          <p:cNvSpPr txBox="1"/>
          <p:nvPr/>
        </p:nvSpPr>
        <p:spPr>
          <a:xfrm>
            <a:off x="2225852" y="5364056"/>
            <a:ext cx="1816010" cy="11211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2" name="Picture 2" descr="E:\Capturar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692"/>
          <a:stretch/>
        </p:blipFill>
        <p:spPr bwMode="auto">
          <a:xfrm>
            <a:off x="1902591" y="5508261"/>
            <a:ext cx="1126195" cy="1273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3" descr="E:\Capturar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7" r="47586"/>
          <a:stretch/>
        </p:blipFill>
        <p:spPr bwMode="auto">
          <a:xfrm>
            <a:off x="4226536" y="4800600"/>
            <a:ext cx="1125793" cy="149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4" descr="E:\Capturar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38" r="25181"/>
          <a:stretch/>
        </p:blipFill>
        <p:spPr bwMode="auto">
          <a:xfrm>
            <a:off x="6635570" y="4419600"/>
            <a:ext cx="1001805" cy="149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5" descr="E:\Capturar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21"/>
          <a:stretch/>
        </p:blipFill>
        <p:spPr bwMode="auto">
          <a:xfrm>
            <a:off x="8793720" y="4038600"/>
            <a:ext cx="1144958" cy="149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Rectangle 6"/>
          <p:cNvSpPr/>
          <p:nvPr/>
        </p:nvSpPr>
        <p:spPr>
          <a:xfrm flipH="1" flipV="1">
            <a:off x="1929993" y="1952920"/>
            <a:ext cx="8283810" cy="1495170"/>
          </a:xfrm>
          <a:custGeom>
            <a:avLst/>
            <a:gdLst>
              <a:gd name="connsiteX0" fmla="*/ 0 w 6324600"/>
              <a:gd name="connsiteY0" fmla="*/ 0 h 3505200"/>
              <a:gd name="connsiteX1" fmla="*/ 6324600 w 6324600"/>
              <a:gd name="connsiteY1" fmla="*/ 0 h 3505200"/>
              <a:gd name="connsiteX2" fmla="*/ 6324600 w 6324600"/>
              <a:gd name="connsiteY2" fmla="*/ 3505200 h 3505200"/>
              <a:gd name="connsiteX3" fmla="*/ 0 w 6324600"/>
              <a:gd name="connsiteY3" fmla="*/ 3505200 h 3505200"/>
              <a:gd name="connsiteX4" fmla="*/ 0 w 6324600"/>
              <a:gd name="connsiteY4" fmla="*/ 0 h 3505200"/>
              <a:gd name="connsiteX0" fmla="*/ 0 w 6324600"/>
              <a:gd name="connsiteY0" fmla="*/ 0 h 3505200"/>
              <a:gd name="connsiteX1" fmla="*/ 6324600 w 6324600"/>
              <a:gd name="connsiteY1" fmla="*/ 0 h 3505200"/>
              <a:gd name="connsiteX2" fmla="*/ 6324600 w 6324600"/>
              <a:gd name="connsiteY2" fmla="*/ 3505200 h 3505200"/>
              <a:gd name="connsiteX3" fmla="*/ 0 w 6324600"/>
              <a:gd name="connsiteY3" fmla="*/ 0 h 3505200"/>
              <a:gd name="connsiteX0" fmla="*/ 6324600 w 6416040"/>
              <a:gd name="connsiteY0" fmla="*/ 3505200 h 3596640"/>
              <a:gd name="connsiteX1" fmla="*/ 0 w 6416040"/>
              <a:gd name="connsiteY1" fmla="*/ 0 h 3596640"/>
              <a:gd name="connsiteX2" fmla="*/ 6324600 w 6416040"/>
              <a:gd name="connsiteY2" fmla="*/ 0 h 3596640"/>
              <a:gd name="connsiteX3" fmla="*/ 6416040 w 6416040"/>
              <a:gd name="connsiteY3" fmla="*/ 3596640 h 3596640"/>
              <a:gd name="connsiteX0" fmla="*/ 2327787 w 6416040"/>
              <a:gd name="connsiteY0" fmla="*/ 1941871 h 3596640"/>
              <a:gd name="connsiteX1" fmla="*/ 0 w 6416040"/>
              <a:gd name="connsiteY1" fmla="*/ 0 h 3596640"/>
              <a:gd name="connsiteX2" fmla="*/ 6324600 w 6416040"/>
              <a:gd name="connsiteY2" fmla="*/ 0 h 3596640"/>
              <a:gd name="connsiteX3" fmla="*/ 6416040 w 6416040"/>
              <a:gd name="connsiteY3" fmla="*/ 3596640 h 3596640"/>
              <a:gd name="connsiteX0" fmla="*/ 0 w 6416040"/>
              <a:gd name="connsiteY0" fmla="*/ 0 h 3596640"/>
              <a:gd name="connsiteX1" fmla="*/ 6324600 w 6416040"/>
              <a:gd name="connsiteY1" fmla="*/ 0 h 3596640"/>
              <a:gd name="connsiteX2" fmla="*/ 6416040 w 6416040"/>
              <a:gd name="connsiteY2" fmla="*/ 3596640 h 3596640"/>
              <a:gd name="connsiteX0" fmla="*/ 0 w 6416040"/>
              <a:gd name="connsiteY0" fmla="*/ 0 h 3596640"/>
              <a:gd name="connsiteX1" fmla="*/ 6324600 w 6416040"/>
              <a:gd name="connsiteY1" fmla="*/ 0 h 3596640"/>
              <a:gd name="connsiteX2" fmla="*/ 6416040 w 6416040"/>
              <a:gd name="connsiteY2" fmla="*/ 3596640 h 3596640"/>
              <a:gd name="connsiteX3" fmla="*/ 0 w 6416040"/>
              <a:gd name="connsiteY3" fmla="*/ 0 h 3596640"/>
              <a:gd name="connsiteX0" fmla="*/ 6416040 w 6507480"/>
              <a:gd name="connsiteY0" fmla="*/ 3596640 h 3688080"/>
              <a:gd name="connsiteX1" fmla="*/ 0 w 6507480"/>
              <a:gd name="connsiteY1" fmla="*/ 0 h 3688080"/>
              <a:gd name="connsiteX2" fmla="*/ 6324600 w 6507480"/>
              <a:gd name="connsiteY2" fmla="*/ 0 h 3688080"/>
              <a:gd name="connsiteX3" fmla="*/ 6507480 w 6507480"/>
              <a:gd name="connsiteY3" fmla="*/ 3688080 h 3688080"/>
              <a:gd name="connsiteX0" fmla="*/ 1563821 w 6507480"/>
              <a:gd name="connsiteY0" fmla="*/ 3050950 h 3688080"/>
              <a:gd name="connsiteX1" fmla="*/ 0 w 6507480"/>
              <a:gd name="connsiteY1" fmla="*/ 0 h 3688080"/>
              <a:gd name="connsiteX2" fmla="*/ 6324600 w 6507480"/>
              <a:gd name="connsiteY2" fmla="*/ 0 h 3688080"/>
              <a:gd name="connsiteX3" fmla="*/ 6507480 w 6507480"/>
              <a:gd name="connsiteY3" fmla="*/ 3688080 h 3688080"/>
              <a:gd name="connsiteX0" fmla="*/ 0 w 6507480"/>
              <a:gd name="connsiteY0" fmla="*/ 0 h 3688080"/>
              <a:gd name="connsiteX1" fmla="*/ 6324600 w 6507480"/>
              <a:gd name="connsiteY1" fmla="*/ 0 h 3688080"/>
              <a:gd name="connsiteX2" fmla="*/ 6507480 w 6507480"/>
              <a:gd name="connsiteY2" fmla="*/ 3688080 h 3688080"/>
              <a:gd name="connsiteX0" fmla="*/ 0 w 6324600"/>
              <a:gd name="connsiteY0" fmla="*/ 0 h 2168996"/>
              <a:gd name="connsiteX1" fmla="*/ 6324600 w 6324600"/>
              <a:gd name="connsiteY1" fmla="*/ 0 h 2168996"/>
              <a:gd name="connsiteX2" fmla="*/ 6242009 w 6324600"/>
              <a:gd name="connsiteY2" fmla="*/ 2168996 h 2168996"/>
              <a:gd name="connsiteX0" fmla="*/ 0 w 6522228"/>
              <a:gd name="connsiteY0" fmla="*/ 0 h 2404970"/>
              <a:gd name="connsiteX1" fmla="*/ 6324600 w 6522228"/>
              <a:gd name="connsiteY1" fmla="*/ 0 h 2404970"/>
              <a:gd name="connsiteX2" fmla="*/ 6522228 w 6522228"/>
              <a:gd name="connsiteY2" fmla="*/ 2404970 h 2404970"/>
              <a:gd name="connsiteX0" fmla="*/ 0 w 7057136"/>
              <a:gd name="connsiteY0" fmla="*/ 0 h 2589105"/>
              <a:gd name="connsiteX1" fmla="*/ 6324600 w 7057136"/>
              <a:gd name="connsiteY1" fmla="*/ 0 h 2589105"/>
              <a:gd name="connsiteX2" fmla="*/ 6522228 w 7057136"/>
              <a:gd name="connsiteY2" fmla="*/ 2404970 h 2589105"/>
              <a:gd name="connsiteX0" fmla="*/ 0 w 6522228"/>
              <a:gd name="connsiteY0" fmla="*/ 0 h 2884378"/>
              <a:gd name="connsiteX1" fmla="*/ 6324600 w 6522228"/>
              <a:gd name="connsiteY1" fmla="*/ 0 h 2884378"/>
              <a:gd name="connsiteX2" fmla="*/ 6522228 w 6522228"/>
              <a:gd name="connsiteY2" fmla="*/ 2404970 h 2884378"/>
              <a:gd name="connsiteX0" fmla="*/ 0 w 6959565"/>
              <a:gd name="connsiteY0" fmla="*/ 0 h 2629590"/>
              <a:gd name="connsiteX1" fmla="*/ 6324600 w 6959565"/>
              <a:gd name="connsiteY1" fmla="*/ 0 h 2629590"/>
              <a:gd name="connsiteX2" fmla="*/ 6522228 w 6959565"/>
              <a:gd name="connsiteY2" fmla="*/ 2404970 h 2629590"/>
              <a:gd name="connsiteX0" fmla="*/ 0 w 6959565"/>
              <a:gd name="connsiteY0" fmla="*/ 0 h 2629590"/>
              <a:gd name="connsiteX1" fmla="*/ 6324600 w 6959565"/>
              <a:gd name="connsiteY1" fmla="*/ 0 h 2629590"/>
              <a:gd name="connsiteX2" fmla="*/ 6522228 w 6959565"/>
              <a:gd name="connsiteY2" fmla="*/ 2404970 h 2629590"/>
              <a:gd name="connsiteX0" fmla="*/ 0 w 6522228"/>
              <a:gd name="connsiteY0" fmla="*/ 0 h 2404970"/>
              <a:gd name="connsiteX1" fmla="*/ 6324600 w 6522228"/>
              <a:gd name="connsiteY1" fmla="*/ 0 h 2404970"/>
              <a:gd name="connsiteX2" fmla="*/ 6522228 w 6522228"/>
              <a:gd name="connsiteY2" fmla="*/ 2404970 h 2404970"/>
              <a:gd name="connsiteX0" fmla="*/ 0 w 6839285"/>
              <a:gd name="connsiteY0" fmla="*/ 178145 h 2583115"/>
              <a:gd name="connsiteX1" fmla="*/ 6324600 w 6839285"/>
              <a:gd name="connsiteY1" fmla="*/ 178145 h 2583115"/>
              <a:gd name="connsiteX2" fmla="*/ 6522228 w 6839285"/>
              <a:gd name="connsiteY2" fmla="*/ 2583115 h 2583115"/>
              <a:gd name="connsiteX0" fmla="*/ 0 w 6522228"/>
              <a:gd name="connsiteY0" fmla="*/ 0 h 2404970"/>
              <a:gd name="connsiteX1" fmla="*/ 3699387 w 6522228"/>
              <a:gd name="connsiteY1" fmla="*/ 575187 h 2404970"/>
              <a:gd name="connsiteX2" fmla="*/ 6522228 w 6522228"/>
              <a:gd name="connsiteY2" fmla="*/ 2404970 h 2404970"/>
              <a:gd name="connsiteX0" fmla="*/ 0 w 6522228"/>
              <a:gd name="connsiteY0" fmla="*/ 5635 h 2410605"/>
              <a:gd name="connsiteX1" fmla="*/ 3699387 w 6522228"/>
              <a:gd name="connsiteY1" fmla="*/ 580822 h 2410605"/>
              <a:gd name="connsiteX2" fmla="*/ 6522228 w 6522228"/>
              <a:gd name="connsiteY2" fmla="*/ 2410605 h 2410605"/>
              <a:gd name="connsiteX0" fmla="*/ 0 w 6522228"/>
              <a:gd name="connsiteY0" fmla="*/ 5635 h 2410605"/>
              <a:gd name="connsiteX1" fmla="*/ 3699387 w 6522228"/>
              <a:gd name="connsiteY1" fmla="*/ 580822 h 2410605"/>
              <a:gd name="connsiteX2" fmla="*/ 6522228 w 6522228"/>
              <a:gd name="connsiteY2" fmla="*/ 2410605 h 2410605"/>
              <a:gd name="connsiteX0" fmla="*/ 0 w 6522228"/>
              <a:gd name="connsiteY0" fmla="*/ 6310 h 2411280"/>
              <a:gd name="connsiteX1" fmla="*/ 4628535 w 6522228"/>
              <a:gd name="connsiteY1" fmla="*/ 552000 h 2411280"/>
              <a:gd name="connsiteX2" fmla="*/ 6522228 w 6522228"/>
              <a:gd name="connsiteY2" fmla="*/ 2411280 h 2411280"/>
              <a:gd name="connsiteX0" fmla="*/ 0 w 6522228"/>
              <a:gd name="connsiteY0" fmla="*/ 5347 h 2410317"/>
              <a:gd name="connsiteX1" fmla="*/ 4023851 w 6522228"/>
              <a:gd name="connsiteY1" fmla="*/ 595282 h 2410317"/>
              <a:gd name="connsiteX2" fmla="*/ 6522228 w 6522228"/>
              <a:gd name="connsiteY2" fmla="*/ 2410317 h 2410317"/>
              <a:gd name="connsiteX0" fmla="*/ 0 w 6509203"/>
              <a:gd name="connsiteY0" fmla="*/ 163951 h 1949489"/>
              <a:gd name="connsiteX1" fmla="*/ 4010826 w 6509203"/>
              <a:gd name="connsiteY1" fmla="*/ 134454 h 1949489"/>
              <a:gd name="connsiteX2" fmla="*/ 6509203 w 6509203"/>
              <a:gd name="connsiteY2" fmla="*/ 1949489 h 1949489"/>
              <a:gd name="connsiteX0" fmla="*/ 0 w 6535251"/>
              <a:gd name="connsiteY0" fmla="*/ 155212 h 1822763"/>
              <a:gd name="connsiteX1" fmla="*/ 4010826 w 6535251"/>
              <a:gd name="connsiteY1" fmla="*/ 125715 h 1822763"/>
              <a:gd name="connsiteX2" fmla="*/ 6535251 w 6535251"/>
              <a:gd name="connsiteY2" fmla="*/ 1822763 h 1822763"/>
              <a:gd name="connsiteX0" fmla="*/ 0 w 6535251"/>
              <a:gd name="connsiteY0" fmla="*/ 155212 h 1822763"/>
              <a:gd name="connsiteX1" fmla="*/ 4010826 w 6535251"/>
              <a:gd name="connsiteY1" fmla="*/ 125715 h 1822763"/>
              <a:gd name="connsiteX2" fmla="*/ 6535251 w 6535251"/>
              <a:gd name="connsiteY2" fmla="*/ 1822763 h 1822763"/>
              <a:gd name="connsiteX0" fmla="*/ 0 w 6535251"/>
              <a:gd name="connsiteY0" fmla="*/ 10655 h 1678206"/>
              <a:gd name="connsiteX1" fmla="*/ 4062921 w 6535251"/>
              <a:gd name="connsiteY1" fmla="*/ 335120 h 1678206"/>
              <a:gd name="connsiteX2" fmla="*/ 6535251 w 6535251"/>
              <a:gd name="connsiteY2" fmla="*/ 1678206 h 1678206"/>
              <a:gd name="connsiteX0" fmla="*/ 0 w 6535251"/>
              <a:gd name="connsiteY0" fmla="*/ 3375 h 1670926"/>
              <a:gd name="connsiteX1" fmla="*/ 4128041 w 6535251"/>
              <a:gd name="connsiteY1" fmla="*/ 637556 h 1670926"/>
              <a:gd name="connsiteX2" fmla="*/ 6535251 w 6535251"/>
              <a:gd name="connsiteY2" fmla="*/ 1670926 h 1670926"/>
              <a:gd name="connsiteX0" fmla="*/ 0 w 6535251"/>
              <a:gd name="connsiteY0" fmla="*/ 7668 h 1675219"/>
              <a:gd name="connsiteX1" fmla="*/ 4023848 w 6535251"/>
              <a:gd name="connsiteY1" fmla="*/ 391126 h 1675219"/>
              <a:gd name="connsiteX2" fmla="*/ 6535251 w 6535251"/>
              <a:gd name="connsiteY2" fmla="*/ 1675219 h 1675219"/>
              <a:gd name="connsiteX0" fmla="*/ 0 w 6535251"/>
              <a:gd name="connsiteY0" fmla="*/ 7668 h 1675219"/>
              <a:gd name="connsiteX1" fmla="*/ 4023848 w 6535251"/>
              <a:gd name="connsiteY1" fmla="*/ 391126 h 1675219"/>
              <a:gd name="connsiteX2" fmla="*/ 6535251 w 6535251"/>
              <a:gd name="connsiteY2" fmla="*/ 1675219 h 167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5251" h="1675219">
                <a:moveTo>
                  <a:pt x="0" y="7668"/>
                </a:moveTo>
                <a:cubicBezTo>
                  <a:pt x="618613" y="-36578"/>
                  <a:pt x="2934640" y="113201"/>
                  <a:pt x="4023848" y="391126"/>
                </a:cubicBezTo>
                <a:cubicBezTo>
                  <a:pt x="5113057" y="669051"/>
                  <a:pt x="6017867" y="1075450"/>
                  <a:pt x="6535251" y="1675219"/>
                </a:cubicBezTo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2" name="Rectangle 6"/>
          <p:cNvSpPr/>
          <p:nvPr/>
        </p:nvSpPr>
        <p:spPr>
          <a:xfrm flipH="1">
            <a:off x="1777357" y="3878758"/>
            <a:ext cx="8436446" cy="1675219"/>
          </a:xfrm>
          <a:custGeom>
            <a:avLst/>
            <a:gdLst>
              <a:gd name="connsiteX0" fmla="*/ 0 w 6324600"/>
              <a:gd name="connsiteY0" fmla="*/ 0 h 3505200"/>
              <a:gd name="connsiteX1" fmla="*/ 6324600 w 6324600"/>
              <a:gd name="connsiteY1" fmla="*/ 0 h 3505200"/>
              <a:gd name="connsiteX2" fmla="*/ 6324600 w 6324600"/>
              <a:gd name="connsiteY2" fmla="*/ 3505200 h 3505200"/>
              <a:gd name="connsiteX3" fmla="*/ 0 w 6324600"/>
              <a:gd name="connsiteY3" fmla="*/ 3505200 h 3505200"/>
              <a:gd name="connsiteX4" fmla="*/ 0 w 6324600"/>
              <a:gd name="connsiteY4" fmla="*/ 0 h 3505200"/>
              <a:gd name="connsiteX0" fmla="*/ 0 w 6324600"/>
              <a:gd name="connsiteY0" fmla="*/ 0 h 3505200"/>
              <a:gd name="connsiteX1" fmla="*/ 6324600 w 6324600"/>
              <a:gd name="connsiteY1" fmla="*/ 0 h 3505200"/>
              <a:gd name="connsiteX2" fmla="*/ 6324600 w 6324600"/>
              <a:gd name="connsiteY2" fmla="*/ 3505200 h 3505200"/>
              <a:gd name="connsiteX3" fmla="*/ 0 w 6324600"/>
              <a:gd name="connsiteY3" fmla="*/ 0 h 3505200"/>
              <a:gd name="connsiteX0" fmla="*/ 6324600 w 6416040"/>
              <a:gd name="connsiteY0" fmla="*/ 3505200 h 3596640"/>
              <a:gd name="connsiteX1" fmla="*/ 0 w 6416040"/>
              <a:gd name="connsiteY1" fmla="*/ 0 h 3596640"/>
              <a:gd name="connsiteX2" fmla="*/ 6324600 w 6416040"/>
              <a:gd name="connsiteY2" fmla="*/ 0 h 3596640"/>
              <a:gd name="connsiteX3" fmla="*/ 6416040 w 6416040"/>
              <a:gd name="connsiteY3" fmla="*/ 3596640 h 3596640"/>
              <a:gd name="connsiteX0" fmla="*/ 2327787 w 6416040"/>
              <a:gd name="connsiteY0" fmla="*/ 1941871 h 3596640"/>
              <a:gd name="connsiteX1" fmla="*/ 0 w 6416040"/>
              <a:gd name="connsiteY1" fmla="*/ 0 h 3596640"/>
              <a:gd name="connsiteX2" fmla="*/ 6324600 w 6416040"/>
              <a:gd name="connsiteY2" fmla="*/ 0 h 3596640"/>
              <a:gd name="connsiteX3" fmla="*/ 6416040 w 6416040"/>
              <a:gd name="connsiteY3" fmla="*/ 3596640 h 3596640"/>
              <a:gd name="connsiteX0" fmla="*/ 0 w 6416040"/>
              <a:gd name="connsiteY0" fmla="*/ 0 h 3596640"/>
              <a:gd name="connsiteX1" fmla="*/ 6324600 w 6416040"/>
              <a:gd name="connsiteY1" fmla="*/ 0 h 3596640"/>
              <a:gd name="connsiteX2" fmla="*/ 6416040 w 6416040"/>
              <a:gd name="connsiteY2" fmla="*/ 3596640 h 3596640"/>
              <a:gd name="connsiteX0" fmla="*/ 0 w 6416040"/>
              <a:gd name="connsiteY0" fmla="*/ 0 h 3596640"/>
              <a:gd name="connsiteX1" fmla="*/ 6324600 w 6416040"/>
              <a:gd name="connsiteY1" fmla="*/ 0 h 3596640"/>
              <a:gd name="connsiteX2" fmla="*/ 6416040 w 6416040"/>
              <a:gd name="connsiteY2" fmla="*/ 3596640 h 3596640"/>
              <a:gd name="connsiteX3" fmla="*/ 0 w 6416040"/>
              <a:gd name="connsiteY3" fmla="*/ 0 h 3596640"/>
              <a:gd name="connsiteX0" fmla="*/ 6416040 w 6507480"/>
              <a:gd name="connsiteY0" fmla="*/ 3596640 h 3688080"/>
              <a:gd name="connsiteX1" fmla="*/ 0 w 6507480"/>
              <a:gd name="connsiteY1" fmla="*/ 0 h 3688080"/>
              <a:gd name="connsiteX2" fmla="*/ 6324600 w 6507480"/>
              <a:gd name="connsiteY2" fmla="*/ 0 h 3688080"/>
              <a:gd name="connsiteX3" fmla="*/ 6507480 w 6507480"/>
              <a:gd name="connsiteY3" fmla="*/ 3688080 h 3688080"/>
              <a:gd name="connsiteX0" fmla="*/ 1563821 w 6507480"/>
              <a:gd name="connsiteY0" fmla="*/ 3050950 h 3688080"/>
              <a:gd name="connsiteX1" fmla="*/ 0 w 6507480"/>
              <a:gd name="connsiteY1" fmla="*/ 0 h 3688080"/>
              <a:gd name="connsiteX2" fmla="*/ 6324600 w 6507480"/>
              <a:gd name="connsiteY2" fmla="*/ 0 h 3688080"/>
              <a:gd name="connsiteX3" fmla="*/ 6507480 w 6507480"/>
              <a:gd name="connsiteY3" fmla="*/ 3688080 h 3688080"/>
              <a:gd name="connsiteX0" fmla="*/ 0 w 6507480"/>
              <a:gd name="connsiteY0" fmla="*/ 0 h 3688080"/>
              <a:gd name="connsiteX1" fmla="*/ 6324600 w 6507480"/>
              <a:gd name="connsiteY1" fmla="*/ 0 h 3688080"/>
              <a:gd name="connsiteX2" fmla="*/ 6507480 w 6507480"/>
              <a:gd name="connsiteY2" fmla="*/ 3688080 h 3688080"/>
              <a:gd name="connsiteX0" fmla="*/ 0 w 6324600"/>
              <a:gd name="connsiteY0" fmla="*/ 0 h 2168996"/>
              <a:gd name="connsiteX1" fmla="*/ 6324600 w 6324600"/>
              <a:gd name="connsiteY1" fmla="*/ 0 h 2168996"/>
              <a:gd name="connsiteX2" fmla="*/ 6242009 w 6324600"/>
              <a:gd name="connsiteY2" fmla="*/ 2168996 h 2168996"/>
              <a:gd name="connsiteX0" fmla="*/ 0 w 6522228"/>
              <a:gd name="connsiteY0" fmla="*/ 0 h 2404970"/>
              <a:gd name="connsiteX1" fmla="*/ 6324600 w 6522228"/>
              <a:gd name="connsiteY1" fmla="*/ 0 h 2404970"/>
              <a:gd name="connsiteX2" fmla="*/ 6522228 w 6522228"/>
              <a:gd name="connsiteY2" fmla="*/ 2404970 h 2404970"/>
              <a:gd name="connsiteX0" fmla="*/ 0 w 7057136"/>
              <a:gd name="connsiteY0" fmla="*/ 0 h 2589105"/>
              <a:gd name="connsiteX1" fmla="*/ 6324600 w 7057136"/>
              <a:gd name="connsiteY1" fmla="*/ 0 h 2589105"/>
              <a:gd name="connsiteX2" fmla="*/ 6522228 w 7057136"/>
              <a:gd name="connsiteY2" fmla="*/ 2404970 h 2589105"/>
              <a:gd name="connsiteX0" fmla="*/ 0 w 6522228"/>
              <a:gd name="connsiteY0" fmla="*/ 0 h 2884378"/>
              <a:gd name="connsiteX1" fmla="*/ 6324600 w 6522228"/>
              <a:gd name="connsiteY1" fmla="*/ 0 h 2884378"/>
              <a:gd name="connsiteX2" fmla="*/ 6522228 w 6522228"/>
              <a:gd name="connsiteY2" fmla="*/ 2404970 h 2884378"/>
              <a:gd name="connsiteX0" fmla="*/ 0 w 6959565"/>
              <a:gd name="connsiteY0" fmla="*/ 0 h 2629590"/>
              <a:gd name="connsiteX1" fmla="*/ 6324600 w 6959565"/>
              <a:gd name="connsiteY1" fmla="*/ 0 h 2629590"/>
              <a:gd name="connsiteX2" fmla="*/ 6522228 w 6959565"/>
              <a:gd name="connsiteY2" fmla="*/ 2404970 h 2629590"/>
              <a:gd name="connsiteX0" fmla="*/ 0 w 6959565"/>
              <a:gd name="connsiteY0" fmla="*/ 0 h 2629590"/>
              <a:gd name="connsiteX1" fmla="*/ 6324600 w 6959565"/>
              <a:gd name="connsiteY1" fmla="*/ 0 h 2629590"/>
              <a:gd name="connsiteX2" fmla="*/ 6522228 w 6959565"/>
              <a:gd name="connsiteY2" fmla="*/ 2404970 h 2629590"/>
              <a:gd name="connsiteX0" fmla="*/ 0 w 6522228"/>
              <a:gd name="connsiteY0" fmla="*/ 0 h 2404970"/>
              <a:gd name="connsiteX1" fmla="*/ 6324600 w 6522228"/>
              <a:gd name="connsiteY1" fmla="*/ 0 h 2404970"/>
              <a:gd name="connsiteX2" fmla="*/ 6522228 w 6522228"/>
              <a:gd name="connsiteY2" fmla="*/ 2404970 h 2404970"/>
              <a:gd name="connsiteX0" fmla="*/ 0 w 6839285"/>
              <a:gd name="connsiteY0" fmla="*/ 178145 h 2583115"/>
              <a:gd name="connsiteX1" fmla="*/ 6324600 w 6839285"/>
              <a:gd name="connsiteY1" fmla="*/ 178145 h 2583115"/>
              <a:gd name="connsiteX2" fmla="*/ 6522228 w 6839285"/>
              <a:gd name="connsiteY2" fmla="*/ 2583115 h 2583115"/>
              <a:gd name="connsiteX0" fmla="*/ 0 w 6522228"/>
              <a:gd name="connsiteY0" fmla="*/ 0 h 2404970"/>
              <a:gd name="connsiteX1" fmla="*/ 3699387 w 6522228"/>
              <a:gd name="connsiteY1" fmla="*/ 575187 h 2404970"/>
              <a:gd name="connsiteX2" fmla="*/ 6522228 w 6522228"/>
              <a:gd name="connsiteY2" fmla="*/ 2404970 h 2404970"/>
              <a:gd name="connsiteX0" fmla="*/ 0 w 6522228"/>
              <a:gd name="connsiteY0" fmla="*/ 5635 h 2410605"/>
              <a:gd name="connsiteX1" fmla="*/ 3699387 w 6522228"/>
              <a:gd name="connsiteY1" fmla="*/ 580822 h 2410605"/>
              <a:gd name="connsiteX2" fmla="*/ 6522228 w 6522228"/>
              <a:gd name="connsiteY2" fmla="*/ 2410605 h 2410605"/>
              <a:gd name="connsiteX0" fmla="*/ 0 w 6522228"/>
              <a:gd name="connsiteY0" fmla="*/ 5635 h 2410605"/>
              <a:gd name="connsiteX1" fmla="*/ 3699387 w 6522228"/>
              <a:gd name="connsiteY1" fmla="*/ 580822 h 2410605"/>
              <a:gd name="connsiteX2" fmla="*/ 6522228 w 6522228"/>
              <a:gd name="connsiteY2" fmla="*/ 2410605 h 2410605"/>
              <a:gd name="connsiteX0" fmla="*/ 0 w 6522228"/>
              <a:gd name="connsiteY0" fmla="*/ 6310 h 2411280"/>
              <a:gd name="connsiteX1" fmla="*/ 4628535 w 6522228"/>
              <a:gd name="connsiteY1" fmla="*/ 552000 h 2411280"/>
              <a:gd name="connsiteX2" fmla="*/ 6522228 w 6522228"/>
              <a:gd name="connsiteY2" fmla="*/ 2411280 h 2411280"/>
              <a:gd name="connsiteX0" fmla="*/ 0 w 6522228"/>
              <a:gd name="connsiteY0" fmla="*/ 5347 h 2410317"/>
              <a:gd name="connsiteX1" fmla="*/ 4023851 w 6522228"/>
              <a:gd name="connsiteY1" fmla="*/ 595282 h 2410317"/>
              <a:gd name="connsiteX2" fmla="*/ 6522228 w 6522228"/>
              <a:gd name="connsiteY2" fmla="*/ 2410317 h 2410317"/>
              <a:gd name="connsiteX0" fmla="*/ 0 w 6509203"/>
              <a:gd name="connsiteY0" fmla="*/ 163951 h 1949489"/>
              <a:gd name="connsiteX1" fmla="*/ 4010826 w 6509203"/>
              <a:gd name="connsiteY1" fmla="*/ 134454 h 1949489"/>
              <a:gd name="connsiteX2" fmla="*/ 6509203 w 6509203"/>
              <a:gd name="connsiteY2" fmla="*/ 1949489 h 1949489"/>
              <a:gd name="connsiteX0" fmla="*/ 0 w 6535251"/>
              <a:gd name="connsiteY0" fmla="*/ 155212 h 1822763"/>
              <a:gd name="connsiteX1" fmla="*/ 4010826 w 6535251"/>
              <a:gd name="connsiteY1" fmla="*/ 125715 h 1822763"/>
              <a:gd name="connsiteX2" fmla="*/ 6535251 w 6535251"/>
              <a:gd name="connsiteY2" fmla="*/ 1822763 h 1822763"/>
              <a:gd name="connsiteX0" fmla="*/ 0 w 6535251"/>
              <a:gd name="connsiteY0" fmla="*/ 155212 h 1822763"/>
              <a:gd name="connsiteX1" fmla="*/ 4010826 w 6535251"/>
              <a:gd name="connsiteY1" fmla="*/ 125715 h 1822763"/>
              <a:gd name="connsiteX2" fmla="*/ 6535251 w 6535251"/>
              <a:gd name="connsiteY2" fmla="*/ 1822763 h 1822763"/>
              <a:gd name="connsiteX0" fmla="*/ 0 w 6535251"/>
              <a:gd name="connsiteY0" fmla="*/ 10655 h 1678206"/>
              <a:gd name="connsiteX1" fmla="*/ 4062921 w 6535251"/>
              <a:gd name="connsiteY1" fmla="*/ 335120 h 1678206"/>
              <a:gd name="connsiteX2" fmla="*/ 6535251 w 6535251"/>
              <a:gd name="connsiteY2" fmla="*/ 1678206 h 1678206"/>
              <a:gd name="connsiteX0" fmla="*/ 0 w 6535251"/>
              <a:gd name="connsiteY0" fmla="*/ 3375 h 1670926"/>
              <a:gd name="connsiteX1" fmla="*/ 4128041 w 6535251"/>
              <a:gd name="connsiteY1" fmla="*/ 637556 h 1670926"/>
              <a:gd name="connsiteX2" fmla="*/ 6535251 w 6535251"/>
              <a:gd name="connsiteY2" fmla="*/ 1670926 h 1670926"/>
              <a:gd name="connsiteX0" fmla="*/ 0 w 6535251"/>
              <a:gd name="connsiteY0" fmla="*/ 7668 h 1675219"/>
              <a:gd name="connsiteX1" fmla="*/ 4023848 w 6535251"/>
              <a:gd name="connsiteY1" fmla="*/ 391126 h 1675219"/>
              <a:gd name="connsiteX2" fmla="*/ 6535251 w 6535251"/>
              <a:gd name="connsiteY2" fmla="*/ 1675219 h 1675219"/>
              <a:gd name="connsiteX0" fmla="*/ 0 w 6535251"/>
              <a:gd name="connsiteY0" fmla="*/ 7668 h 1675219"/>
              <a:gd name="connsiteX1" fmla="*/ 4023848 w 6535251"/>
              <a:gd name="connsiteY1" fmla="*/ 391126 h 1675219"/>
              <a:gd name="connsiteX2" fmla="*/ 6535251 w 6535251"/>
              <a:gd name="connsiteY2" fmla="*/ 1675219 h 167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5251" h="1675219">
                <a:moveTo>
                  <a:pt x="0" y="7668"/>
                </a:moveTo>
                <a:cubicBezTo>
                  <a:pt x="618613" y="-36578"/>
                  <a:pt x="2934640" y="113201"/>
                  <a:pt x="4023848" y="391126"/>
                </a:cubicBezTo>
                <a:cubicBezTo>
                  <a:pt x="5113057" y="669051"/>
                  <a:pt x="6017867" y="1075450"/>
                  <a:pt x="6535251" y="1675219"/>
                </a:cubicBezTo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3" name="Oval 3"/>
          <p:cNvSpPr>
            <a:spLocks noChangeAspect="1"/>
          </p:cNvSpPr>
          <p:nvPr/>
        </p:nvSpPr>
        <p:spPr>
          <a:xfrm>
            <a:off x="2853795" y="2620560"/>
            <a:ext cx="410622" cy="4032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" name="Oval 4"/>
          <p:cNvSpPr>
            <a:spLocks noChangeAspect="1"/>
          </p:cNvSpPr>
          <p:nvPr/>
        </p:nvSpPr>
        <p:spPr>
          <a:xfrm>
            <a:off x="2521555" y="3322316"/>
            <a:ext cx="373292" cy="36660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5" name="Oval 5"/>
          <p:cNvSpPr>
            <a:spLocks noChangeAspect="1"/>
          </p:cNvSpPr>
          <p:nvPr/>
        </p:nvSpPr>
        <p:spPr>
          <a:xfrm>
            <a:off x="3055259" y="3959308"/>
            <a:ext cx="410622" cy="4032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6" name="Oval 7"/>
          <p:cNvSpPr>
            <a:spLocks noChangeAspect="1"/>
          </p:cNvSpPr>
          <p:nvPr/>
        </p:nvSpPr>
        <p:spPr>
          <a:xfrm>
            <a:off x="3229260" y="3092408"/>
            <a:ext cx="190902" cy="18748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7" name="Oval 8"/>
          <p:cNvSpPr>
            <a:spLocks noChangeAspect="1"/>
          </p:cNvSpPr>
          <p:nvPr/>
        </p:nvSpPr>
        <p:spPr>
          <a:xfrm>
            <a:off x="3274100" y="4425125"/>
            <a:ext cx="190902" cy="18748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8" name="Oval 9"/>
          <p:cNvSpPr>
            <a:spLocks noChangeAspect="1"/>
          </p:cNvSpPr>
          <p:nvPr/>
        </p:nvSpPr>
        <p:spPr>
          <a:xfrm>
            <a:off x="3780309" y="3963609"/>
            <a:ext cx="410622" cy="4032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9" name="Oval 10"/>
          <p:cNvSpPr>
            <a:spLocks noChangeAspect="1"/>
          </p:cNvSpPr>
          <p:nvPr/>
        </p:nvSpPr>
        <p:spPr>
          <a:xfrm>
            <a:off x="4295634" y="3274837"/>
            <a:ext cx="373292" cy="36660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0" name="Oval 12"/>
          <p:cNvSpPr>
            <a:spLocks noChangeAspect="1"/>
          </p:cNvSpPr>
          <p:nvPr/>
        </p:nvSpPr>
        <p:spPr>
          <a:xfrm>
            <a:off x="3628152" y="2970693"/>
            <a:ext cx="373292" cy="36660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1" name="Oval 14"/>
          <p:cNvSpPr>
            <a:spLocks noChangeAspect="1"/>
          </p:cNvSpPr>
          <p:nvPr/>
        </p:nvSpPr>
        <p:spPr>
          <a:xfrm>
            <a:off x="4917385" y="3246117"/>
            <a:ext cx="279323" cy="27432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2" name="Oval 16"/>
          <p:cNvSpPr>
            <a:spLocks noChangeAspect="1"/>
          </p:cNvSpPr>
          <p:nvPr/>
        </p:nvSpPr>
        <p:spPr>
          <a:xfrm>
            <a:off x="5031326" y="3619603"/>
            <a:ext cx="139661" cy="1371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3" name="Oval 17"/>
          <p:cNvSpPr>
            <a:spLocks noChangeAspect="1"/>
          </p:cNvSpPr>
          <p:nvPr/>
        </p:nvSpPr>
        <p:spPr>
          <a:xfrm>
            <a:off x="4132226" y="3770913"/>
            <a:ext cx="139661" cy="137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" name="Oval 18"/>
          <p:cNvSpPr>
            <a:spLocks noChangeAspect="1"/>
          </p:cNvSpPr>
          <p:nvPr/>
        </p:nvSpPr>
        <p:spPr>
          <a:xfrm>
            <a:off x="4962745" y="4028082"/>
            <a:ext cx="139661" cy="137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5" name="Oval 19"/>
          <p:cNvSpPr>
            <a:spLocks noChangeAspect="1"/>
          </p:cNvSpPr>
          <p:nvPr/>
        </p:nvSpPr>
        <p:spPr>
          <a:xfrm>
            <a:off x="4100347" y="2951859"/>
            <a:ext cx="139661" cy="1371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Oval 20"/>
          <p:cNvSpPr>
            <a:spLocks noChangeAspect="1"/>
          </p:cNvSpPr>
          <p:nvPr/>
        </p:nvSpPr>
        <p:spPr>
          <a:xfrm>
            <a:off x="3643892" y="3826448"/>
            <a:ext cx="139661" cy="137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7" name="Oval 21"/>
          <p:cNvSpPr>
            <a:spLocks noChangeAspect="1"/>
          </p:cNvSpPr>
          <p:nvPr/>
        </p:nvSpPr>
        <p:spPr>
          <a:xfrm>
            <a:off x="4676012" y="3648395"/>
            <a:ext cx="139661" cy="1371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8" name="Oval 22"/>
          <p:cNvSpPr>
            <a:spLocks noChangeAspect="1"/>
          </p:cNvSpPr>
          <p:nvPr/>
        </p:nvSpPr>
        <p:spPr>
          <a:xfrm>
            <a:off x="4063646" y="3367644"/>
            <a:ext cx="139661" cy="1371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9" name="Oval 23"/>
          <p:cNvSpPr>
            <a:spLocks noChangeAspect="1"/>
          </p:cNvSpPr>
          <p:nvPr/>
        </p:nvSpPr>
        <p:spPr>
          <a:xfrm>
            <a:off x="4282823" y="4205977"/>
            <a:ext cx="139661" cy="137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0" name="Oval 25"/>
          <p:cNvSpPr>
            <a:spLocks noChangeAspect="1"/>
          </p:cNvSpPr>
          <p:nvPr/>
        </p:nvSpPr>
        <p:spPr>
          <a:xfrm>
            <a:off x="4409125" y="3023828"/>
            <a:ext cx="139661" cy="137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1" name="Oval 27"/>
          <p:cNvSpPr>
            <a:spLocks noChangeAspect="1"/>
          </p:cNvSpPr>
          <p:nvPr/>
        </p:nvSpPr>
        <p:spPr>
          <a:xfrm>
            <a:off x="3306889" y="3428996"/>
            <a:ext cx="279323" cy="27432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2" name="Oval 29"/>
          <p:cNvSpPr>
            <a:spLocks noChangeAspect="1"/>
          </p:cNvSpPr>
          <p:nvPr/>
        </p:nvSpPr>
        <p:spPr>
          <a:xfrm>
            <a:off x="2532150" y="2318385"/>
            <a:ext cx="139661" cy="1371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3" name="Oval 30"/>
          <p:cNvSpPr>
            <a:spLocks noChangeAspect="1"/>
          </p:cNvSpPr>
          <p:nvPr/>
        </p:nvSpPr>
        <p:spPr>
          <a:xfrm>
            <a:off x="2580563" y="3879135"/>
            <a:ext cx="279323" cy="274321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" name="Oval 31"/>
          <p:cNvSpPr>
            <a:spLocks noChangeAspect="1"/>
          </p:cNvSpPr>
          <p:nvPr/>
        </p:nvSpPr>
        <p:spPr>
          <a:xfrm>
            <a:off x="2376579" y="2777616"/>
            <a:ext cx="410622" cy="4032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5" name="Oval 32"/>
          <p:cNvSpPr>
            <a:spLocks noChangeAspect="1"/>
          </p:cNvSpPr>
          <p:nvPr/>
        </p:nvSpPr>
        <p:spPr>
          <a:xfrm>
            <a:off x="2071554" y="2597962"/>
            <a:ext cx="190902" cy="18748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Oval 36"/>
          <p:cNvSpPr>
            <a:spLocks noChangeAspect="1"/>
          </p:cNvSpPr>
          <p:nvPr/>
        </p:nvSpPr>
        <p:spPr>
          <a:xfrm>
            <a:off x="1978787" y="3292363"/>
            <a:ext cx="279323" cy="27432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Oval 37"/>
          <p:cNvSpPr>
            <a:spLocks noChangeAspect="1"/>
          </p:cNvSpPr>
          <p:nvPr/>
        </p:nvSpPr>
        <p:spPr>
          <a:xfrm>
            <a:off x="2226257" y="4258335"/>
            <a:ext cx="373292" cy="36660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Oval 39"/>
          <p:cNvSpPr>
            <a:spLocks noChangeAspect="1"/>
          </p:cNvSpPr>
          <p:nvPr/>
        </p:nvSpPr>
        <p:spPr>
          <a:xfrm>
            <a:off x="1929993" y="4304480"/>
            <a:ext cx="139661" cy="13716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9" name="Oval 41"/>
          <p:cNvSpPr>
            <a:spLocks noChangeAspect="1"/>
          </p:cNvSpPr>
          <p:nvPr/>
        </p:nvSpPr>
        <p:spPr>
          <a:xfrm>
            <a:off x="2931435" y="4543756"/>
            <a:ext cx="279323" cy="274321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0" name="Oval 42"/>
          <p:cNvSpPr>
            <a:spLocks noChangeAspect="1"/>
          </p:cNvSpPr>
          <p:nvPr/>
        </p:nvSpPr>
        <p:spPr>
          <a:xfrm>
            <a:off x="1947332" y="4051164"/>
            <a:ext cx="190902" cy="18748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1" name="Oval 43"/>
          <p:cNvSpPr>
            <a:spLocks noChangeAspect="1"/>
          </p:cNvSpPr>
          <p:nvPr/>
        </p:nvSpPr>
        <p:spPr>
          <a:xfrm>
            <a:off x="2156091" y="4770117"/>
            <a:ext cx="279323" cy="27432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2" name="Oval 44"/>
          <p:cNvSpPr>
            <a:spLocks noChangeAspect="1"/>
          </p:cNvSpPr>
          <p:nvPr/>
        </p:nvSpPr>
        <p:spPr>
          <a:xfrm>
            <a:off x="1998573" y="5126247"/>
            <a:ext cx="139661" cy="1371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3" name="Oval 46"/>
          <p:cNvSpPr>
            <a:spLocks noChangeAspect="1"/>
          </p:cNvSpPr>
          <p:nvPr/>
        </p:nvSpPr>
        <p:spPr>
          <a:xfrm>
            <a:off x="6242237" y="3346093"/>
            <a:ext cx="339357" cy="3332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47"/>
          <p:cNvSpPr>
            <a:spLocks noChangeAspect="1"/>
          </p:cNvSpPr>
          <p:nvPr/>
        </p:nvSpPr>
        <p:spPr>
          <a:xfrm>
            <a:off x="6824309" y="3368069"/>
            <a:ext cx="190902" cy="18748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Oval 48"/>
          <p:cNvSpPr>
            <a:spLocks noChangeAspect="1"/>
          </p:cNvSpPr>
          <p:nvPr/>
        </p:nvSpPr>
        <p:spPr>
          <a:xfrm>
            <a:off x="6697778" y="3749389"/>
            <a:ext cx="230846" cy="2267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Oval 50"/>
          <p:cNvSpPr>
            <a:spLocks noChangeAspect="1"/>
          </p:cNvSpPr>
          <p:nvPr/>
        </p:nvSpPr>
        <p:spPr>
          <a:xfrm>
            <a:off x="5860586" y="3676354"/>
            <a:ext cx="410622" cy="4032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7" name="Oval 51"/>
          <p:cNvSpPr>
            <a:spLocks noChangeAspect="1"/>
          </p:cNvSpPr>
          <p:nvPr/>
        </p:nvSpPr>
        <p:spPr>
          <a:xfrm>
            <a:off x="5677035" y="3575628"/>
            <a:ext cx="190902" cy="1874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8" name="Oval 54"/>
          <p:cNvSpPr>
            <a:spLocks noChangeAspect="1"/>
          </p:cNvSpPr>
          <p:nvPr/>
        </p:nvSpPr>
        <p:spPr>
          <a:xfrm>
            <a:off x="5499727" y="3862746"/>
            <a:ext cx="279323" cy="27432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9" name="Oval 56"/>
          <p:cNvSpPr>
            <a:spLocks noChangeAspect="1"/>
          </p:cNvSpPr>
          <p:nvPr/>
        </p:nvSpPr>
        <p:spPr>
          <a:xfrm>
            <a:off x="5576948" y="3332953"/>
            <a:ext cx="190902" cy="18748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0" name="Oval 57"/>
          <p:cNvSpPr>
            <a:spLocks noChangeAspect="1"/>
          </p:cNvSpPr>
          <p:nvPr/>
        </p:nvSpPr>
        <p:spPr>
          <a:xfrm>
            <a:off x="5351630" y="3185478"/>
            <a:ext cx="139661" cy="137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1" name="Oval 58"/>
          <p:cNvSpPr>
            <a:spLocks noChangeAspect="1"/>
          </p:cNvSpPr>
          <p:nvPr/>
        </p:nvSpPr>
        <p:spPr>
          <a:xfrm>
            <a:off x="5393180" y="3360942"/>
            <a:ext cx="139661" cy="137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2" name="Oval 59"/>
          <p:cNvSpPr>
            <a:spLocks noChangeAspect="1"/>
          </p:cNvSpPr>
          <p:nvPr/>
        </p:nvSpPr>
        <p:spPr>
          <a:xfrm>
            <a:off x="7666454" y="3461896"/>
            <a:ext cx="339357" cy="3332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3" name="Oval 60"/>
          <p:cNvSpPr>
            <a:spLocks noChangeAspect="1"/>
          </p:cNvSpPr>
          <p:nvPr/>
        </p:nvSpPr>
        <p:spPr>
          <a:xfrm>
            <a:off x="8325870" y="3456915"/>
            <a:ext cx="190902" cy="18748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4" name="Oval 61"/>
          <p:cNvSpPr>
            <a:spLocks noChangeAspect="1"/>
          </p:cNvSpPr>
          <p:nvPr/>
        </p:nvSpPr>
        <p:spPr>
          <a:xfrm>
            <a:off x="8564689" y="3628262"/>
            <a:ext cx="279323" cy="27432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" name="Oval 63"/>
          <p:cNvSpPr>
            <a:spLocks noChangeAspect="1"/>
          </p:cNvSpPr>
          <p:nvPr/>
        </p:nvSpPr>
        <p:spPr>
          <a:xfrm>
            <a:off x="7371707" y="3691317"/>
            <a:ext cx="230846" cy="2267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6" name="Oval 65"/>
          <p:cNvSpPr>
            <a:spLocks noChangeAspect="1"/>
          </p:cNvSpPr>
          <p:nvPr/>
        </p:nvSpPr>
        <p:spPr>
          <a:xfrm>
            <a:off x="8080650" y="3451857"/>
            <a:ext cx="139661" cy="137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7" name="Oval 66"/>
          <p:cNvSpPr>
            <a:spLocks noChangeAspect="1"/>
          </p:cNvSpPr>
          <p:nvPr/>
        </p:nvSpPr>
        <p:spPr>
          <a:xfrm>
            <a:off x="7440919" y="3407330"/>
            <a:ext cx="190902" cy="18748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8" name="Oval 68"/>
          <p:cNvSpPr>
            <a:spLocks noChangeAspect="1"/>
          </p:cNvSpPr>
          <p:nvPr/>
        </p:nvSpPr>
        <p:spPr>
          <a:xfrm>
            <a:off x="7011793" y="3754048"/>
            <a:ext cx="190902" cy="18748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9" name="Oval 69"/>
          <p:cNvSpPr>
            <a:spLocks noChangeAspect="1"/>
          </p:cNvSpPr>
          <p:nvPr/>
        </p:nvSpPr>
        <p:spPr>
          <a:xfrm>
            <a:off x="9785174" y="3544565"/>
            <a:ext cx="278037" cy="27305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0" name="Oval 70"/>
          <p:cNvSpPr>
            <a:spLocks noChangeAspect="1"/>
          </p:cNvSpPr>
          <p:nvPr/>
        </p:nvSpPr>
        <p:spPr>
          <a:xfrm>
            <a:off x="8890175" y="3515894"/>
            <a:ext cx="336424" cy="3304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21" name="Group 73"/>
          <p:cNvGrpSpPr/>
          <p:nvPr/>
        </p:nvGrpSpPr>
        <p:grpSpPr>
          <a:xfrm>
            <a:off x="1697729" y="2116752"/>
            <a:ext cx="7971052" cy="2840849"/>
            <a:chOff x="1686475" y="2147235"/>
            <a:chExt cx="7828318" cy="2840849"/>
          </a:xfrm>
        </p:grpSpPr>
        <p:sp>
          <p:nvSpPr>
            <p:cNvPr id="222" name="Oval 2"/>
            <p:cNvSpPr>
              <a:spLocks noChangeAspect="1"/>
            </p:cNvSpPr>
            <p:nvPr/>
          </p:nvSpPr>
          <p:spPr>
            <a:xfrm>
              <a:off x="1827212" y="2147235"/>
              <a:ext cx="403269" cy="40326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3" name="Oval 6"/>
            <p:cNvSpPr>
              <a:spLocks noChangeAspect="1"/>
            </p:cNvSpPr>
            <p:nvPr/>
          </p:nvSpPr>
          <p:spPr>
            <a:xfrm>
              <a:off x="2939939" y="3741416"/>
              <a:ext cx="187484" cy="18748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4" name="Oval 11"/>
            <p:cNvSpPr>
              <a:spLocks noChangeAspect="1"/>
            </p:cNvSpPr>
            <p:nvPr/>
          </p:nvSpPr>
          <p:spPr>
            <a:xfrm>
              <a:off x="4297610" y="3900857"/>
              <a:ext cx="333280" cy="333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5" name="Oval 13"/>
            <p:cNvSpPr>
              <a:spLocks noChangeAspect="1"/>
            </p:cNvSpPr>
            <p:nvPr/>
          </p:nvSpPr>
          <p:spPr>
            <a:xfrm>
              <a:off x="3584789" y="3442988"/>
              <a:ext cx="226712" cy="22671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6" name="Oval 15"/>
            <p:cNvSpPr>
              <a:spLocks noChangeAspect="1"/>
            </p:cNvSpPr>
            <p:nvPr/>
          </p:nvSpPr>
          <p:spPr>
            <a:xfrm>
              <a:off x="3526992" y="4455609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7" name="Oval 24"/>
            <p:cNvSpPr>
              <a:spLocks noChangeAspect="1"/>
            </p:cNvSpPr>
            <p:nvPr/>
          </p:nvSpPr>
          <p:spPr>
            <a:xfrm>
              <a:off x="4533122" y="3103958"/>
              <a:ext cx="226712" cy="22671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8" name="Oval 26"/>
            <p:cNvSpPr>
              <a:spLocks noChangeAspect="1"/>
            </p:cNvSpPr>
            <p:nvPr/>
          </p:nvSpPr>
          <p:spPr>
            <a:xfrm>
              <a:off x="1962154" y="3657600"/>
              <a:ext cx="403269" cy="40326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9" name="Oval 28"/>
            <p:cNvSpPr>
              <a:spLocks noChangeAspect="1"/>
            </p:cNvSpPr>
            <p:nvPr/>
          </p:nvSpPr>
          <p:spPr>
            <a:xfrm>
              <a:off x="2758493" y="3175540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0" name="Oval 33"/>
            <p:cNvSpPr>
              <a:spLocks noChangeAspect="1"/>
            </p:cNvSpPr>
            <p:nvPr/>
          </p:nvSpPr>
          <p:spPr>
            <a:xfrm>
              <a:off x="1755823" y="2942993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1" name="Oval 34"/>
            <p:cNvSpPr>
              <a:spLocks noChangeAspect="1"/>
            </p:cNvSpPr>
            <p:nvPr/>
          </p:nvSpPr>
          <p:spPr>
            <a:xfrm>
              <a:off x="3320526" y="2862868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2" name="Oval 35"/>
            <p:cNvSpPr>
              <a:spLocks noChangeAspect="1"/>
            </p:cNvSpPr>
            <p:nvPr/>
          </p:nvSpPr>
          <p:spPr>
            <a:xfrm>
              <a:off x="2441623" y="2606040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3" name="Oval 38"/>
            <p:cNvSpPr>
              <a:spLocks noChangeAspect="1"/>
            </p:cNvSpPr>
            <p:nvPr/>
          </p:nvSpPr>
          <p:spPr>
            <a:xfrm>
              <a:off x="2439240" y="4800600"/>
              <a:ext cx="187484" cy="18748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4" name="Oval 40"/>
            <p:cNvSpPr>
              <a:spLocks noChangeAspect="1"/>
            </p:cNvSpPr>
            <p:nvPr/>
          </p:nvSpPr>
          <p:spPr>
            <a:xfrm>
              <a:off x="2609904" y="4249401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5" name="Oval 45"/>
            <p:cNvSpPr>
              <a:spLocks noChangeAspect="1"/>
            </p:cNvSpPr>
            <p:nvPr/>
          </p:nvSpPr>
          <p:spPr>
            <a:xfrm>
              <a:off x="1686475" y="4684290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6" name="Oval 49"/>
            <p:cNvSpPr>
              <a:spLocks noChangeAspect="1"/>
            </p:cNvSpPr>
            <p:nvPr/>
          </p:nvSpPr>
          <p:spPr>
            <a:xfrm>
              <a:off x="6188280" y="3794759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7" name="Oval 52"/>
            <p:cNvSpPr>
              <a:spLocks noChangeAspect="1"/>
            </p:cNvSpPr>
            <p:nvPr/>
          </p:nvSpPr>
          <p:spPr>
            <a:xfrm>
              <a:off x="5737753" y="3359782"/>
              <a:ext cx="226712" cy="22671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8" name="Oval 53"/>
            <p:cNvSpPr>
              <a:spLocks noChangeAspect="1"/>
            </p:cNvSpPr>
            <p:nvPr/>
          </p:nvSpPr>
          <p:spPr>
            <a:xfrm>
              <a:off x="6496847" y="3581141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9" name="Oval 55"/>
            <p:cNvSpPr>
              <a:spLocks noChangeAspect="1"/>
            </p:cNvSpPr>
            <p:nvPr/>
          </p:nvSpPr>
          <p:spPr>
            <a:xfrm>
              <a:off x="5196917" y="3613909"/>
              <a:ext cx="226712" cy="22671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0" name="Oval 62"/>
            <p:cNvSpPr>
              <a:spLocks noChangeAspect="1"/>
            </p:cNvSpPr>
            <p:nvPr/>
          </p:nvSpPr>
          <p:spPr>
            <a:xfrm>
              <a:off x="7958502" y="3688079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1" name="Oval 64"/>
            <p:cNvSpPr>
              <a:spLocks noChangeAspect="1"/>
            </p:cNvSpPr>
            <p:nvPr/>
          </p:nvSpPr>
          <p:spPr>
            <a:xfrm>
              <a:off x="8406202" y="3494065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2" name="Oval 67"/>
            <p:cNvSpPr>
              <a:spLocks noChangeAspect="1"/>
            </p:cNvSpPr>
            <p:nvPr/>
          </p:nvSpPr>
          <p:spPr>
            <a:xfrm>
              <a:off x="6923728" y="3400562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3" name="Oval 71"/>
            <p:cNvSpPr>
              <a:spLocks noChangeAspect="1"/>
            </p:cNvSpPr>
            <p:nvPr/>
          </p:nvSpPr>
          <p:spPr>
            <a:xfrm>
              <a:off x="9214429" y="3561396"/>
              <a:ext cx="300364" cy="30036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44" name="Oval 72"/>
          <p:cNvSpPr>
            <a:spLocks noChangeAspect="1"/>
          </p:cNvSpPr>
          <p:nvPr/>
        </p:nvSpPr>
        <p:spPr>
          <a:xfrm>
            <a:off x="5191865" y="3863406"/>
            <a:ext cx="230846" cy="22671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50000"/>
              </a:schemeClr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" name="Conector reto 2"/>
          <p:cNvCxnSpPr/>
          <p:nvPr/>
        </p:nvCxnSpPr>
        <p:spPr>
          <a:xfrm>
            <a:off x="3713722" y="1327813"/>
            <a:ext cx="0" cy="536840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Conector reto 263"/>
          <p:cNvCxnSpPr/>
          <p:nvPr/>
        </p:nvCxnSpPr>
        <p:spPr>
          <a:xfrm>
            <a:off x="5993323" y="1301251"/>
            <a:ext cx="2257" cy="544420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5" name="Conector reto 264"/>
          <p:cNvCxnSpPr/>
          <p:nvPr/>
        </p:nvCxnSpPr>
        <p:spPr>
          <a:xfrm>
            <a:off x="8351802" y="1327813"/>
            <a:ext cx="0" cy="528048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6" name="Rectangle 78"/>
          <p:cNvSpPr/>
          <p:nvPr/>
        </p:nvSpPr>
        <p:spPr>
          <a:xfrm>
            <a:off x="1588" y="891843"/>
            <a:ext cx="12188825" cy="630409"/>
          </a:xfrm>
          <a:prstGeom prst="rect">
            <a:avLst/>
          </a:prstGeom>
          <a:solidFill>
            <a:schemeClr val="bg1">
              <a:lumMod val="85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Google Shape;131;p15">
            <a:extLst>
              <a:ext uri="{FF2B5EF4-FFF2-40B4-BE49-F238E27FC236}">
                <a16:creationId xmlns:a16="http://schemas.microsoft.com/office/drawing/2014/main" id="{10BE2860-3BC1-A7A5-CFA6-76621DD73787}"/>
              </a:ext>
            </a:extLst>
          </p:cNvPr>
          <p:cNvSpPr/>
          <p:nvPr/>
        </p:nvSpPr>
        <p:spPr>
          <a:xfrm>
            <a:off x="0" y="-64713"/>
            <a:ext cx="12176231" cy="975243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pt-PT" sz="3200" dirty="0">
                <a:solidFill>
                  <a:schemeClr val="bg1"/>
                </a:solidFill>
                <a:latin typeface="Maiandra GD" panose="020E0502030308020204" pitchFamily="34" charset="0"/>
              </a:rPr>
              <a:t>REDUÇÃO DE RECURSOS E IMPACTO NO CICLO DE IMPLEMENTAÇÃO DO PROJECTO</a:t>
            </a:r>
            <a:endParaRPr sz="1200" b="0" i="0" u="none" strike="noStrike" cap="none" dirty="0">
              <a:solidFill>
                <a:schemeClr val="bg1"/>
              </a:solidFill>
              <a:latin typeface="Maiandra GD" panose="020E0502030308020204" pitchFamily="3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902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457200" y="190500"/>
            <a:ext cx="692943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RECURSOS HUMANOS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457200" y="400050"/>
            <a:ext cx="727590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Restrições Impostas COP 25: STTS (Parte 1)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4955B1A6-846C-2785-EFDA-005D28A917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D79AA4-4080-C91F-B631-A44B685AA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165208"/>
              </p:ext>
            </p:extLst>
          </p:nvPr>
        </p:nvGraphicFramePr>
        <p:xfrm>
          <a:off x="337458" y="1310580"/>
          <a:ext cx="11559859" cy="5055050"/>
        </p:xfrm>
        <a:graphic>
          <a:graphicData uri="http://schemas.openxmlformats.org/drawingml/2006/table">
            <a:tbl>
              <a:tblPr/>
              <a:tblGrid>
                <a:gridCol w="1702307">
                  <a:extLst>
                    <a:ext uri="{9D8B030D-6E8A-4147-A177-3AD203B41FA5}">
                      <a16:colId xmlns:a16="http://schemas.microsoft.com/office/drawing/2014/main" val="2299205275"/>
                    </a:ext>
                  </a:extLst>
                </a:gridCol>
                <a:gridCol w="3048319">
                  <a:extLst>
                    <a:ext uri="{9D8B030D-6E8A-4147-A177-3AD203B41FA5}">
                      <a16:colId xmlns:a16="http://schemas.microsoft.com/office/drawing/2014/main" val="3066040608"/>
                    </a:ext>
                  </a:extLst>
                </a:gridCol>
                <a:gridCol w="1741896">
                  <a:extLst>
                    <a:ext uri="{9D8B030D-6E8A-4147-A177-3AD203B41FA5}">
                      <a16:colId xmlns:a16="http://schemas.microsoft.com/office/drawing/2014/main" val="3095817565"/>
                    </a:ext>
                  </a:extLst>
                </a:gridCol>
                <a:gridCol w="1167863">
                  <a:extLst>
                    <a:ext uri="{9D8B030D-6E8A-4147-A177-3AD203B41FA5}">
                      <a16:colId xmlns:a16="http://schemas.microsoft.com/office/drawing/2014/main" val="728572696"/>
                    </a:ext>
                  </a:extLst>
                </a:gridCol>
                <a:gridCol w="1524161">
                  <a:extLst>
                    <a:ext uri="{9D8B030D-6E8A-4147-A177-3AD203B41FA5}">
                      <a16:colId xmlns:a16="http://schemas.microsoft.com/office/drawing/2014/main" val="312704272"/>
                    </a:ext>
                  </a:extLst>
                </a:gridCol>
                <a:gridCol w="2375313">
                  <a:extLst>
                    <a:ext uri="{9D8B030D-6E8A-4147-A177-3AD203B41FA5}">
                      <a16:colId xmlns:a16="http://schemas.microsoft.com/office/drawing/2014/main" val="2285943986"/>
                    </a:ext>
                  </a:extLst>
                </a:gridCol>
              </a:tblGrid>
              <a:tr h="513511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Sector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Categoria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Saída em Junho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RH existentes. Setembro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pt-PT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H existentes 30.09.26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90471"/>
                  </a:ext>
                </a:extLst>
              </a:tr>
              <a:tr h="3131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AC&amp;T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Arquivista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929847"/>
                  </a:ext>
                </a:extLst>
              </a:tr>
              <a:tr h="25453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AC&amp;T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TMG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637063"/>
                  </a:ext>
                </a:extLst>
              </a:tr>
              <a:tr h="3040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12818"/>
                  </a:ext>
                </a:extLst>
              </a:tr>
              <a:tr h="3040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HTC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Conselheiro  Comunitário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911799"/>
                  </a:ext>
                </a:extLst>
              </a:tr>
              <a:tr h="3040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HTC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Conselheiro Leigo da US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92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529804"/>
                  </a:ext>
                </a:extLst>
              </a:tr>
              <a:tr h="3040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HTC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Gestor de Casos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892194"/>
                  </a:ext>
                </a:extLst>
              </a:tr>
              <a:tr h="3040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HTC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Supervisor do Campo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970709"/>
                  </a:ext>
                </a:extLst>
              </a:tr>
              <a:tr h="3040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186</a:t>
                      </a:r>
                      <a:endParaRPr lang="pt-PT" sz="16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720885"/>
                  </a:ext>
                </a:extLst>
              </a:tr>
              <a:tr h="30405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M&amp;A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Digitador de Dados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424353"/>
                  </a:ext>
                </a:extLst>
              </a:tr>
              <a:tr h="33280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239725"/>
                  </a:ext>
                </a:extLst>
              </a:tr>
              <a:tr h="25210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Digitador de Farmacia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47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209220"/>
                  </a:ext>
                </a:extLst>
              </a:tr>
              <a:tr h="25210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47</a:t>
                      </a:r>
                      <a:endParaRPr lang="pt-PT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581054"/>
                  </a:ext>
                </a:extLst>
              </a:tr>
              <a:tr h="25210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PMTCT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Administrativo CACUM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246169"/>
                  </a:ext>
                </a:extLst>
              </a:tr>
              <a:tr h="25210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PMTCT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Conselheiro Leigo da US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960784"/>
                  </a:ext>
                </a:extLst>
              </a:tr>
              <a:tr h="25210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PMTCT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Enfermeira ESMI (CPN/CCR)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142704"/>
                  </a:ext>
                </a:extLst>
              </a:tr>
              <a:tr h="25210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pt-PT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8454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457200" y="190500"/>
            <a:ext cx="70008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RECURSOS HUMANOS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457200" y="400050"/>
            <a:ext cx="7350918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Restrições Impostas COP 25: STTS (Parte 2)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6F6B23E4-1080-82C0-60E8-D233683210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4D9C1E-1657-FF40-C08E-5152914F3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516016"/>
              </p:ext>
            </p:extLst>
          </p:nvPr>
        </p:nvGraphicFramePr>
        <p:xfrm>
          <a:off x="451758" y="1084216"/>
          <a:ext cx="11244942" cy="5373732"/>
        </p:xfrm>
        <a:graphic>
          <a:graphicData uri="http://schemas.openxmlformats.org/drawingml/2006/table">
            <a:tbl>
              <a:tblPr/>
              <a:tblGrid>
                <a:gridCol w="1655932">
                  <a:extLst>
                    <a:ext uri="{9D8B030D-6E8A-4147-A177-3AD203B41FA5}">
                      <a16:colId xmlns:a16="http://schemas.microsoft.com/office/drawing/2014/main" val="2299205275"/>
                    </a:ext>
                  </a:extLst>
                </a:gridCol>
                <a:gridCol w="3109079">
                  <a:extLst>
                    <a:ext uri="{9D8B030D-6E8A-4147-A177-3AD203B41FA5}">
                      <a16:colId xmlns:a16="http://schemas.microsoft.com/office/drawing/2014/main" val="3066040608"/>
                    </a:ext>
                  </a:extLst>
                </a:gridCol>
                <a:gridCol w="1550640">
                  <a:extLst>
                    <a:ext uri="{9D8B030D-6E8A-4147-A177-3AD203B41FA5}">
                      <a16:colId xmlns:a16="http://schemas.microsoft.com/office/drawing/2014/main" val="3095817565"/>
                    </a:ext>
                  </a:extLst>
                </a:gridCol>
                <a:gridCol w="1136048">
                  <a:extLst>
                    <a:ext uri="{9D8B030D-6E8A-4147-A177-3AD203B41FA5}">
                      <a16:colId xmlns:a16="http://schemas.microsoft.com/office/drawing/2014/main" val="728572696"/>
                    </a:ext>
                  </a:extLst>
                </a:gridCol>
                <a:gridCol w="1482639">
                  <a:extLst>
                    <a:ext uri="{9D8B030D-6E8A-4147-A177-3AD203B41FA5}">
                      <a16:colId xmlns:a16="http://schemas.microsoft.com/office/drawing/2014/main" val="312704272"/>
                    </a:ext>
                  </a:extLst>
                </a:gridCol>
                <a:gridCol w="2310604">
                  <a:extLst>
                    <a:ext uri="{9D8B030D-6E8A-4147-A177-3AD203B41FA5}">
                      <a16:colId xmlns:a16="http://schemas.microsoft.com/office/drawing/2014/main" val="2285943986"/>
                    </a:ext>
                  </a:extLst>
                </a:gridCol>
              </a:tblGrid>
              <a:tr h="571823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Sector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Categoria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Saída em Junho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 kern="1200" cap="none" spc="0" dirty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+mn-ea"/>
                          <a:cs typeface="+mn-cs"/>
                          <a:sym typeface="Arial"/>
                        </a:rPr>
                        <a:t>RH existentes. Setembro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</a:t>
                      </a: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H existentes 30.09.26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90471"/>
                  </a:ext>
                </a:extLst>
              </a:tr>
              <a:tr h="31654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Conselheiro Leigo Comunitário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74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37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929847"/>
                  </a:ext>
                </a:extLst>
              </a:tr>
              <a:tr h="3385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Gestor de Casos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13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637063"/>
                  </a:ext>
                </a:extLst>
              </a:tr>
              <a:tr h="3385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Supervisora do Campo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9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112818"/>
                  </a:ext>
                </a:extLst>
              </a:tr>
              <a:tr h="3385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Psicologo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911799"/>
                  </a:ext>
                </a:extLst>
              </a:tr>
              <a:tr h="3385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 Geral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59</a:t>
                      </a:r>
                      <a:endParaRPr lang="pt-PT" sz="1600" b="1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529804"/>
                  </a:ext>
                </a:extLst>
              </a:tr>
              <a:tr h="3385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Conselheiro Leigo da TB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10 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892194"/>
                  </a:ext>
                </a:extLst>
              </a:tr>
              <a:tr h="3385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Administrativo de TB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0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970709"/>
                  </a:ext>
                </a:extLst>
              </a:tr>
              <a:tr h="3385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Enfermeira TB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0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20885"/>
                  </a:ext>
                </a:extLst>
              </a:tr>
              <a:tr h="3385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 Geral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</a:t>
                      </a: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424353"/>
                  </a:ext>
                </a:extLst>
              </a:tr>
              <a:tr h="46648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LAB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Assistente de Laboratorio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22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239725"/>
                  </a:ext>
                </a:extLst>
              </a:tr>
              <a:tr h="26204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LAB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Flebotomista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0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209220"/>
                  </a:ext>
                </a:extLst>
              </a:tr>
              <a:tr h="26204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LAB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Tecnico de Laboratorio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0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581054"/>
                  </a:ext>
                </a:extLst>
              </a:tr>
              <a:tr h="26204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 Geral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</a:t>
                      </a: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246169"/>
                  </a:ext>
                </a:extLst>
              </a:tr>
              <a:tr h="26204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CI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Mobilizador Comunitario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2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960784"/>
                  </a:ext>
                </a:extLst>
              </a:tr>
              <a:tr h="26204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 Geral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 2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1427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457200" y="190500"/>
            <a:ext cx="66198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RECURSOS HUMANOS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457200" y="400050"/>
            <a:ext cx="6950868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Restrições Impostas COP 25: Voluntários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4CFB8F50-1131-27E6-27DB-A5624AB354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0821F0-B657-4DE3-8CE2-4B3BC93C6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028211"/>
              </p:ext>
            </p:extLst>
          </p:nvPr>
        </p:nvGraphicFramePr>
        <p:xfrm>
          <a:off x="284117" y="1186250"/>
          <a:ext cx="11613202" cy="4980086"/>
        </p:xfrm>
        <a:graphic>
          <a:graphicData uri="http://schemas.openxmlformats.org/drawingml/2006/table">
            <a:tbl>
              <a:tblPr/>
              <a:tblGrid>
                <a:gridCol w="1466571">
                  <a:extLst>
                    <a:ext uri="{9D8B030D-6E8A-4147-A177-3AD203B41FA5}">
                      <a16:colId xmlns:a16="http://schemas.microsoft.com/office/drawing/2014/main" val="1518173000"/>
                    </a:ext>
                  </a:extLst>
                </a:gridCol>
                <a:gridCol w="4697004">
                  <a:extLst>
                    <a:ext uri="{9D8B030D-6E8A-4147-A177-3AD203B41FA5}">
                      <a16:colId xmlns:a16="http://schemas.microsoft.com/office/drawing/2014/main" val="4185888369"/>
                    </a:ext>
                  </a:extLst>
                </a:gridCol>
                <a:gridCol w="1084017">
                  <a:extLst>
                    <a:ext uri="{9D8B030D-6E8A-4147-A177-3AD203B41FA5}">
                      <a16:colId xmlns:a16="http://schemas.microsoft.com/office/drawing/2014/main" val="93749441"/>
                    </a:ext>
                  </a:extLst>
                </a:gridCol>
                <a:gridCol w="1006137">
                  <a:extLst>
                    <a:ext uri="{9D8B030D-6E8A-4147-A177-3AD203B41FA5}">
                      <a16:colId xmlns:a16="http://schemas.microsoft.com/office/drawing/2014/main" val="1152905952"/>
                    </a:ext>
                  </a:extLst>
                </a:gridCol>
                <a:gridCol w="1313093">
                  <a:extLst>
                    <a:ext uri="{9D8B030D-6E8A-4147-A177-3AD203B41FA5}">
                      <a16:colId xmlns:a16="http://schemas.microsoft.com/office/drawing/2014/main" val="144118538"/>
                    </a:ext>
                  </a:extLst>
                </a:gridCol>
                <a:gridCol w="2046380">
                  <a:extLst>
                    <a:ext uri="{9D8B030D-6E8A-4147-A177-3AD203B41FA5}">
                      <a16:colId xmlns:a16="http://schemas.microsoft.com/office/drawing/2014/main" val="412137470"/>
                    </a:ext>
                  </a:extLst>
                </a:gridCol>
              </a:tblGrid>
              <a:tr h="8676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Sector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Categoria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Saída em Junho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 kern="1200" cap="none" spc="0" dirty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+mn-ea"/>
                          <a:cs typeface="+mn-cs"/>
                          <a:sym typeface="Arial"/>
                        </a:rPr>
                        <a:t>RH existentes. Setembro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</a:t>
                      </a: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H existentes 30.09.26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05558"/>
                  </a:ext>
                </a:extLst>
              </a:tr>
              <a:tr h="401593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PMTCT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Supervisor Mentor Mother HF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   24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241442"/>
                  </a:ext>
                </a:extLst>
              </a:tr>
              <a:tr h="24932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PMTCT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Communitary Supervisor Mentor Mother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601335"/>
                  </a:ext>
                </a:extLst>
              </a:tr>
              <a:tr h="39009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PMTCT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Mentor </a:t>
                      </a:r>
                      <a:r>
                        <a:rPr lang="pt-P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Mother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HF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390839"/>
                  </a:ext>
                </a:extLst>
              </a:tr>
              <a:tr h="34079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PMTCT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Comunitary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Mentor </a:t>
                      </a:r>
                      <a:r>
                        <a:rPr lang="pt-P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mother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76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209767"/>
                  </a:ext>
                </a:extLst>
              </a:tr>
              <a:tr h="39009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172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100</a:t>
                      </a:r>
                      <a:endParaRPr lang="pt-PT" sz="1400" b="1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68789"/>
                  </a:ext>
                </a:extLst>
              </a:tr>
              <a:tr h="39009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PC&amp;T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Pediatric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mentor </a:t>
                      </a:r>
                      <a:r>
                        <a:rPr lang="pt-P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mothers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20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22301"/>
                  </a:ext>
                </a:extLst>
              </a:tr>
              <a:tr h="39009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20</a:t>
                      </a:r>
                      <a:endParaRPr lang="pt-PT" sz="1400" b="1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34550"/>
                  </a:ext>
                </a:extLst>
              </a:tr>
              <a:tr h="39009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pt-PT" sz="1400" b="0" i="0" u="none" strike="noStrike" dirty="0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400" b="0" i="0" u="none" strike="noStrike" dirty="0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00147"/>
                  </a:ext>
                </a:extLst>
              </a:tr>
              <a:tr h="39009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PE Community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903062"/>
                  </a:ext>
                </a:extLst>
              </a:tr>
              <a:tr h="39009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Coordinator PE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619452"/>
                  </a:ext>
                </a:extLst>
              </a:tr>
              <a:tr h="39009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</a:t>
                      </a:r>
                      <a:endParaRPr lang="pt-PT" sz="1400" b="0" i="0" u="none" strike="noStrike" dirty="0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0120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68">
          <a:extLst>
            <a:ext uri="{FF2B5EF4-FFF2-40B4-BE49-F238E27FC236}">
              <a16:creationId xmlns:a16="http://schemas.microsoft.com/office/drawing/2014/main" id="{0FED2410-3C77-5BB8-032D-441688046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>
            <a:extLst>
              <a:ext uri="{FF2B5EF4-FFF2-40B4-BE49-F238E27FC236}">
                <a16:creationId xmlns:a16="http://schemas.microsoft.com/office/drawing/2014/main" id="{017BEFD9-926B-AFAC-7E24-E705AED50E5A}"/>
              </a:ext>
            </a:extLst>
          </p:cNvPr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>
            <a:extLst>
              <a:ext uri="{FF2B5EF4-FFF2-40B4-BE49-F238E27FC236}">
                <a16:creationId xmlns:a16="http://schemas.microsoft.com/office/drawing/2014/main" id="{9AA56F77-E400-E3DC-EC5A-0F40F3FDE15A}"/>
              </a:ext>
            </a:extLst>
          </p:cNvPr>
          <p:cNvSpPr txBox="1"/>
          <p:nvPr/>
        </p:nvSpPr>
        <p:spPr>
          <a:xfrm>
            <a:off x="457200" y="190500"/>
            <a:ext cx="66198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RECURSOS HUMANOS</a:t>
            </a:r>
            <a:endParaRPr/>
          </a:p>
        </p:txBody>
      </p:sp>
      <p:sp>
        <p:nvSpPr>
          <p:cNvPr id="306" name="Google Shape;306;p18">
            <a:extLst>
              <a:ext uri="{FF2B5EF4-FFF2-40B4-BE49-F238E27FC236}">
                <a16:creationId xmlns:a16="http://schemas.microsoft.com/office/drawing/2014/main" id="{7542B711-005C-8D96-A252-26B510E10D26}"/>
              </a:ext>
            </a:extLst>
          </p:cNvPr>
          <p:cNvSpPr txBox="1"/>
          <p:nvPr/>
        </p:nvSpPr>
        <p:spPr>
          <a:xfrm>
            <a:off x="457200" y="400050"/>
            <a:ext cx="6950868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Restrições Impostas COP 25: Voluntários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8D2DED4E-E996-0C38-447A-A6DCBC9940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BFFBB1-06D3-67CE-0E81-0A3D71C8D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60369"/>
              </p:ext>
            </p:extLst>
          </p:nvPr>
        </p:nvGraphicFramePr>
        <p:xfrm>
          <a:off x="284117" y="1186251"/>
          <a:ext cx="11613202" cy="5085595"/>
        </p:xfrm>
        <a:graphic>
          <a:graphicData uri="http://schemas.openxmlformats.org/drawingml/2006/table">
            <a:tbl>
              <a:tblPr/>
              <a:tblGrid>
                <a:gridCol w="1466571">
                  <a:extLst>
                    <a:ext uri="{9D8B030D-6E8A-4147-A177-3AD203B41FA5}">
                      <a16:colId xmlns:a16="http://schemas.microsoft.com/office/drawing/2014/main" val="1518173000"/>
                    </a:ext>
                  </a:extLst>
                </a:gridCol>
                <a:gridCol w="4697004">
                  <a:extLst>
                    <a:ext uri="{9D8B030D-6E8A-4147-A177-3AD203B41FA5}">
                      <a16:colId xmlns:a16="http://schemas.microsoft.com/office/drawing/2014/main" val="4185888369"/>
                    </a:ext>
                  </a:extLst>
                </a:gridCol>
                <a:gridCol w="1084017">
                  <a:extLst>
                    <a:ext uri="{9D8B030D-6E8A-4147-A177-3AD203B41FA5}">
                      <a16:colId xmlns:a16="http://schemas.microsoft.com/office/drawing/2014/main" val="93749441"/>
                    </a:ext>
                  </a:extLst>
                </a:gridCol>
                <a:gridCol w="1006137">
                  <a:extLst>
                    <a:ext uri="{9D8B030D-6E8A-4147-A177-3AD203B41FA5}">
                      <a16:colId xmlns:a16="http://schemas.microsoft.com/office/drawing/2014/main" val="1152905952"/>
                    </a:ext>
                  </a:extLst>
                </a:gridCol>
                <a:gridCol w="1313093">
                  <a:extLst>
                    <a:ext uri="{9D8B030D-6E8A-4147-A177-3AD203B41FA5}">
                      <a16:colId xmlns:a16="http://schemas.microsoft.com/office/drawing/2014/main" val="144118538"/>
                    </a:ext>
                  </a:extLst>
                </a:gridCol>
                <a:gridCol w="2046380">
                  <a:extLst>
                    <a:ext uri="{9D8B030D-6E8A-4147-A177-3AD203B41FA5}">
                      <a16:colId xmlns:a16="http://schemas.microsoft.com/office/drawing/2014/main" val="412137470"/>
                    </a:ext>
                  </a:extLst>
                </a:gridCol>
              </a:tblGrid>
              <a:tr h="74589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Sector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Categoria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Saída em Junho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Saída em Setembro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R</a:t>
                      </a: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H existentes 30.09.26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05558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Adolescent Peer Mentors  coordinator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13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071255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Adolescent Peer Mentors HF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392761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Adolescent Peer Mentors Community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26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842246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Peer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pt-P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Mentors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pt-P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Youg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  <a:r>
                        <a:rPr lang="pt-P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adults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(20-29 anos) </a:t>
                      </a:r>
                      <a:r>
                        <a:rPr lang="pt-PT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coordinator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13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357057"/>
                  </a:ext>
                </a:extLst>
              </a:tr>
              <a:tr h="35697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Peer Mentors Youg adults (20-29 anos) HF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601440"/>
                  </a:ext>
                </a:extLst>
              </a:tr>
              <a:tr h="2936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PSS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Peer Mentors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Youg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 adults (20-29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anos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) Community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13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568221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135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135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65</a:t>
                      </a:r>
                      <a:endParaRPr lang="pt-PT" sz="1400" b="1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140833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TB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HCM Cough Officers </a:t>
                      </a:r>
                      <a:endParaRPr lang="pt-PT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091626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TB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HF Cough Officers </a:t>
                      </a:r>
                      <a:endParaRPr lang="pt-PT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32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286399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TB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General Hospitals Cough Officers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8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964048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48</a:t>
                      </a:r>
                      <a:endParaRPr lang="pt-PT" sz="1400" b="1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133157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CACUM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CECAP peer educators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516212"/>
                  </a:ext>
                </a:extLst>
              </a:tr>
              <a:tr h="3353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Total Geral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l" fontAlgn="b">
                        <a:buNone/>
                      </a:pP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pt-PT" sz="1400" b="1" i="0" u="none" strike="noStrike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lus Jakarta Sans" panose="020B0604020202020204" charset="0"/>
                          <a:cs typeface="Plus Jakarta Sans" panose="020B0604020202020204" charset="0"/>
                        </a:rPr>
                        <a:t>0</a:t>
                      </a:r>
                      <a:endParaRPr lang="pt-PT" sz="1400" b="0" i="0" u="none" strike="noStrike" dirty="0">
                        <a:solidFill>
                          <a:srgbClr val="000000"/>
                        </a:solidFill>
                        <a:effectLst/>
                        <a:latin typeface="Plus Jakarta Sans" panose="020B0604020202020204" charset="0"/>
                        <a:cs typeface="Plus Jakarta Sans" panose="020B060402020202020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94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00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457200" y="190500"/>
            <a:ext cx="6762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QUADRO DE PESSOAL</a:t>
            </a:r>
            <a:endParaRPr/>
          </a:p>
        </p:txBody>
      </p:sp>
      <p:sp>
        <p:nvSpPr>
          <p:cNvPr id="328" name="Google Shape;328;p19"/>
          <p:cNvSpPr txBox="1"/>
          <p:nvPr/>
        </p:nvSpPr>
        <p:spPr>
          <a:xfrm>
            <a:off x="457200" y="400050"/>
            <a:ext cx="71008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Profissionais de Saúde &amp; Program Officers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D5203822-CB67-9784-114A-E5CA3267A9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6410D0-F452-57B4-2AAD-1C89620A8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449194"/>
              </p:ext>
            </p:extLst>
          </p:nvPr>
        </p:nvGraphicFramePr>
        <p:xfrm>
          <a:off x="421277" y="1185667"/>
          <a:ext cx="11571431" cy="4119184"/>
        </p:xfrm>
        <a:graphic>
          <a:graphicData uri="http://schemas.openxmlformats.org/drawingml/2006/table">
            <a:tbl>
              <a:tblPr/>
              <a:tblGrid>
                <a:gridCol w="1599908">
                  <a:extLst>
                    <a:ext uri="{9D8B030D-6E8A-4147-A177-3AD203B41FA5}">
                      <a16:colId xmlns:a16="http://schemas.microsoft.com/office/drawing/2014/main" val="1518173000"/>
                    </a:ext>
                  </a:extLst>
                </a:gridCol>
                <a:gridCol w="4669500">
                  <a:extLst>
                    <a:ext uri="{9D8B030D-6E8A-4147-A177-3AD203B41FA5}">
                      <a16:colId xmlns:a16="http://schemas.microsoft.com/office/drawing/2014/main" val="4185888369"/>
                    </a:ext>
                  </a:extLst>
                </a:gridCol>
                <a:gridCol w="1637115">
                  <a:extLst>
                    <a:ext uri="{9D8B030D-6E8A-4147-A177-3AD203B41FA5}">
                      <a16:colId xmlns:a16="http://schemas.microsoft.com/office/drawing/2014/main" val="93749441"/>
                    </a:ext>
                  </a:extLst>
                </a:gridCol>
                <a:gridCol w="1432476">
                  <a:extLst>
                    <a:ext uri="{9D8B030D-6E8A-4147-A177-3AD203B41FA5}">
                      <a16:colId xmlns:a16="http://schemas.microsoft.com/office/drawing/2014/main" val="144118538"/>
                    </a:ext>
                  </a:extLst>
                </a:gridCol>
                <a:gridCol w="2232432">
                  <a:extLst>
                    <a:ext uri="{9D8B030D-6E8A-4147-A177-3AD203B41FA5}">
                      <a16:colId xmlns:a16="http://schemas.microsoft.com/office/drawing/2014/main" val="412137470"/>
                    </a:ext>
                  </a:extLst>
                </a:gridCol>
              </a:tblGrid>
              <a:tr h="6430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Sector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Categoria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Saída em Setembro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H existentes 30.09.26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9E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005558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C&amp;T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Program officer 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4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241442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C&amp;T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Pediatrics program Officer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601335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C&amp;T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Clinical coordinators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390839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aboratory officer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22301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uberculosis Officer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800147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Pharmacy Officer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903062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&amp;A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Monitoring &amp; evaluation Officer 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071255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&amp;A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ata Officer; now Monitoring and evaluationn assistants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392761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PSS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PSS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Oficcer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357057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PMTCT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PMTCT Officer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601440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Prevention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Prevention Officer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568221"/>
                  </a:ext>
                </a:extLst>
              </a:tr>
              <a:tr h="288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HTC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 HTC Officer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pt-PT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0916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0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457200" y="190500"/>
            <a:ext cx="613171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PARCERIAS &amp; TRANSIÇÃO</a:t>
            </a:r>
            <a:endParaRPr/>
          </a:p>
        </p:txBody>
      </p:sp>
      <p:sp>
        <p:nvSpPr>
          <p:cNvPr id="375" name="Google Shape;375;p20"/>
          <p:cNvSpPr txBox="1"/>
          <p:nvPr/>
        </p:nvSpPr>
        <p:spPr>
          <a:xfrm>
            <a:off x="457200" y="400050"/>
            <a:ext cx="6438304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Saídas</a:t>
            </a: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100" b="1" i="0" u="none" strike="noStrike" cap="none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ao</a:t>
            </a: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Longo do COP 25 — Jhpiego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A93E969F-3F1E-49A1-48EB-3FDBD22FFB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23490635-1C44-0C1F-68B9-442ADF728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9044"/>
              </p:ext>
            </p:extLst>
          </p:nvPr>
        </p:nvGraphicFramePr>
        <p:xfrm>
          <a:off x="351692" y="1406769"/>
          <a:ext cx="11545625" cy="4724751"/>
        </p:xfrm>
        <a:graphic>
          <a:graphicData uri="http://schemas.openxmlformats.org/drawingml/2006/table">
            <a:tbl>
              <a:tblPr/>
              <a:tblGrid>
                <a:gridCol w="161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0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3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3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Área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Designação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COP 25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Reinício em Julho 2026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CACUM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Enfermeira de CACUM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20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14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SMI</a:t>
                      </a:r>
                      <a:endParaRPr lang="en-US" sz="1400" dirty="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Enfermeira de SMI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14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6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C&amp;T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TMG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46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33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C&amp;T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Arquivistas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0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11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C&amp;T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Enfermeiros Geral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0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3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TB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TMG - TB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10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6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APSS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Conselheiros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96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66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LAB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Tecnicos de Laboratorio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14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8242F"/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9</a:t>
                      </a:r>
                      <a:endParaRPr lang="en-US" sz="1400"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7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Total Geral</a:t>
                      </a:r>
                      <a:endParaRPr lang="en-US" sz="1400">
                        <a:solidFill>
                          <a:schemeClr val="bg2">
                            <a:lumMod val="75000"/>
                          </a:schemeClr>
                        </a:solidFill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endParaRPr lang="en-US" sz="1400">
                        <a:solidFill>
                          <a:schemeClr val="bg2">
                            <a:lumMod val="75000"/>
                          </a:schemeClr>
                        </a:solidFill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200</a:t>
                      </a:r>
                      <a:endParaRPr lang="en-US" sz="1400">
                        <a:solidFill>
                          <a:schemeClr val="bg2">
                            <a:lumMod val="75000"/>
                          </a:schemeClr>
                        </a:solidFill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Plus Jakarta Sans" panose="020B0604020202020204" charset="0"/>
                          <a:ea typeface="Calibri" pitchFamily="34" charset="-122"/>
                          <a:cs typeface="Plus Jakarta Sans" panose="020B0604020202020204" charset="0"/>
                        </a:rPr>
                        <a:t>148</a:t>
                      </a:r>
                      <a:endParaRPr lang="en-US" sz="1400" dirty="0">
                        <a:solidFill>
                          <a:schemeClr val="bg2">
                            <a:lumMod val="75000"/>
                          </a:schemeClr>
                        </a:solidFill>
                        <a:latin typeface="Plus Jakarta Sans" panose="020B0604020202020204" charset="0"/>
                        <a:ea typeface="Calibri" charset="0"/>
                        <a:cs typeface="Plus Jakarta Sans" panose="020B060402020202020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44">
          <a:extLst>
            <a:ext uri="{FF2B5EF4-FFF2-40B4-BE49-F238E27FC236}">
              <a16:creationId xmlns:a16="http://schemas.microsoft.com/office/drawing/2014/main" id="{8D52F8EF-5102-E25D-3D99-25FAF5EA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0">
            <a:extLst>
              <a:ext uri="{FF2B5EF4-FFF2-40B4-BE49-F238E27FC236}">
                <a16:creationId xmlns:a16="http://schemas.microsoft.com/office/drawing/2014/main" id="{D869D245-5559-3251-B6A7-BA82971BF1FC}"/>
              </a:ext>
            </a:extLst>
          </p:cNvPr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Maiandra GD" panose="020E0502030308020204" pitchFamily="34" charset="0"/>
                <a:ea typeface="Calibri"/>
                <a:cs typeface="Calibri"/>
                <a:sym typeface="Calibri"/>
              </a:rPr>
              <a:t>Quadro Resumo</a:t>
            </a:r>
            <a:endParaRPr sz="2400" b="0" i="0" u="none" strike="noStrike" cap="none" dirty="0">
              <a:solidFill>
                <a:schemeClr val="bg1"/>
              </a:solidFill>
              <a:latin typeface="Maiandra GD" panose="020E0502030308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915D47E4-4BBB-2648-D318-116F14F23A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04D587-CE52-1A7D-6AFF-A6B24370D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693176"/>
              </p:ext>
            </p:extLst>
          </p:nvPr>
        </p:nvGraphicFramePr>
        <p:xfrm>
          <a:off x="863600" y="1816100"/>
          <a:ext cx="10414000" cy="3657599"/>
        </p:xfrm>
        <a:graphic>
          <a:graphicData uri="http://schemas.openxmlformats.org/drawingml/2006/table">
            <a:tbl>
              <a:tblPr/>
              <a:tblGrid>
                <a:gridCol w="2772073">
                  <a:extLst>
                    <a:ext uri="{9D8B030D-6E8A-4147-A177-3AD203B41FA5}">
                      <a16:colId xmlns:a16="http://schemas.microsoft.com/office/drawing/2014/main" val="1663596127"/>
                    </a:ext>
                  </a:extLst>
                </a:gridCol>
                <a:gridCol w="1798100">
                  <a:extLst>
                    <a:ext uri="{9D8B030D-6E8A-4147-A177-3AD203B41FA5}">
                      <a16:colId xmlns:a16="http://schemas.microsoft.com/office/drawing/2014/main" val="2790252632"/>
                    </a:ext>
                  </a:extLst>
                </a:gridCol>
                <a:gridCol w="1798100">
                  <a:extLst>
                    <a:ext uri="{9D8B030D-6E8A-4147-A177-3AD203B41FA5}">
                      <a16:colId xmlns:a16="http://schemas.microsoft.com/office/drawing/2014/main" val="992789268"/>
                    </a:ext>
                  </a:extLst>
                </a:gridCol>
                <a:gridCol w="1798100">
                  <a:extLst>
                    <a:ext uri="{9D8B030D-6E8A-4147-A177-3AD203B41FA5}">
                      <a16:colId xmlns:a16="http://schemas.microsoft.com/office/drawing/2014/main" val="1927618994"/>
                    </a:ext>
                  </a:extLst>
                </a:gridCol>
                <a:gridCol w="2247627">
                  <a:extLst>
                    <a:ext uri="{9D8B030D-6E8A-4147-A177-3AD203B41FA5}">
                      <a16:colId xmlns:a16="http://schemas.microsoft.com/office/drawing/2014/main" val="1757267253"/>
                    </a:ext>
                  </a:extLst>
                </a:gridCol>
              </a:tblGrid>
              <a:tr h="18287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Maiandra GD" panose="020E0502030308020204" pitchFamily="34" charset="0"/>
                        </a:rPr>
                        <a:t>Categoria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Maiandra GD" panose="020E0502030308020204" pitchFamily="34" charset="0"/>
                        </a:rPr>
                        <a:t>Numero 2026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600" b="1" i="0" u="none" strike="noStrike">
                          <a:solidFill>
                            <a:srgbClr val="FFFFFF"/>
                          </a:solidFill>
                          <a:effectLst/>
                          <a:latin typeface="Maiandra GD" panose="020E0502030308020204" pitchFamily="34" charset="0"/>
                        </a:rPr>
                        <a:t>Saída em Junho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Maiandra GD" panose="020E0502030308020204" pitchFamily="34" charset="0"/>
                        </a:rPr>
                        <a:t>Saída em Agosto/ Setembro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Maiandra GD" panose="020E0502030308020204" pitchFamily="34" charset="0"/>
                        </a:rPr>
                        <a:t>pessoal previsto 2026-2027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247735"/>
                  </a:ext>
                </a:extLst>
              </a:tr>
              <a:tr h="6096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STTS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580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 489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539059"/>
                  </a:ext>
                </a:extLst>
              </a:tr>
              <a:tr h="6096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Voluntarios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0" i="0" u="none" strike="noStrike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366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242 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935977"/>
                  </a:ext>
                </a:extLst>
              </a:tr>
              <a:tr h="6096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Permante Staff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119 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0</a:t>
                      </a:r>
                      <a:endParaRPr lang="pt-PT" sz="1600" b="0" i="0" u="none" strike="noStrike" dirty="0">
                        <a:solidFill>
                          <a:srgbClr val="000000"/>
                        </a:solidFill>
                        <a:effectLst/>
                        <a:latin typeface="Maiandra GD" panose="020E0502030308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4</a:t>
                      </a: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PT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aiandra GD" panose="020E0502030308020204" pitchFamily="34" charset="0"/>
                        </a:rPr>
                        <a:t>75 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15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78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DEB28065-9F8C-48EE-5E4D-573A65FF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>
            <a:extLst>
              <a:ext uri="{FF2B5EF4-FFF2-40B4-BE49-F238E27FC236}">
                <a16:creationId xmlns:a16="http://schemas.microsoft.com/office/drawing/2014/main" id="{63D7ABE8-10AA-B853-5620-518F3AFB18C9}"/>
              </a:ext>
            </a:extLst>
          </p:cNvPr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>
            <a:extLst>
              <a:ext uri="{FF2B5EF4-FFF2-40B4-BE49-F238E27FC236}">
                <a16:creationId xmlns:a16="http://schemas.microsoft.com/office/drawing/2014/main" id="{CB801A45-B4E8-719B-A313-BAFBFFD74B4B}"/>
              </a:ext>
            </a:extLst>
          </p:cNvPr>
          <p:cNvSpPr txBox="1"/>
          <p:nvPr/>
        </p:nvSpPr>
        <p:spPr>
          <a:xfrm>
            <a:off x="457200" y="400050"/>
            <a:ext cx="98679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1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3200" b="1" i="0" u="none" strike="noStrike" cap="none" dirty="0">
                <a:solidFill>
                  <a:srgbClr val="FFFFFF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Nova organização das equipes regionais</a:t>
            </a:r>
            <a:endParaRPr dirty="0">
              <a:solidFill>
                <a:schemeClr val="bg1"/>
              </a:solidFill>
              <a:latin typeface="Maiandra GD" panose="020E0502030308020204" pitchFamily="34" charset="0"/>
            </a:endParaRPr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47CD326B-E724-A73A-A461-77D46F7DD4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B6ADAB97-B6AB-36EA-F6EE-CF06D828D2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9124763"/>
              </p:ext>
            </p:extLst>
          </p:nvPr>
        </p:nvGraphicFramePr>
        <p:xfrm>
          <a:off x="177800" y="1203024"/>
          <a:ext cx="11719518" cy="4842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78062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9F432B98-F7A5-45DE-B00C-022D0674A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>
            <a:extLst>
              <a:ext uri="{FF2B5EF4-FFF2-40B4-BE49-F238E27FC236}">
                <a16:creationId xmlns:a16="http://schemas.microsoft.com/office/drawing/2014/main" id="{B96D4B91-BC4D-20E3-F58E-60DA31D66709}"/>
              </a:ext>
            </a:extLst>
          </p:cNvPr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>
            <a:extLst>
              <a:ext uri="{FF2B5EF4-FFF2-40B4-BE49-F238E27FC236}">
                <a16:creationId xmlns:a16="http://schemas.microsoft.com/office/drawing/2014/main" id="{8FE7DB1C-1D78-C56A-C2E5-A092FBC6B53A}"/>
              </a:ext>
            </a:extLst>
          </p:cNvPr>
          <p:cNvSpPr txBox="1"/>
          <p:nvPr/>
        </p:nvSpPr>
        <p:spPr>
          <a:xfrm>
            <a:off x="457200" y="400050"/>
            <a:ext cx="98679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dirty="0">
              <a:solidFill>
                <a:schemeClr val="bg1"/>
              </a:solidFill>
              <a:latin typeface="Maiandra GD" panose="020E0502030308020204" pitchFamily="34" charset="0"/>
            </a:endParaRPr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F3FC71E9-9EA8-0CB0-2581-9CB687F893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56007A-7C11-8DFC-E9F6-23923C4CDC0C}"/>
              </a:ext>
            </a:extLst>
          </p:cNvPr>
          <p:cNvSpPr txBox="1"/>
          <p:nvPr/>
        </p:nvSpPr>
        <p:spPr>
          <a:xfrm>
            <a:off x="368300" y="2951947"/>
            <a:ext cx="12280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PT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iandra GD" panose="020E0502030308020204" pitchFamily="34" charset="0"/>
                <a:cs typeface="Arial"/>
                <a:sym typeface="Arial"/>
              </a:rPr>
              <a:t>Impacto da Interrupção do Apoio Técnico nas Unidades Sanitárias</a:t>
            </a:r>
          </a:p>
        </p:txBody>
      </p:sp>
    </p:spTree>
    <p:extLst>
      <p:ext uri="{BB962C8B-B14F-4D97-AF65-F5344CB8AC3E}">
        <p14:creationId xmlns:p14="http://schemas.microsoft.com/office/powerpoint/2010/main" val="2513671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481653" y="2184052"/>
            <a:ext cx="112776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457200" y="3393727"/>
            <a:ext cx="112776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457200" y="4603402"/>
            <a:ext cx="1127760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457200" y="2184052"/>
            <a:ext cx="47625" cy="9810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9391650" y="2441227"/>
            <a:ext cx="2114550" cy="466725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457200" y="3393727"/>
            <a:ext cx="47625" cy="9810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9391651" y="3650902"/>
            <a:ext cx="2114550" cy="466725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457200" y="4603402"/>
            <a:ext cx="47625" cy="9810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9391650" y="4860577"/>
            <a:ext cx="2114550" cy="466725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457200" y="190500"/>
            <a:ext cx="622696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INTERRUPÇÃO OPERACIONAL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457200" y="400050"/>
            <a:ext cx="653831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Período</a:t>
            </a: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2100" b="1" i="0" u="none" strike="noStrike" cap="none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Suspensão</a:t>
            </a: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das Actividades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9906000" y="2555527"/>
            <a:ext cx="14287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10.04 – 20.04</a:t>
            </a:r>
            <a:endParaRPr/>
          </a:p>
        </p:txBody>
      </p:sp>
      <p:sp>
        <p:nvSpPr>
          <p:cNvPr id="396" name="Google Shape;396;p21"/>
          <p:cNvSpPr txBox="1"/>
          <p:nvPr/>
        </p:nvSpPr>
        <p:spPr>
          <a:xfrm>
            <a:off x="9934575" y="3765202"/>
            <a:ext cx="14001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21.03 – 20.04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9658350" y="4974877"/>
            <a:ext cx="16764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31.03 – 03.07.26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733425" y="2412652"/>
            <a:ext cx="367545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CCS Permanent Staff (PS)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733425" y="2717452"/>
            <a:ext cx="350043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Período</a:t>
            </a:r>
            <a:r>
              <a:rPr lang="en-US" sz="135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interrupção</a:t>
            </a:r>
            <a:r>
              <a:rPr lang="en-US" sz="135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temporária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733425" y="3622327"/>
            <a:ext cx="47255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STTS e Voluntários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733425" y="3927127"/>
            <a:ext cx="45005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Período de suspensão do pessoal no terreno</a:t>
            </a:r>
            <a:endParaRPr/>
          </a:p>
        </p:txBody>
      </p:sp>
      <p:sp>
        <p:nvSpPr>
          <p:cNvPr id="402" name="Google Shape;402;p21"/>
          <p:cNvSpPr txBox="1"/>
          <p:nvPr/>
        </p:nvSpPr>
        <p:spPr>
          <a:xfrm>
            <a:off x="733425" y="4832002"/>
            <a:ext cx="335041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Jhpiego STTS</a:t>
            </a:r>
            <a:endParaRPr/>
          </a:p>
        </p:txBody>
      </p:sp>
      <p:sp>
        <p:nvSpPr>
          <p:cNvPr id="403" name="Google Shape;403;p21"/>
          <p:cNvSpPr txBox="1"/>
          <p:nvPr/>
        </p:nvSpPr>
        <p:spPr>
          <a:xfrm>
            <a:off x="733425" y="5136802"/>
            <a:ext cx="31908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Período estendido de transição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20757279-8376-5F61-5921-685E95D645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457200" y="190500"/>
            <a:ext cx="62388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AVALIAÇÃO PROGRAMÁTICA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457200" y="400050"/>
            <a:ext cx="6550818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Desempenho de Indicadores de Saúde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BC05FDE0-E98B-C87E-B7FD-181BEF593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147FEF6-AFB0-0C76-1B39-A33FEF396F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8965377"/>
              </p:ext>
            </p:extLst>
          </p:nvPr>
        </p:nvGraphicFramePr>
        <p:xfrm>
          <a:off x="4335629" y="1060938"/>
          <a:ext cx="4038600" cy="2514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FA4432A-6C71-442A-1369-9392BDAAD4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7977819"/>
              </p:ext>
            </p:extLst>
          </p:nvPr>
        </p:nvGraphicFramePr>
        <p:xfrm>
          <a:off x="8464714" y="1060938"/>
          <a:ext cx="3625078" cy="2514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07D0B4A-C5A6-153F-8DAD-4CF04430B9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2898622"/>
              </p:ext>
            </p:extLst>
          </p:nvPr>
        </p:nvGraphicFramePr>
        <p:xfrm>
          <a:off x="102208" y="3673509"/>
          <a:ext cx="4142936" cy="3046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0911D92-D257-11EA-172E-F901FF9890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8680515"/>
              </p:ext>
            </p:extLst>
          </p:nvPr>
        </p:nvGraphicFramePr>
        <p:xfrm>
          <a:off x="4342342" y="3673509"/>
          <a:ext cx="4038600" cy="3046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863AFC4-FB70-4375-1DCC-5751A195BA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7047738"/>
              </p:ext>
            </p:extLst>
          </p:nvPr>
        </p:nvGraphicFramePr>
        <p:xfrm>
          <a:off x="102208" y="1060938"/>
          <a:ext cx="4142936" cy="2514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3C739E5E-D2F9-9256-CD31-CE499E541C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5201560"/>
              </p:ext>
            </p:extLst>
          </p:nvPr>
        </p:nvGraphicFramePr>
        <p:xfrm>
          <a:off x="8469482" y="3673509"/>
          <a:ext cx="3620310" cy="30465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0B9CFD9-F4C2-4725-F602-F01F95CAF0BA}"/>
              </a:ext>
            </a:extLst>
          </p:cNvPr>
          <p:cNvSpPr txBox="1"/>
          <p:nvPr/>
        </p:nvSpPr>
        <p:spPr>
          <a:xfrm>
            <a:off x="10109740" y="1072055"/>
            <a:ext cx="735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Positivos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7E4A0D-4C85-90B1-491F-CD0E845320CC}"/>
              </a:ext>
            </a:extLst>
          </p:cNvPr>
          <p:cNvSpPr txBox="1"/>
          <p:nvPr/>
        </p:nvSpPr>
        <p:spPr>
          <a:xfrm>
            <a:off x="1572352" y="3710151"/>
            <a:ext cx="1120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Novos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TARV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0E6E90-B88F-F359-2845-B9D42E8417D0}"/>
              </a:ext>
            </a:extLst>
          </p:cNvPr>
          <p:cNvSpPr txBox="1"/>
          <p:nvPr/>
        </p:nvSpPr>
        <p:spPr>
          <a:xfrm>
            <a:off x="5861323" y="3675594"/>
            <a:ext cx="11817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Activos 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TARV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407">
          <a:extLst>
            <a:ext uri="{FF2B5EF4-FFF2-40B4-BE49-F238E27FC236}">
              <a16:creationId xmlns:a16="http://schemas.microsoft.com/office/drawing/2014/main" id="{E6A35C9B-CC2F-624D-CA0A-0EEB74155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>
            <a:extLst>
              <a:ext uri="{FF2B5EF4-FFF2-40B4-BE49-F238E27FC236}">
                <a16:creationId xmlns:a16="http://schemas.microsoft.com/office/drawing/2014/main" id="{AD40E050-489B-91E7-1FE2-4B9E336E3D94}"/>
              </a:ext>
            </a:extLst>
          </p:cNvPr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>
            <a:extLst>
              <a:ext uri="{FF2B5EF4-FFF2-40B4-BE49-F238E27FC236}">
                <a16:creationId xmlns:a16="http://schemas.microsoft.com/office/drawing/2014/main" id="{6936F5B2-3B79-8851-F2E6-403CBE45B528}"/>
              </a:ext>
            </a:extLst>
          </p:cNvPr>
          <p:cNvSpPr txBox="1"/>
          <p:nvPr/>
        </p:nvSpPr>
        <p:spPr>
          <a:xfrm>
            <a:off x="457200" y="400050"/>
            <a:ext cx="6550818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Desempenho</a:t>
            </a: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2100" b="1" i="0" u="none" strike="noStrike" cap="none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Indicadores</a:t>
            </a: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Saúde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1D6A28F3-8C12-2F7B-1283-CE64967CEC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98E1814-A330-122C-AB73-7D7DE3E38E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367700"/>
              </p:ext>
            </p:extLst>
          </p:nvPr>
        </p:nvGraphicFramePr>
        <p:xfrm>
          <a:off x="76201" y="1063985"/>
          <a:ext cx="4082142" cy="2587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2687FC7-60A8-C481-3A96-A88E4EC343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9031296"/>
              </p:ext>
            </p:extLst>
          </p:nvPr>
        </p:nvGraphicFramePr>
        <p:xfrm>
          <a:off x="4294414" y="1063985"/>
          <a:ext cx="4158342" cy="2587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D3BDFB1-9618-56BB-9A6B-BF3E3DAE91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7069851"/>
              </p:ext>
            </p:extLst>
          </p:nvPr>
        </p:nvGraphicFramePr>
        <p:xfrm>
          <a:off x="76201" y="3776808"/>
          <a:ext cx="5926014" cy="295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81340EB-2698-98DA-07F4-9F8868B261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838721"/>
              </p:ext>
            </p:extLst>
          </p:nvPr>
        </p:nvGraphicFramePr>
        <p:xfrm>
          <a:off x="6095998" y="3776808"/>
          <a:ext cx="6019801" cy="295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7221647-5E29-6B4C-9EE8-876044BD42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6418641"/>
              </p:ext>
            </p:extLst>
          </p:nvPr>
        </p:nvGraphicFramePr>
        <p:xfrm>
          <a:off x="8588827" y="1063985"/>
          <a:ext cx="3526972" cy="2587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CBA7E9D-9142-9896-D774-79FC88DDD717}"/>
              </a:ext>
            </a:extLst>
          </p:cNvPr>
          <p:cNvSpPr txBox="1"/>
          <p:nvPr/>
        </p:nvSpPr>
        <p:spPr>
          <a:xfrm>
            <a:off x="9532883" y="1091568"/>
            <a:ext cx="18245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Mulheres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retestadas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na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SMI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504C59-3694-F773-53A2-8C0778C01CDD}"/>
              </a:ext>
            </a:extLst>
          </p:cNvPr>
          <p:cNvSpPr txBox="1"/>
          <p:nvPr/>
        </p:nvSpPr>
        <p:spPr>
          <a:xfrm>
            <a:off x="2405251" y="3911465"/>
            <a:ext cx="12747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Rastreio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de 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Cacum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C97D54-6E6F-A800-B1AC-CC62458F4A30}"/>
              </a:ext>
            </a:extLst>
          </p:cNvPr>
          <p:cNvSpPr txBox="1"/>
          <p:nvPr/>
        </p:nvSpPr>
        <p:spPr>
          <a:xfrm>
            <a:off x="8262602" y="3911465"/>
            <a:ext cx="16738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Casos TB 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todas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as Formas</a:t>
            </a:r>
          </a:p>
        </p:txBody>
      </p:sp>
    </p:spTree>
    <p:extLst>
      <p:ext uri="{BB962C8B-B14F-4D97-AF65-F5344CB8AC3E}">
        <p14:creationId xmlns:p14="http://schemas.microsoft.com/office/powerpoint/2010/main" val="98236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99C87F90-9F65-8D38-FD30-80B05401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>
            <a:extLst>
              <a:ext uri="{FF2B5EF4-FFF2-40B4-BE49-F238E27FC236}">
                <a16:creationId xmlns:a16="http://schemas.microsoft.com/office/drawing/2014/main" id="{B4DBD1C9-11B8-8FFE-D739-D2E4539FB381}"/>
              </a:ext>
            </a:extLst>
          </p:cNvPr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>
            <a:extLst>
              <a:ext uri="{FF2B5EF4-FFF2-40B4-BE49-F238E27FC236}">
                <a16:creationId xmlns:a16="http://schemas.microsoft.com/office/drawing/2014/main" id="{0A4336FD-EE5E-BA83-14B7-399FA5B86FCA}"/>
              </a:ext>
            </a:extLst>
          </p:cNvPr>
          <p:cNvSpPr txBox="1"/>
          <p:nvPr/>
        </p:nvSpPr>
        <p:spPr>
          <a:xfrm>
            <a:off x="457200" y="400050"/>
            <a:ext cx="98679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pt-PT" sz="2800" dirty="0">
                <a:solidFill>
                  <a:schemeClr val="bg1"/>
                </a:solidFill>
                <a:latin typeface="Maiandra GD" panose="020E0502030308020204" pitchFamily="34" charset="0"/>
              </a:rPr>
              <a:t>Redução do Apoio Técnico: Impacto e Medidas de Mitigação</a:t>
            </a:r>
            <a:endParaRPr dirty="0">
              <a:solidFill>
                <a:schemeClr val="bg1"/>
              </a:solidFill>
              <a:latin typeface="Maiandra GD" panose="020E0502030308020204" pitchFamily="34" charset="0"/>
            </a:endParaRPr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B3535A29-25E5-A0EC-FF70-4138173D70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E2BDC0-0AB4-633A-874B-7D3637E28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580"/>
            <a:ext cx="10515600" cy="4866383"/>
          </a:xfrm>
        </p:spPr>
        <p:txBody>
          <a:bodyPr/>
          <a:lstStyle/>
          <a:p>
            <a:pPr algn="just"/>
            <a:r>
              <a:rPr lang="pt-PT" dirty="0">
                <a:latin typeface="Maiandra GD" panose="020E0502030308020204" pitchFamily="34" charset="0"/>
              </a:rPr>
              <a:t>Durante o período em análise, observou-se uma redução no desempenho de alguns indicadores dos program</a:t>
            </a:r>
            <a:r>
              <a:rPr lang="pt-PT" dirty="0">
                <a:latin typeface="Aptos Narrow" panose="020B0004020202020204" pitchFamily="34" charset="0"/>
              </a:rPr>
              <a:t>áticos</a:t>
            </a:r>
            <a:r>
              <a:rPr lang="pt-PT" dirty="0">
                <a:latin typeface="Maiandra GD" panose="020E0502030308020204" pitchFamily="34" charset="0"/>
              </a:rPr>
              <a:t>, situação que esteve associada, entre outros factores, à paralisação das actividades do pessoal técnico alocado pelo parceiro às unidades sanitárias.</a:t>
            </a:r>
          </a:p>
          <a:p>
            <a:pPr algn="just"/>
            <a:r>
              <a:rPr lang="pt-PT" dirty="0">
                <a:latin typeface="Maiandra GD" panose="020E0502030308020204" pitchFamily="34" charset="0"/>
              </a:rPr>
              <a:t>A interrupção do apoio técnico teve impacto directo na capacidade de acompanhamento e implementação das actividades, nomeadamente na supervisão, mentoria, seguimento dos utentes, actualização de registos, monitoria dos dados e apoio à resolução de constrangimentos operacionais.</a:t>
            </a:r>
          </a:p>
          <a:p>
            <a:pPr algn="just"/>
            <a:endParaRPr lang="pt-PT" dirty="0">
              <a:latin typeface="Maiandra GD" panose="020E0502030308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743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A3238E4B-7F47-74E6-D2A6-B23C3597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>
            <a:extLst>
              <a:ext uri="{FF2B5EF4-FFF2-40B4-BE49-F238E27FC236}">
                <a16:creationId xmlns:a16="http://schemas.microsoft.com/office/drawing/2014/main" id="{3F2DAAC0-D058-4842-A4DD-1F962AC3D8CB}"/>
              </a:ext>
            </a:extLst>
          </p:cNvPr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>
            <a:extLst>
              <a:ext uri="{FF2B5EF4-FFF2-40B4-BE49-F238E27FC236}">
                <a16:creationId xmlns:a16="http://schemas.microsoft.com/office/drawing/2014/main" id="{4E592FF5-C2DB-3675-FB83-6D858C650646}"/>
              </a:ext>
            </a:extLst>
          </p:cNvPr>
          <p:cNvSpPr txBox="1"/>
          <p:nvPr/>
        </p:nvSpPr>
        <p:spPr>
          <a:xfrm>
            <a:off x="457200" y="400050"/>
            <a:ext cx="926365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pt-PT" sz="2400" dirty="0">
                <a:solidFill>
                  <a:schemeClr val="bg1"/>
                </a:solidFill>
                <a:latin typeface="Maiandra GD" panose="020E0502030308020204" pitchFamily="34" charset="0"/>
              </a:rPr>
              <a:t>Redução do Apoio Técnico: Impacto e Medidas de Mitigação</a:t>
            </a:r>
            <a:endParaRPr dirty="0"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502CD138-A3A8-D6D3-3B85-3BA44AACAA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FF89ED-16DA-8325-470B-177B967A6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580"/>
            <a:ext cx="10515600" cy="4866383"/>
          </a:xfrm>
        </p:spPr>
        <p:txBody>
          <a:bodyPr/>
          <a:lstStyle/>
          <a:p>
            <a:pPr algn="just"/>
            <a:r>
              <a:rPr lang="pt-PT">
                <a:latin typeface="Maiandra GD" panose="020E0502030308020204" pitchFamily="34" charset="0"/>
              </a:rPr>
              <a:t>Como consequência, verificou-se uma diminuição da capacidade operacional das unidades sanitárias, contribuindo para a redução dos resultados alcançados em determinados indicadores quando comparados com períodos anteriores.</a:t>
            </a:r>
          </a:p>
          <a:p>
            <a:pPr algn="just"/>
            <a:r>
              <a:rPr lang="pt-PT">
                <a:latin typeface="Maiandra GD" panose="020E0502030308020204" pitchFamily="34" charset="0"/>
              </a:rPr>
              <a:t>Esta situação evidencia a importância de assegurar a continuidade das actividades essenciais, fortalecer a capacidade dos profissionais do SNS e acelerar a transferência progressiva de competências e responsabilidades, de modo a garantir a sustentabilidade dos serviços e minimizar o impacto de futuras reduções ou interrupções do apoio dos parceiros.</a:t>
            </a:r>
          </a:p>
          <a:p>
            <a:pPr algn="just"/>
            <a:endParaRPr lang="pt-PT">
              <a:latin typeface="Maiandra GD" panose="020E0502030308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001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457200" y="2969865"/>
            <a:ext cx="3606849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4292649" y="2969865"/>
            <a:ext cx="3606849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8128099" y="2969865"/>
            <a:ext cx="3606849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457200" y="2969865"/>
            <a:ext cx="47625" cy="1828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4292649" y="2969865"/>
            <a:ext cx="47625" cy="1828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8128099" y="2969865"/>
            <a:ext cx="47625" cy="1828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8874" y="319846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4324" y="319846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3"/>
          <p:cNvSpPr txBox="1"/>
          <p:nvPr/>
        </p:nvSpPr>
        <p:spPr>
          <a:xfrm>
            <a:off x="457200" y="190500"/>
            <a:ext cx="816768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ANÁLISE DE RISCO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457200" y="400050"/>
            <a:ext cx="857607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Possíveis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Impactos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 Redução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Orçamental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 RH</a:t>
            </a:r>
            <a:endParaRPr dirty="0"/>
          </a:p>
        </p:txBody>
      </p:sp>
      <p:sp>
        <p:nvSpPr>
          <p:cNvPr id="450" name="Google Shape;450;p23"/>
          <p:cNvSpPr txBox="1"/>
          <p:nvPr/>
        </p:nvSpPr>
        <p:spPr>
          <a:xfrm>
            <a:off x="733425" y="3398490"/>
            <a:ext cx="407140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Programático</a:t>
            </a:r>
            <a:endParaRPr/>
          </a:p>
        </p:txBody>
      </p:sp>
      <p:sp>
        <p:nvSpPr>
          <p:cNvPr id="451" name="Google Shape;451;p23"/>
          <p:cNvSpPr txBox="1"/>
          <p:nvPr/>
        </p:nvSpPr>
        <p:spPr>
          <a:xfrm>
            <a:off x="733425" y="3712815"/>
            <a:ext cx="319727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Possivel</a:t>
            </a:r>
            <a:r>
              <a:rPr lang="en-US" sz="135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Queda </a:t>
            </a:r>
            <a:r>
              <a:rPr lang="en-US" sz="135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generalizada</a:t>
            </a:r>
            <a:r>
              <a:rPr lang="en-US" sz="135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nos</a:t>
            </a:r>
            <a:r>
              <a:rPr lang="en-US" sz="135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indicadores</a:t>
            </a:r>
            <a:r>
              <a:rPr lang="en-US" sz="135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de saúde</a:t>
            </a:r>
            <a:r>
              <a:rPr lang="en-US" sz="1350" b="1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452" name="Google Shape;452;p23"/>
          <p:cNvSpPr txBox="1"/>
          <p:nvPr/>
        </p:nvSpPr>
        <p:spPr>
          <a:xfrm>
            <a:off x="4568874" y="3655665"/>
            <a:ext cx="407140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Administração / Logística</a:t>
            </a:r>
            <a:endParaRPr/>
          </a:p>
        </p:txBody>
      </p:sp>
      <p:sp>
        <p:nvSpPr>
          <p:cNvPr id="453" name="Google Shape;453;p23"/>
          <p:cNvSpPr txBox="1"/>
          <p:nvPr/>
        </p:nvSpPr>
        <p:spPr>
          <a:xfrm>
            <a:off x="4568874" y="3969990"/>
            <a:ext cx="31972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Redução no </a:t>
            </a:r>
            <a:r>
              <a:rPr lang="en-US" sz="1200" b="1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apoio</a:t>
            </a:r>
            <a:r>
              <a:rPr lang="en-US" sz="1200" b="1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com </a:t>
            </a:r>
            <a:r>
              <a:rPr lang="en-US" sz="1200" b="1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recargas</a:t>
            </a:r>
            <a:r>
              <a:rPr lang="en-US" sz="1200" b="1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para </a:t>
            </a:r>
            <a:r>
              <a:rPr lang="en-US" sz="1200" b="1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telemóveis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, internet, 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subsídios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e 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materiais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informáticos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/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electrónicos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.</a:t>
            </a:r>
            <a:endParaRPr dirty="0">
              <a:latin typeface="Maiandra GD" panose="020E0502030308020204" pitchFamily="34" charset="0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8404324" y="3655665"/>
            <a:ext cx="37876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Infraestrutura</a:t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8404324" y="3969990"/>
            <a:ext cx="31972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200" b="1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Redução  </a:t>
            </a:r>
            <a:r>
              <a:rPr lang="en-US" sz="1200" b="1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na</a:t>
            </a:r>
            <a:r>
              <a:rPr lang="en-US" sz="1200" b="1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realização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pequenas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reparações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e 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pressão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sobre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os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SSCM (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técnica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 e </a:t>
            </a:r>
            <a:r>
              <a:rPr lang="en-US" sz="1200" b="1" i="0" u="none" strike="noStrike" cap="none" dirty="0" err="1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orçamental</a:t>
            </a:r>
            <a:r>
              <a:rPr lang="en-US" sz="1200" b="1" i="0" u="none" strike="noStrike" cap="none" dirty="0">
                <a:solidFill>
                  <a:srgbClr val="0F2942"/>
                </a:solidFill>
                <a:latin typeface="Maiandra GD" panose="020E0502030308020204" pitchFamily="34" charset="0"/>
                <a:ea typeface="Plus Jakarta Sans"/>
                <a:cs typeface="Plus Jakarta Sans"/>
                <a:sym typeface="Plus Jakarta Sans"/>
              </a:rPr>
              <a:t>).</a:t>
            </a:r>
            <a:endParaRPr b="1" dirty="0">
              <a:latin typeface="Maiandra GD" panose="020E0502030308020204" pitchFamily="34" charset="0"/>
            </a:endParaRPr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3A307C44-F497-3E14-6975-586E30918C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4"/>
          <p:cNvSpPr/>
          <p:nvPr/>
        </p:nvSpPr>
        <p:spPr>
          <a:xfrm>
            <a:off x="0" y="0"/>
            <a:ext cx="12192000" cy="910530"/>
          </a:xfrm>
          <a:prstGeom prst="rect">
            <a:avLst/>
          </a:prstGeom>
          <a:solidFill>
            <a:srgbClr val="0377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457200" y="2870001"/>
            <a:ext cx="5524500" cy="2895799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6210300" y="2870001"/>
            <a:ext cx="5524500" cy="2028527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457200" y="2870001"/>
            <a:ext cx="47625" cy="2028527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6210300" y="2870001"/>
            <a:ext cx="47625" cy="2028527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7" name="Google Shape;46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425" y="313670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6525" y="3136701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4"/>
          <p:cNvSpPr txBox="1"/>
          <p:nvPr/>
        </p:nvSpPr>
        <p:spPr>
          <a:xfrm>
            <a:off x="457200" y="190500"/>
            <a:ext cx="569118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AE6F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PLANO DE ACÇÃO</a:t>
            </a:r>
            <a:endParaRPr/>
          </a:p>
        </p:txBody>
      </p:sp>
      <p:sp>
        <p:nvSpPr>
          <p:cNvPr id="471" name="Google Shape;471;p24"/>
          <p:cNvSpPr txBox="1"/>
          <p:nvPr/>
        </p:nvSpPr>
        <p:spPr>
          <a:xfrm>
            <a:off x="457200" y="400050"/>
            <a:ext cx="5975746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Estratégias de Solução &amp; Mitigação</a:t>
            </a:r>
            <a:endParaRPr/>
          </a:p>
        </p:txBody>
      </p:sp>
      <p:sp>
        <p:nvSpPr>
          <p:cNvPr id="472" name="Google Shape;472;p24"/>
          <p:cNvSpPr txBox="1"/>
          <p:nvPr/>
        </p:nvSpPr>
        <p:spPr>
          <a:xfrm>
            <a:off x="733425" y="3098601"/>
            <a:ext cx="658832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err="1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Transferência</a:t>
            </a:r>
            <a:r>
              <a:rPr lang="en-US" sz="15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500" b="1" i="0" u="none" strike="noStrike" cap="none" err="1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Responsabilidades</a:t>
            </a:r>
            <a:endParaRPr/>
          </a:p>
        </p:txBody>
      </p:sp>
      <p:sp>
        <p:nvSpPr>
          <p:cNvPr id="473" name="Google Shape;473;p24"/>
          <p:cNvSpPr txBox="1"/>
          <p:nvPr/>
        </p:nvSpPr>
        <p:spPr>
          <a:xfrm>
            <a:off x="6486525" y="3098601"/>
            <a:ext cx="5705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Fortalecimento de Capacidade</a:t>
            </a:r>
            <a:endParaRPr/>
          </a:p>
        </p:txBody>
      </p:sp>
      <p:sp>
        <p:nvSpPr>
          <p:cNvPr id="474" name="Google Shape;474;p24"/>
          <p:cNvSpPr txBox="1"/>
          <p:nvPr/>
        </p:nvSpPr>
        <p:spPr>
          <a:xfrm>
            <a:off x="838200" y="3449121"/>
            <a:ext cx="857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75" name="Google Shape;475;p24"/>
          <p:cNvSpPr txBox="1"/>
          <p:nvPr/>
        </p:nvSpPr>
        <p:spPr>
          <a:xfrm>
            <a:off x="923925" y="3451026"/>
            <a:ext cx="6036468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Alocar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pessoal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 SNS para actividades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críticas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476" name="Google Shape;476;p24"/>
          <p:cNvSpPr txBox="1"/>
          <p:nvPr/>
        </p:nvSpPr>
        <p:spPr>
          <a:xfrm>
            <a:off x="838200" y="3692902"/>
            <a:ext cx="857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77" name="Google Shape;477;p24"/>
          <p:cNvSpPr txBox="1"/>
          <p:nvPr/>
        </p:nvSpPr>
        <p:spPr>
          <a:xfrm>
            <a:off x="923925" y="3694807"/>
            <a:ext cx="6036468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Formar e </a:t>
            </a:r>
            <a:r>
              <a:rPr lang="en-US" sz="1200" b="0" i="0" u="none" strike="noStrike" cap="none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integrar</a:t>
            </a: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mais</a:t>
            </a: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provedores </a:t>
            </a:r>
            <a:r>
              <a:rPr lang="en-US" sz="1200" b="0" i="0" u="none" strike="noStrike" cap="none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nas</a:t>
            </a: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áreas</a:t>
            </a: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 </a:t>
            </a:r>
            <a:r>
              <a:rPr lang="en-US" sz="1200" b="0" i="0" u="none" strike="noStrike" cap="none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défice</a:t>
            </a: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478" name="Google Shape;478;p24"/>
          <p:cNvSpPr txBox="1"/>
          <p:nvPr/>
        </p:nvSpPr>
        <p:spPr>
          <a:xfrm>
            <a:off x="838200" y="3936682"/>
            <a:ext cx="857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79" name="Google Shape;479;p24"/>
          <p:cNvSpPr txBox="1"/>
          <p:nvPr/>
        </p:nvSpPr>
        <p:spPr>
          <a:xfrm>
            <a:off x="923925" y="3938587"/>
            <a:ext cx="6036468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Definir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pontos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focais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unidade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área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programática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480" name="Google Shape;480;p24"/>
          <p:cNvSpPr txBox="1"/>
          <p:nvPr/>
        </p:nvSpPr>
        <p:spPr>
          <a:xfrm>
            <a:off x="838200" y="4180462"/>
            <a:ext cx="857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81" name="Google Shape;481;p24"/>
          <p:cNvSpPr txBox="1"/>
          <p:nvPr/>
        </p:nvSpPr>
        <p:spPr>
          <a:xfrm>
            <a:off x="923925" y="4182367"/>
            <a:ext cx="49244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Integrar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actividades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rotina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dos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serviços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instrumentos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nacionais</a:t>
            </a:r>
            <a:r>
              <a:rPr lang="en-US" sz="1200" b="0" i="0" u="none" strike="noStrike" cap="none" dirty="0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Colocar</a:t>
            </a:r>
            <a:r>
              <a:rPr lang="en-US" sz="1200" dirty="0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como</a:t>
            </a:r>
            <a:r>
              <a:rPr lang="en-US" sz="1200" dirty="0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 Pontos </a:t>
            </a:r>
            <a:r>
              <a:rPr lang="en-US" sz="1200" dirty="0" err="1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focais</a:t>
            </a:r>
            <a:r>
              <a:rPr lang="en-US" sz="1200" dirty="0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 de </a:t>
            </a:r>
            <a:r>
              <a:rPr lang="en-US" sz="1200" dirty="0" err="1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programas</a:t>
            </a:r>
            <a:r>
              <a:rPr lang="en-US" sz="1200" dirty="0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, provedores do SNS de modo a </a:t>
            </a:r>
            <a:r>
              <a:rPr lang="en-US" sz="1200" dirty="0" err="1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evitar</a:t>
            </a:r>
            <a:r>
              <a:rPr lang="en-US" sz="1200" dirty="0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desconinuidade</a:t>
            </a:r>
            <a:r>
              <a:rPr lang="en-US" sz="1200" dirty="0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 de actividades </a:t>
            </a:r>
            <a:r>
              <a:rPr lang="en-US" sz="1200" dirty="0" err="1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na</a:t>
            </a:r>
            <a:r>
              <a:rPr lang="en-US" sz="1200" dirty="0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ausencia</a:t>
            </a:r>
            <a:r>
              <a:rPr lang="en-US" sz="1200" dirty="0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 do </a:t>
            </a:r>
            <a:r>
              <a:rPr lang="en-US" sz="1200" dirty="0" err="1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pessoal</a:t>
            </a:r>
            <a:r>
              <a:rPr lang="en-US" sz="1200" dirty="0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 do </a:t>
            </a:r>
            <a:r>
              <a:rPr lang="en-US" sz="1200" dirty="0" err="1">
                <a:solidFill>
                  <a:srgbClr val="0F2942"/>
                </a:solidFill>
                <a:latin typeface="Plus Jakarta Sans"/>
                <a:cs typeface="Plus Jakarta Sans"/>
                <a:sym typeface="Plus Jakarta Sans"/>
              </a:rPr>
              <a:t>parceiro</a:t>
            </a:r>
            <a:endParaRPr dirty="0"/>
          </a:p>
        </p:txBody>
      </p:sp>
      <p:sp>
        <p:nvSpPr>
          <p:cNvPr id="482" name="Google Shape;482;p24"/>
          <p:cNvSpPr txBox="1"/>
          <p:nvPr/>
        </p:nvSpPr>
        <p:spPr>
          <a:xfrm>
            <a:off x="6591300" y="3449121"/>
            <a:ext cx="857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83" name="Google Shape;483;p24"/>
          <p:cNvSpPr txBox="1"/>
          <p:nvPr/>
        </p:nvSpPr>
        <p:spPr>
          <a:xfrm>
            <a:off x="6677025" y="3451026"/>
            <a:ext cx="55149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Formação em serviço e mentoria técnica.</a:t>
            </a:r>
            <a:endParaRPr/>
          </a:p>
        </p:txBody>
      </p:sp>
      <p:sp>
        <p:nvSpPr>
          <p:cNvPr id="484" name="Google Shape;484;p24"/>
          <p:cNvSpPr txBox="1"/>
          <p:nvPr/>
        </p:nvSpPr>
        <p:spPr>
          <a:xfrm>
            <a:off x="6591300" y="3692902"/>
            <a:ext cx="857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85" name="Google Shape;485;p24"/>
          <p:cNvSpPr txBox="1"/>
          <p:nvPr/>
        </p:nvSpPr>
        <p:spPr>
          <a:xfrm>
            <a:off x="6677025" y="3694807"/>
            <a:ext cx="55149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Supervisão e apoio técnico conjunto com o SNS.</a:t>
            </a:r>
            <a:endParaRPr/>
          </a:p>
        </p:txBody>
      </p:sp>
      <p:sp>
        <p:nvSpPr>
          <p:cNvPr id="486" name="Google Shape;486;p24"/>
          <p:cNvSpPr txBox="1"/>
          <p:nvPr/>
        </p:nvSpPr>
        <p:spPr>
          <a:xfrm>
            <a:off x="6591300" y="3936682"/>
            <a:ext cx="857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87" name="Google Shape;487;p24"/>
          <p:cNvSpPr txBox="1"/>
          <p:nvPr/>
        </p:nvSpPr>
        <p:spPr>
          <a:xfrm>
            <a:off x="6677025" y="3938587"/>
            <a:ext cx="55149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Reforço da análise e utilização contínua dos dados.</a:t>
            </a:r>
            <a:endParaRPr/>
          </a:p>
        </p:txBody>
      </p:sp>
      <p:sp>
        <p:nvSpPr>
          <p:cNvPr id="488" name="Google Shape;488;p24"/>
          <p:cNvSpPr txBox="1"/>
          <p:nvPr/>
        </p:nvSpPr>
        <p:spPr>
          <a:xfrm>
            <a:off x="6591300" y="4180462"/>
            <a:ext cx="857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489" name="Google Shape;489;p24"/>
          <p:cNvSpPr txBox="1"/>
          <p:nvPr/>
        </p:nvSpPr>
        <p:spPr>
          <a:xfrm>
            <a:off x="6677025" y="4182367"/>
            <a:ext cx="55149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94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Planos de contingência por área e monitoria contínua.</a:t>
            </a:r>
            <a:endParaRPr/>
          </a:p>
        </p:txBody>
      </p:sp>
      <p:pic>
        <p:nvPicPr>
          <p:cNvPr id="3" name="Picture 9" descr="logo.png">
            <a:extLst>
              <a:ext uri="{FF2B5EF4-FFF2-40B4-BE49-F238E27FC236}">
                <a16:creationId xmlns:a16="http://schemas.microsoft.com/office/drawing/2014/main" id="{41E046B8-E6AC-C85E-51DF-8B4154CD36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5537" y="89519"/>
            <a:ext cx="1881781" cy="74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21756ED-EA70-5AF9-C0C7-574012F0BB2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31" y="1"/>
            <a:ext cx="12185705" cy="6854453"/>
            <a:chOff x="0" y="0"/>
            <a:chExt cx="11520004" cy="6479997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F50419D9-B584-65CF-531A-68DF0C38C3AA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99" y="287003"/>
              <a:ext cx="1278001" cy="548148"/>
            </a:xfrm>
            <a:prstGeom prst="rect">
              <a:avLst/>
            </a:prstGeom>
          </p:spPr>
        </p:pic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105B5452-D805-F4AA-83B6-9D7A179CB5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999" y="936751"/>
              <a:ext cx="10080625" cy="0"/>
            </a:xfrm>
            <a:custGeom>
              <a:avLst/>
              <a:gdLst/>
              <a:ahLst/>
              <a:cxnLst/>
              <a:rect l="l" t="t" r="r" b="b"/>
              <a:pathLst>
                <a:path w="10080625">
                  <a:moveTo>
                    <a:pt x="0" y="0"/>
                  </a:moveTo>
                  <a:lnTo>
                    <a:pt x="10080002" y="0"/>
                  </a:lnTo>
                </a:path>
              </a:pathLst>
            </a:custGeom>
            <a:ln w="63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9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D525C2B3-C615-3926-2094-2A7F4F79346F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1520004" cy="6479997"/>
            </a:xfrm>
            <a:prstGeom prst="rect">
              <a:avLst/>
            </a:prstGeom>
          </p:spPr>
        </p:pic>
      </p:grpSp>
      <p:sp>
        <p:nvSpPr>
          <p:cNvPr id="6" name="Rounded Rectangle 5"/>
          <p:cNvSpPr/>
          <p:nvPr/>
        </p:nvSpPr>
        <p:spPr>
          <a:xfrm>
            <a:off x="2971800" y="4800600"/>
            <a:ext cx="6217920" cy="5486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79842" y="6256329"/>
            <a:ext cx="17954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t>www.ccsaude.org.mz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81155A-97A0-3B11-E6D3-A1A4325609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664" r="255" b="6651"/>
          <a:stretch>
            <a:fillRect/>
          </a:stretch>
        </p:blipFill>
        <p:spPr>
          <a:xfrm>
            <a:off x="1034435" y="1308804"/>
            <a:ext cx="2836962" cy="4458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A52CC7-A1A8-B5C9-B44C-610800C860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43" t="4611" r="7843" b="2401"/>
          <a:stretch>
            <a:fillRect/>
          </a:stretch>
        </p:blipFill>
        <p:spPr>
          <a:xfrm>
            <a:off x="8356598" y="1315694"/>
            <a:ext cx="2910223" cy="2208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2D18C2-E43B-9E90-092A-15515125DB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63" r="-72" b="8504"/>
          <a:stretch>
            <a:fillRect/>
          </a:stretch>
        </p:blipFill>
        <p:spPr>
          <a:xfrm>
            <a:off x="8060567" y="3664856"/>
            <a:ext cx="3233979" cy="21008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A3475F-80EA-47F3-F619-113D5972895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025" r="-367" b="5230"/>
          <a:stretch>
            <a:fillRect/>
          </a:stretch>
        </p:blipFill>
        <p:spPr>
          <a:xfrm>
            <a:off x="3993243" y="3666672"/>
            <a:ext cx="3972393" cy="21008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344835-9F74-9ACA-67D5-33F83F6640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4150" y="1309006"/>
            <a:ext cx="4276272" cy="2215244"/>
          </a:xfrm>
          <a:prstGeom prst="rect">
            <a:avLst/>
          </a:prstGeom>
        </p:spPr>
      </p:pic>
      <p:sp>
        <p:nvSpPr>
          <p:cNvPr id="16" name="Shape 14">
            <a:extLst>
              <a:ext uri="{FF2B5EF4-FFF2-40B4-BE49-F238E27FC236}">
                <a16:creationId xmlns:a16="http://schemas.microsoft.com/office/drawing/2014/main" id="{6732B513-92A9-6470-D069-5FE4B5AA0BA8}"/>
              </a:ext>
            </a:extLst>
          </p:cNvPr>
          <p:cNvSpPr/>
          <p:nvPr/>
        </p:nvSpPr>
        <p:spPr>
          <a:xfrm>
            <a:off x="365760" y="6126480"/>
            <a:ext cx="11430000" cy="0"/>
          </a:xfrm>
          <a:prstGeom prst="line">
            <a:avLst/>
          </a:prstGeom>
          <a:noFill/>
          <a:ln w="12700">
            <a:solidFill>
              <a:schemeClr val="bg1">
                <a:alpha val="75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E002C3B-983C-C929-AC62-3418D0515AE2}"/>
              </a:ext>
            </a:extLst>
          </p:cNvPr>
          <p:cNvSpPr txBox="1">
            <a:spLocks/>
          </p:cNvSpPr>
          <p:nvPr/>
        </p:nvSpPr>
        <p:spPr>
          <a:xfrm>
            <a:off x="0" y="572358"/>
            <a:ext cx="12215180" cy="6285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/>
                <a:cs typeface="Aharoni"/>
              </a:rPr>
              <a:t>MUITO </a:t>
            </a:r>
            <a:r>
              <a:rPr lang="en-US" sz="4000">
                <a:solidFill>
                  <a:prstClr val="white"/>
                </a:solidFill>
                <a:latin typeface="Aharoni"/>
                <a:cs typeface="Aharoni"/>
              </a:rPr>
              <a:t>OBRIGADO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/>
                <a:cs typeface="Aharoni"/>
              </a:rPr>
              <a:t>!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6605ED59-8BEA-9D69-3A6C-57C4E022ECE3}"/>
              </a:ext>
            </a:extLst>
          </p:cNvPr>
          <p:cNvSpPr txBox="1">
            <a:spLocks/>
          </p:cNvSpPr>
          <p:nvPr/>
        </p:nvSpPr>
        <p:spPr>
          <a:xfrm>
            <a:off x="398464" y="6220564"/>
            <a:ext cx="8093503" cy="506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t>CCS – 15 anos Promovendo a Saúde e o Desenvolvimento na Comunidade 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25ABE348-24FF-A8C7-9026-00376476A9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588" y="6179541"/>
            <a:ext cx="1180948" cy="50652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26A41A0-06A8-7409-5320-EA25843EBA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56" t="36195" r="24762" b="35962"/>
          <a:stretch>
            <a:fillRect/>
          </a:stretch>
        </p:blipFill>
        <p:spPr>
          <a:xfrm>
            <a:off x="8356598" y="6190161"/>
            <a:ext cx="478631" cy="4778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67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9900026-BDA0-4B13-ABFC-10B2B989DB87}"/>
              </a:ext>
            </a:extLst>
          </p:cNvPr>
          <p:cNvSpPr txBox="1">
            <a:spLocks/>
          </p:cNvSpPr>
          <p:nvPr/>
        </p:nvSpPr>
        <p:spPr>
          <a:xfrm>
            <a:off x="366933" y="1862155"/>
            <a:ext cx="11444067" cy="2127849"/>
          </a:xfrm>
          <a:prstGeom prst="rect">
            <a:avLst/>
          </a:prstGeom>
          <a:solidFill>
            <a:srgbClr val="002060"/>
          </a:solidFill>
        </p:spPr>
        <p:txBody>
          <a:bodyPr vert="horz" lIns="274320" tIns="45720" rIns="448056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 “Sozinhos podemos fazer tão pouco; juntos podemos fazer muito.”</a:t>
            </a: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— Helen </a:t>
            </a:r>
            <a:r>
              <a:rPr kumimoji="0" lang="pt-PT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Keller</a:t>
            </a:r>
            <a:endParaRPr kumimoji="0" lang="pt-PT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428380" y="6321781"/>
            <a:ext cx="2649925" cy="50652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5C6B7A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www.ccsaude.org.mz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9900026-BDA0-4B13-ABFC-10B2B989DB87}"/>
              </a:ext>
            </a:extLst>
          </p:cNvPr>
          <p:cNvSpPr txBox="1">
            <a:spLocks/>
          </p:cNvSpPr>
          <p:nvPr/>
        </p:nvSpPr>
        <p:spPr>
          <a:xfrm>
            <a:off x="-14067" y="4434069"/>
            <a:ext cx="12206068" cy="2544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8" name="Footer Placeholder 3"/>
          <p:cNvSpPr txBox="1">
            <a:spLocks/>
          </p:cNvSpPr>
          <p:nvPr/>
        </p:nvSpPr>
        <p:spPr>
          <a:xfrm>
            <a:off x="274320" y="3931920"/>
            <a:ext cx="786384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2C3C5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FA1B829-31D6-46B2-A3C4-22E8D989F328}"/>
              </a:ext>
            </a:extLst>
          </p:cNvPr>
          <p:cNvSpPr txBox="1">
            <a:spLocks/>
          </p:cNvSpPr>
          <p:nvPr/>
        </p:nvSpPr>
        <p:spPr>
          <a:xfrm>
            <a:off x="159488" y="6285976"/>
            <a:ext cx="8093503" cy="506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t>CCS – 15 anos Promovendo a Saúde e o Desenvolvimento na Comunidade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6831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1645</Words>
  <Application>Microsoft Office PowerPoint</Application>
  <PresentationFormat>Widescreen</PresentationFormat>
  <Paragraphs>623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Calibri</vt:lpstr>
      <vt:lpstr>Calibri Light</vt:lpstr>
      <vt:lpstr>Maiandra GD</vt:lpstr>
      <vt:lpstr>Aptos Light</vt:lpstr>
      <vt:lpstr>Aptos Narrow</vt:lpstr>
      <vt:lpstr>Aharoni</vt:lpstr>
      <vt:lpstr>Aptos</vt:lpstr>
      <vt:lpstr>Arial</vt:lpstr>
      <vt:lpstr>Plus Jakarta Sans</vt:lpstr>
      <vt:lpstr>Office Theme</vt:lpstr>
      <vt:lpstr>1_Office Theme</vt:lpstr>
      <vt:lpstr>PowerPoint Presentation</vt:lpstr>
      <vt:lpstr>PowerPoint Presentation</vt:lpstr>
      <vt:lpstr>PowerPoint Presentation</vt:lpstr>
      <vt:lpstr>CICLO ACTUAL DE IMPLEMENTACAO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Walter Macueia</dc:creator>
  <cp:lastModifiedBy>Anisio Novela</cp:lastModifiedBy>
  <cp:revision>1</cp:revision>
  <dcterms:modified xsi:type="dcterms:W3CDTF">2026-10-12T09:35:22Z</dcterms:modified>
</cp:coreProperties>
</file>