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8" r:id="rId3"/>
    <p:sldId id="333" r:id="rId4"/>
    <p:sldId id="355" r:id="rId5"/>
    <p:sldId id="356" r:id="rId6"/>
    <p:sldId id="345" r:id="rId7"/>
    <p:sldId id="346" r:id="rId8"/>
    <p:sldId id="347" r:id="rId9"/>
    <p:sldId id="348" r:id="rId10"/>
    <p:sldId id="349" r:id="rId11"/>
    <p:sldId id="354" r:id="rId12"/>
    <p:sldId id="350" r:id="rId13"/>
    <p:sldId id="357" r:id="rId14"/>
    <p:sldId id="360" r:id="rId15"/>
    <p:sldId id="351" r:id="rId16"/>
    <p:sldId id="352" r:id="rId17"/>
    <p:sldId id="358" r:id="rId18"/>
    <p:sldId id="359" r:id="rId19"/>
    <p:sldId id="353" r:id="rId20"/>
    <p:sldId id="362" r:id="rId21"/>
  </p:sldIdLst>
  <p:sldSz cx="12192000" cy="6858000"/>
  <p:notesSz cx="6858000" cy="9144000"/>
  <p:custDataLst>
    <p:tags r:id="rId24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797C8-0E34-4105-B43A-9473771095AA}" v="45" dt="2026-09-17T12:31:44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Timbana" userId="7ed9e01f-347d-41e7-8ac4-53e49369b88d" providerId="ADAL" clId="{C333D178-E2ED-4FA8-9CC0-19F94F3C9C94}"/>
    <pc:docChg chg="undo redo custSel addSld delSld modSld modMainMaster">
      <pc:chgData name="Cristovao Timbana" userId="7ed9e01f-347d-41e7-8ac4-53e49369b88d" providerId="ADAL" clId="{C333D178-E2ED-4FA8-9CC0-19F94F3C9C94}" dt="2026-09-17T12:33:38.596" v="857" actId="478"/>
      <pc:docMkLst>
        <pc:docMk/>
      </pc:docMkLst>
      <pc:sldChg chg="addSp delSp modSp mod">
        <pc:chgData name="Cristovao Timbana" userId="7ed9e01f-347d-41e7-8ac4-53e49369b88d" providerId="ADAL" clId="{C333D178-E2ED-4FA8-9CC0-19F94F3C9C94}" dt="2026-09-17T12:33:38.596" v="857" actId="478"/>
        <pc:sldMkLst>
          <pc:docMk/>
          <pc:sldMk cId="0" sldId="256"/>
        </pc:sldMkLst>
        <pc:spChg chg="del">
          <ac:chgData name="Cristovao Timbana" userId="7ed9e01f-347d-41e7-8ac4-53e49369b88d" providerId="ADAL" clId="{C333D178-E2ED-4FA8-9CC0-19F94F3C9C94}" dt="2026-09-17T11:50:53.089" v="832" actId="478"/>
          <ac:spMkLst>
            <pc:docMk/>
            <pc:sldMk cId="0" sldId="256"/>
            <ac:spMk id="2" creationId="{FFD33A6C-1A3E-2E73-14C7-652256455583}"/>
          </ac:spMkLst>
        </pc:spChg>
        <pc:spChg chg="del">
          <ac:chgData name="Cristovao Timbana" userId="7ed9e01f-347d-41e7-8ac4-53e49369b88d" providerId="ADAL" clId="{C333D178-E2ED-4FA8-9CC0-19F94F3C9C94}" dt="2026-09-17T12:33:38.596" v="857" actId="478"/>
          <ac:spMkLst>
            <pc:docMk/>
            <pc:sldMk cId="0" sldId="256"/>
            <ac:spMk id="3" creationId="{AD795669-CAE4-E51E-24B2-B7B861015AFB}"/>
          </ac:spMkLst>
        </pc:spChg>
      </pc:sldChg>
      <pc:sldChg chg="addSp delSp modSp mod setBg">
        <pc:chgData name="Cristovao Timbana" userId="7ed9e01f-347d-41e7-8ac4-53e49369b88d" providerId="ADAL" clId="{C333D178-E2ED-4FA8-9CC0-19F94F3C9C94}" dt="2026-09-17T11:49:49.820" v="829" actId="20577"/>
        <pc:sldMkLst>
          <pc:docMk/>
          <pc:sldMk cId="0" sldId="258"/>
        </pc:sldMkLst>
        <pc:spChg chg="mod">
          <ac:chgData name="Cristovao Timbana" userId="7ed9e01f-347d-41e7-8ac4-53e49369b88d" providerId="ADAL" clId="{C333D178-E2ED-4FA8-9CC0-19F94F3C9C94}" dt="2026-09-14T12:44:59.074" v="678" actId="313"/>
          <ac:spMkLst>
            <pc:docMk/>
            <pc:sldMk cId="0" sldId="258"/>
            <ac:spMk id="13" creationId="{DF74C49A-5555-F6DF-2344-48955F797FD8}"/>
          </ac:spMkLst>
        </pc:spChg>
        <pc:spChg chg="mod">
          <ac:chgData name="Cristovao Timbana" userId="7ed9e01f-347d-41e7-8ac4-53e49369b88d" providerId="ADAL" clId="{C333D178-E2ED-4FA8-9CC0-19F94F3C9C94}" dt="2026-09-14T12:40:01.838" v="504" actId="1076"/>
          <ac:spMkLst>
            <pc:docMk/>
            <pc:sldMk cId="0" sldId="258"/>
            <ac:spMk id="24578" creationId="{A4012CFA-58F9-3F43-704D-7C6D4C70C954}"/>
          </ac:spMkLst>
        </pc:spChg>
        <pc:spChg chg="mod">
          <ac:chgData name="Cristovao Timbana" userId="7ed9e01f-347d-41e7-8ac4-53e49369b88d" providerId="ADAL" clId="{C333D178-E2ED-4FA8-9CC0-19F94F3C9C94}" dt="2026-09-17T11:49:49.820" v="829" actId="20577"/>
          <ac:spMkLst>
            <pc:docMk/>
            <pc:sldMk cId="0" sldId="258"/>
            <ac:spMk id="24579" creationId="{5C866598-F616-1F5F-A9F9-9B89097F1884}"/>
          </ac:spMkLst>
        </pc:spChg>
        <pc:picChg chg="mod">
          <ac:chgData name="Cristovao Timbana" userId="7ed9e01f-347d-41e7-8ac4-53e49369b88d" providerId="ADAL" clId="{C333D178-E2ED-4FA8-9CC0-19F94F3C9C94}" dt="2026-09-14T12:39:47.360" v="500" actId="14100"/>
          <ac:picMkLst>
            <pc:docMk/>
            <pc:sldMk cId="0" sldId="258"/>
            <ac:picMk id="24580" creationId="{FA5EF871-EDDE-BAD2-1693-91DAF3A24833}"/>
          </ac:picMkLst>
        </pc:picChg>
      </pc:sldChg>
      <pc:sldChg chg="addSp delSp modSp mod">
        <pc:chgData name="Cristovao Timbana" userId="7ed9e01f-347d-41e7-8ac4-53e49369b88d" providerId="ADAL" clId="{C333D178-E2ED-4FA8-9CC0-19F94F3C9C94}" dt="2026-09-17T12:27:18.592" v="839" actId="6549"/>
        <pc:sldMkLst>
          <pc:docMk/>
          <pc:sldMk cId="2765791685" sldId="333"/>
        </pc:sldMkLst>
        <pc:spChg chg="add del mod">
          <ac:chgData name="Cristovao Timbana" userId="7ed9e01f-347d-41e7-8ac4-53e49369b88d" providerId="ADAL" clId="{C333D178-E2ED-4FA8-9CC0-19F94F3C9C94}" dt="2026-09-17T10:57:07.481" v="805" actId="478"/>
          <ac:spMkLst>
            <pc:docMk/>
            <pc:sldMk cId="2765791685" sldId="333"/>
            <ac:spMk id="3" creationId="{B5363E4B-0714-D58C-AAE8-8426F8D6EE5B}"/>
          </ac:spMkLst>
        </pc:spChg>
        <pc:spChg chg="add mod">
          <ac:chgData name="Cristovao Timbana" userId="7ed9e01f-347d-41e7-8ac4-53e49369b88d" providerId="ADAL" clId="{C333D178-E2ED-4FA8-9CC0-19F94F3C9C94}" dt="2026-09-17T12:27:18.592" v="839" actId="6549"/>
          <ac:spMkLst>
            <pc:docMk/>
            <pc:sldMk cId="2765791685" sldId="333"/>
            <ac:spMk id="4" creationId="{0232D695-7911-9AB7-1525-6B0B63590185}"/>
          </ac:spMkLst>
        </pc:spChg>
        <pc:spChg chg="add mod">
          <ac:chgData name="Cristovao Timbana" userId="7ed9e01f-347d-41e7-8ac4-53e49369b88d" providerId="ADAL" clId="{C333D178-E2ED-4FA8-9CC0-19F94F3C9C94}" dt="2026-09-14T12:50:44.858" v="713" actId="20577"/>
          <ac:spMkLst>
            <pc:docMk/>
            <pc:sldMk cId="2765791685" sldId="333"/>
            <ac:spMk id="6" creationId="{B5678C29-B991-E318-C6A6-550E6CF7E735}"/>
          </ac:spMkLst>
        </pc:spChg>
        <pc:spChg chg="del mod">
          <ac:chgData name="Cristovao Timbana" userId="7ed9e01f-347d-41e7-8ac4-53e49369b88d" providerId="ADAL" clId="{C333D178-E2ED-4FA8-9CC0-19F94F3C9C94}" dt="2026-09-17T10:58:00.612" v="806" actId="478"/>
          <ac:spMkLst>
            <pc:docMk/>
            <pc:sldMk cId="2765791685" sldId="333"/>
            <ac:spMk id="94213" creationId="{00000000-0000-0000-0000-000000000000}"/>
          </ac:spMkLst>
        </pc:spChg>
      </pc:sldChg>
      <pc:sldChg chg="addSp delSp modSp add mod">
        <pc:chgData name="Cristovao Timbana" userId="7ed9e01f-347d-41e7-8ac4-53e49369b88d" providerId="ADAL" clId="{C333D178-E2ED-4FA8-9CC0-19F94F3C9C94}" dt="2026-09-14T13:33:11.462" v="755" actId="14100"/>
        <pc:sldMkLst>
          <pc:docMk/>
          <pc:sldMk cId="469607465" sldId="343"/>
        </pc:sldMkLst>
        <pc:spChg chg="add mod">
          <ac:chgData name="Cristovao Timbana" userId="7ed9e01f-347d-41e7-8ac4-53e49369b88d" providerId="ADAL" clId="{C333D178-E2ED-4FA8-9CC0-19F94F3C9C94}" dt="2026-09-14T13:33:11.462" v="755" actId="14100"/>
          <ac:spMkLst>
            <pc:docMk/>
            <pc:sldMk cId="469607465" sldId="343"/>
            <ac:spMk id="6" creationId="{9A4DD2E7-4F49-8D49-8B50-82758105787C}"/>
          </ac:spMkLst>
        </pc:spChg>
      </pc:sldChg>
      <pc:sldChg chg="add">
        <pc:chgData name="Cristovao Timbana" userId="7ed9e01f-347d-41e7-8ac4-53e49369b88d" providerId="ADAL" clId="{C333D178-E2ED-4FA8-9CC0-19F94F3C9C94}" dt="2026-09-17T10:56:01.239" v="762"/>
        <pc:sldMkLst>
          <pc:docMk/>
          <pc:sldMk cId="547752343" sldId="344"/>
        </pc:sldMkLst>
      </pc:sldChg>
      <pc:sldChg chg="new del">
        <pc:chgData name="Cristovao Timbana" userId="7ed9e01f-347d-41e7-8ac4-53e49369b88d" providerId="ADAL" clId="{C333D178-E2ED-4FA8-9CC0-19F94F3C9C94}" dt="2026-09-17T10:55:37.417" v="759" actId="680"/>
        <pc:sldMkLst>
          <pc:docMk/>
          <pc:sldMk cId="735031126" sldId="344"/>
        </pc:sldMkLst>
      </pc:sldChg>
      <pc:sldChg chg="new del">
        <pc:chgData name="Cristovao Timbana" userId="7ed9e01f-347d-41e7-8ac4-53e49369b88d" providerId="ADAL" clId="{C333D178-E2ED-4FA8-9CC0-19F94F3C9C94}" dt="2026-09-17T10:55:33.065" v="757" actId="680"/>
        <pc:sldMkLst>
          <pc:docMk/>
          <pc:sldMk cId="1154063898" sldId="344"/>
        </pc:sldMkLst>
      </pc:sldChg>
      <pc:sldChg chg="new del">
        <pc:chgData name="Cristovao Timbana" userId="7ed9e01f-347d-41e7-8ac4-53e49369b88d" providerId="ADAL" clId="{C333D178-E2ED-4FA8-9CC0-19F94F3C9C94}" dt="2026-09-17T10:55:49.877" v="761" actId="47"/>
        <pc:sldMkLst>
          <pc:docMk/>
          <pc:sldMk cId="3033654734" sldId="344"/>
        </pc:sldMkLst>
      </pc:sldChg>
      <pc:sldChg chg="add">
        <pc:chgData name="Cristovao Timbana" userId="7ed9e01f-347d-41e7-8ac4-53e49369b88d" providerId="ADAL" clId="{C333D178-E2ED-4FA8-9CC0-19F94F3C9C94}" dt="2026-09-17T10:56:15.760" v="763"/>
        <pc:sldMkLst>
          <pc:docMk/>
          <pc:sldMk cId="34944693" sldId="345"/>
        </pc:sldMkLst>
      </pc:sldChg>
      <pc:sldChg chg="add">
        <pc:chgData name="Cristovao Timbana" userId="7ed9e01f-347d-41e7-8ac4-53e49369b88d" providerId="ADAL" clId="{C333D178-E2ED-4FA8-9CC0-19F94F3C9C94}" dt="2026-09-17T10:56:17.733" v="764"/>
        <pc:sldMkLst>
          <pc:docMk/>
          <pc:sldMk cId="1497063838" sldId="346"/>
        </pc:sldMkLst>
      </pc:sldChg>
      <pc:sldChg chg="add">
        <pc:chgData name="Cristovao Timbana" userId="7ed9e01f-347d-41e7-8ac4-53e49369b88d" providerId="ADAL" clId="{C333D178-E2ED-4FA8-9CC0-19F94F3C9C94}" dt="2026-09-17T10:56:18.186" v="765"/>
        <pc:sldMkLst>
          <pc:docMk/>
          <pc:sldMk cId="2501639224" sldId="347"/>
        </pc:sldMkLst>
      </pc:sldChg>
      <pc:sldChg chg="add">
        <pc:chgData name="Cristovao Timbana" userId="7ed9e01f-347d-41e7-8ac4-53e49369b88d" providerId="ADAL" clId="{C333D178-E2ED-4FA8-9CC0-19F94F3C9C94}" dt="2026-09-17T10:56:18.499" v="766"/>
        <pc:sldMkLst>
          <pc:docMk/>
          <pc:sldMk cId="3638549593" sldId="348"/>
        </pc:sldMkLst>
      </pc:sldChg>
      <pc:sldChg chg="add">
        <pc:chgData name="Cristovao Timbana" userId="7ed9e01f-347d-41e7-8ac4-53e49369b88d" providerId="ADAL" clId="{C333D178-E2ED-4FA8-9CC0-19F94F3C9C94}" dt="2026-09-17T10:56:18.805" v="767"/>
        <pc:sldMkLst>
          <pc:docMk/>
          <pc:sldMk cId="2197821340" sldId="349"/>
        </pc:sldMkLst>
      </pc:sldChg>
      <pc:sldChg chg="add">
        <pc:chgData name="Cristovao Timbana" userId="7ed9e01f-347d-41e7-8ac4-53e49369b88d" providerId="ADAL" clId="{C333D178-E2ED-4FA8-9CC0-19F94F3C9C94}" dt="2026-09-17T10:56:19.111" v="768"/>
        <pc:sldMkLst>
          <pc:docMk/>
          <pc:sldMk cId="1853454506" sldId="350"/>
        </pc:sldMkLst>
      </pc:sldChg>
      <pc:sldChg chg="add">
        <pc:chgData name="Cristovao Timbana" userId="7ed9e01f-347d-41e7-8ac4-53e49369b88d" providerId="ADAL" clId="{C333D178-E2ED-4FA8-9CC0-19F94F3C9C94}" dt="2026-09-17T10:56:19.425" v="769"/>
        <pc:sldMkLst>
          <pc:docMk/>
          <pc:sldMk cId="3582967992" sldId="351"/>
        </pc:sldMkLst>
      </pc:sldChg>
      <pc:sldChg chg="add">
        <pc:chgData name="Cristovao Timbana" userId="7ed9e01f-347d-41e7-8ac4-53e49369b88d" providerId="ADAL" clId="{C333D178-E2ED-4FA8-9CC0-19F94F3C9C94}" dt="2026-09-17T10:56:19.718" v="770"/>
        <pc:sldMkLst>
          <pc:docMk/>
          <pc:sldMk cId="1758350371" sldId="352"/>
        </pc:sldMkLst>
      </pc:sldChg>
      <pc:sldChg chg="add">
        <pc:chgData name="Cristovao Timbana" userId="7ed9e01f-347d-41e7-8ac4-53e49369b88d" providerId="ADAL" clId="{C333D178-E2ED-4FA8-9CC0-19F94F3C9C94}" dt="2026-09-17T10:56:19.982" v="771"/>
        <pc:sldMkLst>
          <pc:docMk/>
          <pc:sldMk cId="1089052141" sldId="353"/>
        </pc:sldMkLst>
      </pc:sldChg>
      <pc:sldChg chg="add">
        <pc:chgData name="Cristovao Timbana" userId="7ed9e01f-347d-41e7-8ac4-53e49369b88d" providerId="ADAL" clId="{C333D178-E2ED-4FA8-9CC0-19F94F3C9C94}" dt="2026-09-17T10:56:20.222" v="772"/>
        <pc:sldMkLst>
          <pc:docMk/>
          <pc:sldMk cId="380524703" sldId="354"/>
        </pc:sldMkLst>
      </pc:sldChg>
      <pc:sldChg chg="add">
        <pc:chgData name="Cristovao Timbana" userId="7ed9e01f-347d-41e7-8ac4-53e49369b88d" providerId="ADAL" clId="{C333D178-E2ED-4FA8-9CC0-19F94F3C9C94}" dt="2026-09-17T10:56:39.686" v="777"/>
        <pc:sldMkLst>
          <pc:docMk/>
          <pc:sldMk cId="1832960446" sldId="355"/>
        </pc:sldMkLst>
      </pc:sldChg>
      <pc:sldChg chg="new del">
        <pc:chgData name="Cristovao Timbana" userId="7ed9e01f-347d-41e7-8ac4-53e49369b88d" providerId="ADAL" clId="{C333D178-E2ED-4FA8-9CC0-19F94F3C9C94}" dt="2026-09-17T10:56:33.062" v="776" actId="47"/>
        <pc:sldMkLst>
          <pc:docMk/>
          <pc:sldMk cId="2033519868" sldId="355"/>
        </pc:sldMkLst>
      </pc:sldChg>
      <pc:sldChg chg="new del">
        <pc:chgData name="Cristovao Timbana" userId="7ed9e01f-347d-41e7-8ac4-53e49369b88d" providerId="ADAL" clId="{C333D178-E2ED-4FA8-9CC0-19F94F3C9C94}" dt="2026-09-17T10:56:28.117" v="774" actId="47"/>
        <pc:sldMkLst>
          <pc:docMk/>
          <pc:sldMk cId="3055353711" sldId="355"/>
        </pc:sldMkLst>
      </pc:sldChg>
      <pc:sldChg chg="add">
        <pc:chgData name="Cristovao Timbana" userId="7ed9e01f-347d-41e7-8ac4-53e49369b88d" providerId="ADAL" clId="{C333D178-E2ED-4FA8-9CC0-19F94F3C9C94}" dt="2026-09-17T10:56:39.994" v="778"/>
        <pc:sldMkLst>
          <pc:docMk/>
          <pc:sldMk cId="658250921" sldId="356"/>
        </pc:sldMkLst>
      </pc:sldChg>
      <pc:sldChg chg="add">
        <pc:chgData name="Cristovao Timbana" userId="7ed9e01f-347d-41e7-8ac4-53e49369b88d" providerId="ADAL" clId="{C333D178-E2ED-4FA8-9CC0-19F94F3C9C94}" dt="2026-09-17T10:56:40.228" v="779"/>
        <pc:sldMkLst>
          <pc:docMk/>
          <pc:sldMk cId="4235754278" sldId="357"/>
        </pc:sldMkLst>
      </pc:sldChg>
      <pc:sldChg chg="add">
        <pc:chgData name="Cristovao Timbana" userId="7ed9e01f-347d-41e7-8ac4-53e49369b88d" providerId="ADAL" clId="{C333D178-E2ED-4FA8-9CC0-19F94F3C9C94}" dt="2026-09-17T10:56:40.433" v="780"/>
        <pc:sldMkLst>
          <pc:docMk/>
          <pc:sldMk cId="3735663537" sldId="358"/>
        </pc:sldMkLst>
      </pc:sldChg>
      <pc:sldChg chg="add">
        <pc:chgData name="Cristovao Timbana" userId="7ed9e01f-347d-41e7-8ac4-53e49369b88d" providerId="ADAL" clId="{C333D178-E2ED-4FA8-9CC0-19F94F3C9C94}" dt="2026-09-17T10:56:40.641" v="781"/>
        <pc:sldMkLst>
          <pc:docMk/>
          <pc:sldMk cId="3596886858" sldId="359"/>
        </pc:sldMkLst>
      </pc:sldChg>
      <pc:sldChg chg="add">
        <pc:chgData name="Cristovao Timbana" userId="7ed9e01f-347d-41e7-8ac4-53e49369b88d" providerId="ADAL" clId="{C333D178-E2ED-4FA8-9CC0-19F94F3C9C94}" dt="2026-09-17T10:56:40.883" v="782"/>
        <pc:sldMkLst>
          <pc:docMk/>
          <pc:sldMk cId="2614747318" sldId="360"/>
        </pc:sldMkLst>
      </pc:sldChg>
      <pc:sldChg chg="add">
        <pc:chgData name="Cristovao Timbana" userId="7ed9e01f-347d-41e7-8ac4-53e49369b88d" providerId="ADAL" clId="{C333D178-E2ED-4FA8-9CC0-19F94F3C9C94}" dt="2026-09-17T10:56:41.075" v="783"/>
        <pc:sldMkLst>
          <pc:docMk/>
          <pc:sldMk cId="3807395142" sldId="361"/>
        </pc:sldMkLst>
      </pc:sldChg>
      <pc:sldChg chg="add">
        <pc:chgData name="Cristovao Timbana" userId="7ed9e01f-347d-41e7-8ac4-53e49369b88d" providerId="ADAL" clId="{C333D178-E2ED-4FA8-9CC0-19F94F3C9C94}" dt="2026-09-17T10:56:41.287" v="784"/>
        <pc:sldMkLst>
          <pc:docMk/>
          <pc:sldMk cId="582488949" sldId="362"/>
        </pc:sldMkLst>
      </pc:sldChg>
      <pc:sldChg chg="add">
        <pc:chgData name="Cristovao Timbana" userId="7ed9e01f-347d-41e7-8ac4-53e49369b88d" providerId="ADAL" clId="{C333D178-E2ED-4FA8-9CC0-19F94F3C9C94}" dt="2026-09-17T10:56:41.516" v="785"/>
        <pc:sldMkLst>
          <pc:docMk/>
          <pc:sldMk cId="236667484" sldId="363"/>
        </pc:sldMkLst>
      </pc:sldChg>
      <pc:sldChg chg="add">
        <pc:chgData name="Cristovao Timbana" userId="7ed9e01f-347d-41e7-8ac4-53e49369b88d" providerId="ADAL" clId="{C333D178-E2ED-4FA8-9CC0-19F94F3C9C94}" dt="2026-09-17T10:56:41.733" v="786"/>
        <pc:sldMkLst>
          <pc:docMk/>
          <pc:sldMk cId="2595629959" sldId="364"/>
        </pc:sldMkLst>
      </pc:sldChg>
      <pc:sldChg chg="add">
        <pc:chgData name="Cristovao Timbana" userId="7ed9e01f-347d-41e7-8ac4-53e49369b88d" providerId="ADAL" clId="{C333D178-E2ED-4FA8-9CC0-19F94F3C9C94}" dt="2026-09-17T10:56:41.979" v="787"/>
        <pc:sldMkLst>
          <pc:docMk/>
          <pc:sldMk cId="4182679524" sldId="365"/>
        </pc:sldMkLst>
      </pc:sldChg>
      <pc:sldChg chg="add">
        <pc:chgData name="Cristovao Timbana" userId="7ed9e01f-347d-41e7-8ac4-53e49369b88d" providerId="ADAL" clId="{C333D178-E2ED-4FA8-9CC0-19F94F3C9C94}" dt="2026-09-17T10:56:42.213" v="788"/>
        <pc:sldMkLst>
          <pc:docMk/>
          <pc:sldMk cId="4204660213" sldId="366"/>
        </pc:sldMkLst>
      </pc:sldChg>
      <pc:sldChg chg="add">
        <pc:chgData name="Cristovao Timbana" userId="7ed9e01f-347d-41e7-8ac4-53e49369b88d" providerId="ADAL" clId="{C333D178-E2ED-4FA8-9CC0-19F94F3C9C94}" dt="2026-09-17T10:56:42.519" v="789"/>
        <pc:sldMkLst>
          <pc:docMk/>
          <pc:sldMk cId="1700438258" sldId="367"/>
        </pc:sldMkLst>
      </pc:sldChg>
      <pc:sldChg chg="add">
        <pc:chgData name="Cristovao Timbana" userId="7ed9e01f-347d-41e7-8ac4-53e49369b88d" providerId="ADAL" clId="{C333D178-E2ED-4FA8-9CC0-19F94F3C9C94}" dt="2026-09-17T10:56:43.314" v="790"/>
        <pc:sldMkLst>
          <pc:docMk/>
          <pc:sldMk cId="1564572949" sldId="368"/>
        </pc:sldMkLst>
      </pc:sldChg>
      <pc:sldChg chg="add">
        <pc:chgData name="Cristovao Timbana" userId="7ed9e01f-347d-41e7-8ac4-53e49369b88d" providerId="ADAL" clId="{C333D178-E2ED-4FA8-9CC0-19F94F3C9C94}" dt="2026-09-17T10:56:44.212" v="791"/>
        <pc:sldMkLst>
          <pc:docMk/>
          <pc:sldMk cId="589840149" sldId="369"/>
        </pc:sldMkLst>
      </pc:sldChg>
      <pc:sldChg chg="add">
        <pc:chgData name="Cristovao Timbana" userId="7ed9e01f-347d-41e7-8ac4-53e49369b88d" providerId="ADAL" clId="{C333D178-E2ED-4FA8-9CC0-19F94F3C9C94}" dt="2026-09-17T10:56:44.494" v="792"/>
        <pc:sldMkLst>
          <pc:docMk/>
          <pc:sldMk cId="2157610477" sldId="370"/>
        </pc:sldMkLst>
      </pc:sldChg>
      <pc:sldChg chg="add">
        <pc:chgData name="Cristovao Timbana" userId="7ed9e01f-347d-41e7-8ac4-53e49369b88d" providerId="ADAL" clId="{C333D178-E2ED-4FA8-9CC0-19F94F3C9C94}" dt="2026-09-17T10:56:45.723" v="793"/>
        <pc:sldMkLst>
          <pc:docMk/>
          <pc:sldMk cId="3632426442" sldId="371"/>
        </pc:sldMkLst>
      </pc:sldChg>
      <pc:sldChg chg="add">
        <pc:chgData name="Cristovao Timbana" userId="7ed9e01f-347d-41e7-8ac4-53e49369b88d" providerId="ADAL" clId="{C333D178-E2ED-4FA8-9CC0-19F94F3C9C94}" dt="2026-09-17T10:56:46.357" v="794"/>
        <pc:sldMkLst>
          <pc:docMk/>
          <pc:sldMk cId="2708606754" sldId="372"/>
        </pc:sldMkLst>
      </pc:sldChg>
      <pc:sldChg chg="add">
        <pc:chgData name="Cristovao Timbana" userId="7ed9e01f-347d-41e7-8ac4-53e49369b88d" providerId="ADAL" clId="{C333D178-E2ED-4FA8-9CC0-19F94F3C9C94}" dt="2026-09-17T10:56:48.531" v="795"/>
        <pc:sldMkLst>
          <pc:docMk/>
          <pc:sldMk cId="2156134829" sldId="373"/>
        </pc:sldMkLst>
      </pc:sldChg>
      <pc:sldChg chg="add">
        <pc:chgData name="Cristovao Timbana" userId="7ed9e01f-347d-41e7-8ac4-53e49369b88d" providerId="ADAL" clId="{C333D178-E2ED-4FA8-9CC0-19F94F3C9C94}" dt="2026-09-17T10:56:48.827" v="796"/>
        <pc:sldMkLst>
          <pc:docMk/>
          <pc:sldMk cId="726855858" sldId="374"/>
        </pc:sldMkLst>
      </pc:sldChg>
      <pc:sldChg chg="add">
        <pc:chgData name="Cristovao Timbana" userId="7ed9e01f-347d-41e7-8ac4-53e49369b88d" providerId="ADAL" clId="{C333D178-E2ED-4FA8-9CC0-19F94F3C9C94}" dt="2026-09-17T10:56:49.024" v="797"/>
        <pc:sldMkLst>
          <pc:docMk/>
          <pc:sldMk cId="2528353065" sldId="375"/>
        </pc:sldMkLst>
      </pc:sldChg>
      <pc:sldChg chg="add">
        <pc:chgData name="Cristovao Timbana" userId="7ed9e01f-347d-41e7-8ac4-53e49369b88d" providerId="ADAL" clId="{C333D178-E2ED-4FA8-9CC0-19F94F3C9C94}" dt="2026-09-17T10:56:49.206" v="798"/>
        <pc:sldMkLst>
          <pc:docMk/>
          <pc:sldMk cId="3487515266" sldId="376"/>
        </pc:sldMkLst>
      </pc:sldChg>
      <pc:sldChg chg="add">
        <pc:chgData name="Cristovao Timbana" userId="7ed9e01f-347d-41e7-8ac4-53e49369b88d" providerId="ADAL" clId="{C333D178-E2ED-4FA8-9CC0-19F94F3C9C94}" dt="2026-09-17T10:56:50.249" v="799"/>
        <pc:sldMkLst>
          <pc:docMk/>
          <pc:sldMk cId="1823102031" sldId="377"/>
        </pc:sldMkLst>
      </pc:sldChg>
      <pc:sldChg chg="add">
        <pc:chgData name="Cristovao Timbana" userId="7ed9e01f-347d-41e7-8ac4-53e49369b88d" providerId="ADAL" clId="{C333D178-E2ED-4FA8-9CC0-19F94F3C9C94}" dt="2026-09-17T10:56:50.477" v="800"/>
        <pc:sldMkLst>
          <pc:docMk/>
          <pc:sldMk cId="3252894241" sldId="378"/>
        </pc:sldMkLst>
      </pc:sldChg>
      <pc:sldChg chg="add">
        <pc:chgData name="Cristovao Timbana" userId="7ed9e01f-347d-41e7-8ac4-53e49369b88d" providerId="ADAL" clId="{C333D178-E2ED-4FA8-9CC0-19F94F3C9C94}" dt="2026-09-17T10:56:51.061" v="801"/>
        <pc:sldMkLst>
          <pc:docMk/>
          <pc:sldMk cId="3661190063" sldId="379"/>
        </pc:sldMkLst>
      </pc:sldChg>
      <pc:sldChg chg="add">
        <pc:chgData name="Cristovao Timbana" userId="7ed9e01f-347d-41e7-8ac4-53e49369b88d" providerId="ADAL" clId="{C333D178-E2ED-4FA8-9CC0-19F94F3C9C94}" dt="2026-09-17T10:56:52.130" v="802"/>
        <pc:sldMkLst>
          <pc:docMk/>
          <pc:sldMk cId="1217614434" sldId="380"/>
        </pc:sldMkLst>
      </pc:sldChg>
      <pc:sldChg chg="add">
        <pc:chgData name="Cristovao Timbana" userId="7ed9e01f-347d-41e7-8ac4-53e49369b88d" providerId="ADAL" clId="{C333D178-E2ED-4FA8-9CC0-19F94F3C9C94}" dt="2026-09-17T12:31:44.805" v="844"/>
        <pc:sldMkLst>
          <pc:docMk/>
          <pc:sldMk cId="1580191887" sldId="381"/>
        </pc:sldMkLst>
      </pc:sldChg>
      <pc:sldMasterChg chg="modSp mod delSldLayout modSldLayout sldLayoutOrd">
        <pc:chgData name="Cristovao Timbana" userId="7ed9e01f-347d-41e7-8ac4-53e49369b88d" providerId="ADAL" clId="{C333D178-E2ED-4FA8-9CC0-19F94F3C9C94}" dt="2026-09-17T12:33:05.340" v="856" actId="1076"/>
        <pc:sldMasterMkLst>
          <pc:docMk/>
          <pc:sldMasterMk cId="0" sldId="2147483648"/>
        </pc:sldMasterMkLst>
        <pc:grpChg chg="mod">
          <ac:chgData name="Cristovao Timbana" userId="7ed9e01f-347d-41e7-8ac4-53e49369b88d" providerId="ADAL" clId="{C333D178-E2ED-4FA8-9CC0-19F94F3C9C94}" dt="2026-09-14T12:46:47.922" v="693" actId="14100"/>
          <ac:grpSpMkLst>
            <pc:docMk/>
            <pc:sldMasterMk cId="0" sldId="2147483648"/>
            <ac:grpSpMk id="1031" creationId="{6B13CA1E-7907-9AB6-908D-32161B0BD304}"/>
          </ac:grpSpMkLst>
        </pc:grpChg>
        <pc:sldLayoutChg chg="addSp delSp modSp mod ord">
          <pc:chgData name="Cristovao Timbana" userId="7ed9e01f-347d-41e7-8ac4-53e49369b88d" providerId="ADAL" clId="{C333D178-E2ED-4FA8-9CC0-19F94F3C9C94}" dt="2026-09-17T12:33:05.340" v="856" actId="1076"/>
          <pc:sldLayoutMkLst>
            <pc:docMk/>
            <pc:sldMasterMk cId="0" sldId="2147483648"/>
            <pc:sldLayoutMk cId="1999378594" sldId="2147483688"/>
          </pc:sldLayoutMkLst>
          <pc:spChg chg="add del mod">
            <ac:chgData name="Cristovao Timbana" userId="7ed9e01f-347d-41e7-8ac4-53e49369b88d" providerId="ADAL" clId="{C333D178-E2ED-4FA8-9CC0-19F94F3C9C94}" dt="2026-09-17T12:32:52.792" v="855" actId="478"/>
            <ac:spMkLst>
              <pc:docMk/>
              <pc:sldMasterMk cId="0" sldId="2147483648"/>
              <pc:sldLayoutMk cId="1999378594" sldId="2147483688"/>
              <ac:spMk id="7" creationId="{FB9F9FCB-AFA8-6B21-9813-216D79301FC5}"/>
            </ac:spMkLst>
          </pc:spChg>
          <pc:spChg chg="mod">
            <ac:chgData name="Cristovao Timbana" userId="7ed9e01f-347d-41e7-8ac4-53e49369b88d" providerId="ADAL" clId="{C333D178-E2ED-4FA8-9CC0-19F94F3C9C94}" dt="2026-09-17T12:33:05.340" v="856" actId="1076"/>
            <ac:spMkLst>
              <pc:docMk/>
              <pc:sldMasterMk cId="0" sldId="2147483648"/>
              <pc:sldLayoutMk cId="1999378594" sldId="2147483688"/>
              <ac:spMk id="9" creationId="{4D3E06F1-1F79-6D72-8F24-50EB1D5F08C6}"/>
            </ac:spMkLst>
          </pc:spChg>
          <pc:spChg chg="add mod">
            <ac:chgData name="Cristovao Timbana" userId="7ed9e01f-347d-41e7-8ac4-53e49369b88d" providerId="ADAL" clId="{C333D178-E2ED-4FA8-9CC0-19F94F3C9C94}" dt="2026-09-14T12:25:38.056" v="325" actId="14100"/>
            <ac:spMkLst>
              <pc:docMk/>
              <pc:sldMasterMk cId="0" sldId="2147483648"/>
              <pc:sldLayoutMk cId="1999378594" sldId="2147483688"/>
              <ac:spMk id="11" creationId="{DC6E4D48-D476-9079-8A1D-DE51783549FE}"/>
            </ac:spMkLst>
          </pc:spChg>
          <pc:spChg chg="add mod">
            <ac:chgData name="Cristovao Timbana" userId="7ed9e01f-347d-41e7-8ac4-53e49369b88d" providerId="ADAL" clId="{C333D178-E2ED-4FA8-9CC0-19F94F3C9C94}" dt="2026-09-17T12:32:50.103" v="853" actId="1076"/>
            <ac:spMkLst>
              <pc:docMk/>
              <pc:sldMasterMk cId="0" sldId="2147483648"/>
              <pc:sldLayoutMk cId="1999378594" sldId="2147483688"/>
              <ac:spMk id="19" creationId="{B6A6BFBD-9882-3474-49D7-A2C5B31EDF50}"/>
            </ac:spMkLst>
          </pc:spChg>
          <pc:picChg chg="mod">
            <ac:chgData name="Cristovao Timbana" userId="7ed9e01f-347d-41e7-8ac4-53e49369b88d" providerId="ADAL" clId="{C333D178-E2ED-4FA8-9CC0-19F94F3C9C94}" dt="2026-09-14T12:26:18.653" v="329" actId="1076"/>
            <ac:picMkLst>
              <pc:docMk/>
              <pc:sldMasterMk cId="0" sldId="2147483648"/>
              <pc:sldLayoutMk cId="1999378594" sldId="2147483688"/>
              <ac:picMk id="5" creationId="{9BFB0EC2-6DD9-15D4-D949-F84E4666B124}"/>
            </ac:picMkLst>
          </pc:picChg>
          <pc:picChg chg="add mod ord">
            <ac:chgData name="Cristovao Timbana" userId="7ed9e01f-347d-41e7-8ac4-53e49369b88d" providerId="ADAL" clId="{C333D178-E2ED-4FA8-9CC0-19F94F3C9C94}" dt="2026-09-17T12:32:10.379" v="847" actId="1076"/>
            <ac:picMkLst>
              <pc:docMk/>
              <pc:sldMasterMk cId="0" sldId="2147483648"/>
              <pc:sldLayoutMk cId="1999378594" sldId="2147483688"/>
              <ac:picMk id="6" creationId="{A7E0ECDB-78A6-E0EE-99D8-DB08368F4D3C}"/>
            </ac:picMkLst>
          </pc:picChg>
        </pc:sldLayoutChg>
        <pc:sldLayoutChg chg="addSp delSp modSp mod">
          <pc:chgData name="Cristovao Timbana" userId="7ed9e01f-347d-41e7-8ac4-53e49369b88d" providerId="ADAL" clId="{C333D178-E2ED-4FA8-9CC0-19F94F3C9C94}" dt="2026-09-17T11:50:42.447" v="831" actId="478"/>
          <pc:sldLayoutMkLst>
            <pc:docMk/>
            <pc:sldMasterMk cId="0" sldId="2147483648"/>
            <pc:sldLayoutMk cId="3541848229" sldId="2147483693"/>
          </pc:sldLayoutMkLst>
          <pc:spChg chg="mod">
            <ac:chgData name="Cristovao Timbana" userId="7ed9e01f-347d-41e7-8ac4-53e49369b88d" providerId="ADAL" clId="{C333D178-E2ED-4FA8-9CC0-19F94F3C9C94}" dt="2026-09-14T12:23:06.942" v="313" actId="339"/>
            <ac:spMkLst>
              <pc:docMk/>
              <pc:sldMasterMk cId="0" sldId="2147483648"/>
              <pc:sldLayoutMk cId="3541848229" sldId="2147483693"/>
              <ac:spMk id="2" creationId="{D2A2499E-EE88-5471-CDB1-8A3B7D4CA3A5}"/>
            </ac:spMkLst>
          </pc:spChg>
          <pc:spChg chg="mod">
            <ac:chgData name="Cristovao Timbana" userId="7ed9e01f-347d-41e7-8ac4-53e49369b88d" providerId="ADAL" clId="{C333D178-E2ED-4FA8-9CC0-19F94F3C9C94}" dt="2026-09-14T12:11:09.626" v="213" actId="20577"/>
            <ac:spMkLst>
              <pc:docMk/>
              <pc:sldMasterMk cId="0" sldId="2147483648"/>
              <pc:sldLayoutMk cId="3541848229" sldId="2147483693"/>
              <ac:spMk id="3" creationId="{89E0EDC5-73C9-2395-68B4-8A503E64085A}"/>
            </ac:spMkLst>
          </pc:spChg>
          <pc:spChg chg="del mod">
            <ac:chgData name="Cristovao Timbana" userId="7ed9e01f-347d-41e7-8ac4-53e49369b88d" providerId="ADAL" clId="{C333D178-E2ED-4FA8-9CC0-19F94F3C9C94}" dt="2026-09-17T11:50:42.447" v="831" actId="478"/>
            <ac:spMkLst>
              <pc:docMk/>
              <pc:sldMasterMk cId="0" sldId="2147483648"/>
              <pc:sldLayoutMk cId="3541848229" sldId="2147483693"/>
              <ac:spMk id="10" creationId="{1A7BCD35-98A6-BECA-628F-EDC92ACB735E}"/>
            </ac:spMkLst>
          </pc:spChg>
          <pc:spChg chg="mod">
            <ac:chgData name="Cristovao Timbana" userId="7ed9e01f-347d-41e7-8ac4-53e49369b88d" providerId="ADAL" clId="{C333D178-E2ED-4FA8-9CC0-19F94F3C9C94}" dt="2026-09-14T12:49:27" v="700" actId="14100"/>
            <ac:spMkLst>
              <pc:docMk/>
              <pc:sldMasterMk cId="0" sldId="2147483648"/>
              <pc:sldLayoutMk cId="3541848229" sldId="2147483693"/>
              <ac:spMk id="11" creationId="{CB842B1E-3AA6-EB75-2CDE-F4F8C35B6A1D}"/>
            </ac:spMkLst>
          </pc:spChg>
          <pc:spChg chg="add del mod">
            <ac:chgData name="Cristovao Timbana" userId="7ed9e01f-347d-41e7-8ac4-53e49369b88d" providerId="ADAL" clId="{C333D178-E2ED-4FA8-9CC0-19F94F3C9C94}" dt="2026-09-17T11:50:26.374" v="830" actId="478"/>
            <ac:spMkLst>
              <pc:docMk/>
              <pc:sldMasterMk cId="0" sldId="2147483648"/>
              <pc:sldLayoutMk cId="3541848229" sldId="2147483693"/>
              <ac:spMk id="15" creationId="{7905DA00-A162-3296-6C7B-0562A0E78709}"/>
            </ac:spMkLst>
          </pc:spChg>
          <pc:spChg chg="add mod">
            <ac:chgData name="Cristovao Timbana" userId="7ed9e01f-347d-41e7-8ac4-53e49369b88d" providerId="ADAL" clId="{C333D178-E2ED-4FA8-9CC0-19F94F3C9C94}" dt="2026-09-14T12:21:25.995" v="310" actId="339"/>
            <ac:spMkLst>
              <pc:docMk/>
              <pc:sldMasterMk cId="0" sldId="2147483648"/>
              <pc:sldLayoutMk cId="3541848229" sldId="2147483693"/>
              <ac:spMk id="19" creationId="{79861ADA-BA1A-DC7E-389F-A3336FE57971}"/>
            </ac:spMkLst>
          </pc:spChg>
        </pc:sldLayoutChg>
        <pc:sldLayoutChg chg="addSp delSp modSp mod">
          <pc:chgData name="Cristovao Timbana" userId="7ed9e01f-347d-41e7-8ac4-53e49369b88d" providerId="ADAL" clId="{C333D178-E2ED-4FA8-9CC0-19F94F3C9C94}" dt="2026-09-14T13:32:45.845" v="743" actId="21"/>
          <pc:sldLayoutMkLst>
            <pc:docMk/>
            <pc:sldMasterMk cId="0" sldId="2147483648"/>
            <pc:sldLayoutMk cId="2796597292" sldId="2147483705"/>
          </pc:sldLayoutMkLst>
          <pc:spChg chg="add">
            <ac:chgData name="Cristovao Timbana" userId="7ed9e01f-347d-41e7-8ac4-53e49369b88d" providerId="ADAL" clId="{C333D178-E2ED-4FA8-9CC0-19F94F3C9C94}" dt="2026-09-14T13:25:53.474" v="715" actId="22"/>
            <ac:spMkLst>
              <pc:docMk/>
              <pc:sldMasterMk cId="0" sldId="2147483648"/>
              <pc:sldLayoutMk cId="2796597292" sldId="2147483705"/>
              <ac:spMk id="4" creationId="{29228B11-0A5F-34E2-20F3-CD5ECDEADF7B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Folha3!$A$8</c:f>
              <c:strCache>
                <c:ptCount val="1"/>
                <c:pt idx="0">
                  <c:v>Bom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Folha3!$B$7:$E$7</c:f>
              <c:strCache>
                <c:ptCount val="4"/>
                <c:pt idx="0">
                  <c:v>Banco de Socorros</c:v>
                </c:pt>
                <c:pt idx="1">
                  <c:v>Maternidade</c:v>
                </c:pt>
                <c:pt idx="2">
                  <c:v>Laboratório</c:v>
                </c:pt>
                <c:pt idx="3">
                  <c:v>Farmácia</c:v>
                </c:pt>
              </c:strCache>
            </c:strRef>
          </c:cat>
          <c:val>
            <c:numRef>
              <c:f>Folha3!$B$8:$E$8</c:f>
              <c:numCache>
                <c:formatCode>0.00%</c:formatCode>
                <c:ptCount val="4"/>
                <c:pt idx="0" formatCode="0%">
                  <c:v>0.89</c:v>
                </c:pt>
                <c:pt idx="1">
                  <c:v>0.97199999999999998</c:v>
                </c:pt>
                <c:pt idx="2" formatCode="0%">
                  <c:v>0.96</c:v>
                </c:pt>
                <c:pt idx="3">
                  <c:v>0.96299999999999997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70F-46EE-A1D1-D20E8ECF6F91}"/>
            </c:ext>
          </c:extLst>
        </c:ser>
        <c:ser>
          <c:idx val="1"/>
          <c:order val="1"/>
          <c:tx>
            <c:strRef>
              <c:f>Folha3!$A$9</c:f>
              <c:strCache>
                <c:ptCount val="1"/>
                <c:pt idx="0">
                  <c:v>Razoável</c:v>
                </c:pt>
              </c:strCache>
            </c:strRef>
          </c:tx>
          <c:spPr>
            <a:solidFill>
              <a:srgbClr val="FFFF00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/>
            <a:sp3d>
              <a:contourClr>
                <a:schemeClr val="accent5">
                  <a:lumMod val="20000"/>
                  <a:lumOff val="80000"/>
                </a:schemeClr>
              </a:contourClr>
            </a:sp3d>
          </c:spPr>
          <c:invertIfNegative val="0"/>
          <c:dPt>
            <c:idx val="2"/>
            <c:invertIfNegative val="0"/>
            <c:bubble3D val="0"/>
            <c:spPr>
              <a:solidFill>
                <a:srgbClr val="FFFF00"/>
              </a:solidFill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  <a:effectLst/>
              <a:sp3d>
                <a:contourClr>
                  <a:schemeClr val="accent5">
                    <a:lumMod val="20000"/>
                    <a:lumOff val="80000"/>
                  </a:schemeClr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C70F-46EE-A1D1-D20E8ECF6F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Folha3!$B$7:$E$7</c:f>
              <c:strCache>
                <c:ptCount val="4"/>
                <c:pt idx="0">
                  <c:v>Banco de Socorros</c:v>
                </c:pt>
                <c:pt idx="1">
                  <c:v>Maternidade</c:v>
                </c:pt>
                <c:pt idx="2">
                  <c:v>Laboratório</c:v>
                </c:pt>
                <c:pt idx="3">
                  <c:v>Farmácia</c:v>
                </c:pt>
              </c:strCache>
            </c:strRef>
          </c:cat>
          <c:val>
            <c:numRef>
              <c:f>Folha3!$B$9:$E$9</c:f>
              <c:numCache>
                <c:formatCode>0.00%</c:formatCode>
                <c:ptCount val="4"/>
                <c:pt idx="0" formatCode="0%">
                  <c:v>9.6000000000000002E-2</c:v>
                </c:pt>
                <c:pt idx="1">
                  <c:v>2.8000000000000001E-2</c:v>
                </c:pt>
                <c:pt idx="2">
                  <c:v>2.1999999999999999E-2</c:v>
                </c:pt>
                <c:pt idx="3">
                  <c:v>2.8000000000000001E-2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C70F-46EE-A1D1-D20E8ECF6F91}"/>
            </c:ext>
          </c:extLst>
        </c:ser>
        <c:ser>
          <c:idx val="2"/>
          <c:order val="2"/>
          <c:tx>
            <c:strRef>
              <c:f>Folha3!$A$10</c:f>
              <c:strCache>
                <c:ptCount val="1"/>
                <c:pt idx="0">
                  <c:v>Mau</c:v>
                </c:pt>
              </c:strCache>
            </c:strRef>
          </c:tx>
          <c:spPr>
            <a:solidFill>
              <a:srgbClr val="FF0000"/>
            </a:solidFill>
            <a:ln>
              <a:solidFill>
                <a:srgbClr val="FF0000"/>
              </a:solidFill>
            </a:ln>
            <a:effectLst/>
            <a:sp3d>
              <a:contourClr>
                <a:srgbClr val="FF0000"/>
              </a:contourClr>
            </a:sp3d>
          </c:spPr>
          <c:invertIfNegative val="0"/>
          <c:dLbls>
            <c:dLbl>
              <c:idx val="0"/>
              <c:layout>
                <c:manualLayout>
                  <c:x val="3.1638371412633731E-2"/>
                  <c:y val="-0.127481037283691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C70F-46EE-A1D1-D20E8ECF6F91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2.3092344010799855E-2"/>
                  <c:y val="-0.1152300441250375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C70F-46EE-A1D1-D20E8ECF6F91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3.8521674600350983E-2"/>
                  <c:y val="-0.132985510880386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C70F-46EE-A1D1-D20E8ECF6F91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8.0527059403014915E-3"/>
                  <c:y val="-0.123575604899759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C70F-46EE-A1D1-D20E8ECF6F91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Folha3!$B$7:$E$7</c:f>
              <c:strCache>
                <c:ptCount val="4"/>
                <c:pt idx="0">
                  <c:v>Banco de Socorros</c:v>
                </c:pt>
                <c:pt idx="1">
                  <c:v>Maternidade</c:v>
                </c:pt>
                <c:pt idx="2">
                  <c:v>Laboratório</c:v>
                </c:pt>
                <c:pt idx="3">
                  <c:v>Farmácia</c:v>
                </c:pt>
              </c:strCache>
            </c:strRef>
          </c:cat>
          <c:val>
            <c:numRef>
              <c:f>Folha3!$B$10:$E$10</c:f>
              <c:numCache>
                <c:formatCode>0%</c:formatCode>
                <c:ptCount val="4"/>
                <c:pt idx="0" formatCode="0.00%">
                  <c:v>1.4E-2</c:v>
                </c:pt>
                <c:pt idx="1">
                  <c:v>0</c:v>
                </c:pt>
                <c:pt idx="2" formatCode="0.00%">
                  <c:v>1.7999999999999999E-2</c:v>
                </c:pt>
                <c:pt idx="3" formatCode="0.00%">
                  <c:v>8.9999999999999993E-3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C70F-46EE-A1D1-D20E8ECF6F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gapDepth val="59"/>
        <c:shape val="cylinder"/>
        <c:axId val="397260208"/>
        <c:axId val="397253544"/>
        <c:axId val="0"/>
      </c:bar3DChart>
      <c:catAx>
        <c:axId val="397260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97253544"/>
        <c:crosses val="autoZero"/>
        <c:auto val="1"/>
        <c:lblAlgn val="ctr"/>
        <c:lblOffset val="100"/>
        <c:noMultiLvlLbl val="0"/>
      </c:catAx>
      <c:valAx>
        <c:axId val="397253544"/>
        <c:scaling>
          <c:orientation val="minMax"/>
          <c:min val="0.68000000000000016"/>
        </c:scaling>
        <c:delete val="1"/>
        <c:axPos val="l"/>
        <c:numFmt formatCode="0%" sourceLinked="1"/>
        <c:majorTickMark val="none"/>
        <c:minorTickMark val="none"/>
        <c:tickLblPos val="nextTo"/>
        <c:crossAx val="397260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465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23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xmlns="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xmlns="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xmlns="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975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51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97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 </a:t>
            </a:r>
            <a:r>
              <a:rPr lang="en-US" dirty="0" err="1"/>
              <a:t>nos</a:t>
            </a:r>
            <a:r>
              <a:rPr lang="en-US" dirty="0"/>
              <a:t> centra-</a:t>
            </a:r>
            <a:r>
              <a:rPr lang="en-US" dirty="0" err="1"/>
              <a:t>mos</a:t>
            </a:r>
            <a:r>
              <a:rPr lang="en-US" dirty="0"/>
              <a:t> no </a:t>
            </a:r>
            <a:r>
              <a:rPr lang="en-US" dirty="0" err="1"/>
              <a:t>paciente</a:t>
            </a:r>
            <a:r>
              <a:rPr lang="en-US" dirty="0"/>
              <a:t>, </a:t>
            </a:r>
            <a:r>
              <a:rPr lang="en-US" dirty="0" err="1"/>
              <a:t>obtemos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7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 intervenções devem responder aos problemas identificados e ser acompanhadas por indicadores.</a:t>
            </a:r>
          </a:p>
          <a:p>
            <a:endParaRPr lang="pt-BR" dirty="0"/>
          </a:p>
          <a:p>
            <a:r>
              <a:rPr lang="pt-BR" dirty="0"/>
              <a:t>Em suma, as intervenções devem responder aos problemas identificados e ser acompanhadas por indicadores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28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68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‹nº›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xmlns="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xmlns="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xmlns="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xmlns="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xmlns="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xmlns="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xmlns="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xmlns="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xmlns="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xmlns="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908" y="5639666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xmlns="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11795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xmlns="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xmlns="" id="{DF74C49A-5555-F6DF-2344-48955F797FD8}"/>
              </a:ext>
            </a:extLst>
          </p:cNvPr>
          <p:cNvSpPr txBox="1"/>
          <p:nvPr/>
        </p:nvSpPr>
        <p:spPr>
          <a:xfrm>
            <a:off x="698643" y="3575878"/>
            <a:ext cx="10705672" cy="104749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2000" b="1" dirty="0">
                <a:ea typeface="MS PGothic" panose="020B0600070205080204" pitchFamily="34" charset="-128"/>
              </a:rPr>
              <a:t>Tema: </a:t>
            </a: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Qualidade, Segurança e Humanização dos Cuidados: Desafios e intervenções para melhores resultados</a:t>
            </a:r>
            <a:r>
              <a:rPr lang="en-US" altLang="en-US" sz="2000" b="1" dirty="0">
                <a:ea typeface="MS PGothic" panose="020B0600070205080204" pitchFamily="34" charset="-128"/>
              </a:rPr>
              <a:t> </a:t>
            </a:r>
            <a:endParaRPr lang="pt-BR" sz="2000" b="1" dirty="0">
              <a:solidFill>
                <a:srgbClr val="DBEFF9">
                  <a:lumMod val="25000"/>
                </a:srgb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1149927" y="27707"/>
            <a:ext cx="11042073" cy="872837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Aft>
                <a:spcPts val="5675"/>
              </a:spcAft>
            </a:pPr>
            <a:r>
              <a:rPr lang="pt-PT" altLang="en-US" sz="2800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REDE SANITÁRIA DO HOSPITAL GERAL DE CHAMANCULO</a:t>
            </a:r>
          </a:p>
        </p:txBody>
      </p:sp>
      <p:sp>
        <p:nvSpPr>
          <p:cNvPr id="10" name="Rectangle 5"/>
          <p:cNvSpPr/>
          <p:nvPr/>
        </p:nvSpPr>
        <p:spPr bwMode="auto">
          <a:xfrm>
            <a:off x="7865294" y="1381326"/>
            <a:ext cx="3414489" cy="445627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eaLnBrk="1" hangingPunct="1">
              <a:lnSpc>
                <a:spcPct val="150000"/>
              </a:lnSpc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LIMITES GEOGRAFICOS</a:t>
            </a:r>
          </a:p>
          <a:p>
            <a:pPr marL="0" lvl="1" defTabSz="450056">
              <a:lnSpc>
                <a:spcPct val="150000"/>
              </a:lnSpc>
              <a:spcAft>
                <a:spcPct val="15000"/>
              </a:spcAft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Aeroporto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Moçambique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defTabSz="450056">
              <a:lnSpc>
                <a:spcPct val="150000"/>
              </a:lnSpc>
              <a:spcAft>
                <a:spcPct val="15000"/>
              </a:spcAft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Sul: Complexo Ferro Portuário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defTabSz="450056">
              <a:lnSpc>
                <a:spcPct val="150000"/>
              </a:lnSpc>
              <a:spcAft>
                <a:spcPct val="15000"/>
              </a:spcAft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Este: Distrito KaMubukuane atravez da Av. De Moçambique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defTabSz="450056">
              <a:lnSpc>
                <a:spcPct val="150000"/>
              </a:lnSpc>
              <a:spcAft>
                <a:spcPct val="15000"/>
              </a:spcAft>
              <a:defRPr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Maputo</a:t>
            </a:r>
          </a:p>
          <a:p>
            <a:pPr algn="ctr" eaLnBrk="1" hangingPunct="1">
              <a:lnSpc>
                <a:spcPct val="150000"/>
              </a:lnSpc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Clr>
                <a:srgbClr val="2D2D8A">
                  <a:lumMod val="75000"/>
                </a:srgbClr>
              </a:buClr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607" y="1381326"/>
            <a:ext cx="3231896" cy="44562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4294184" y="1381326"/>
            <a:ext cx="3536334" cy="4431983"/>
          </a:xfrm>
          <a:prstGeom prst="rect">
            <a:avLst/>
          </a:prstGeom>
          <a:ln>
            <a:solidFill>
              <a:srgbClr val="003E1C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LOCALIZAÇÃO  </a:t>
            </a:r>
          </a:p>
          <a:p>
            <a:pPr>
              <a:lnSpc>
                <a:spcPct val="150000"/>
              </a:lnSpc>
            </a:pPr>
            <a:r>
              <a:rPr lang="pt-PT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Município de Maputo, Distrito Municipal de Nlhamankulo, Av. De Trabalho número 1064, Bairro de Chamanculo B. Tem uma população de captação direta de </a:t>
            </a:r>
            <a:r>
              <a:rPr lang="pt-PT" sz="2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169209 </a:t>
            </a:r>
            <a:r>
              <a:rPr lang="pt-PT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Habitantes e presta cuidados de Saúde do Nível Secundário. </a:t>
            </a:r>
          </a:p>
        </p:txBody>
      </p:sp>
    </p:spTree>
    <p:extLst>
      <p:ext uri="{BB962C8B-B14F-4D97-AF65-F5344CB8AC3E}">
        <p14:creationId xmlns:p14="http://schemas.microsoft.com/office/powerpoint/2010/main" val="2765791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1186775" y="121109"/>
            <a:ext cx="10966315" cy="746468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dirty="0" err="1" smtClean="0">
                <a:solidFill>
                  <a:srgbClr val="0B3D42"/>
                </a:solidFill>
                <a:latin typeface="Cambria" pitchFamily="34" charset="0"/>
                <a:ea typeface="Cambria" pitchFamily="34" charset="-122"/>
              </a:rPr>
              <a:t>Topicos</a:t>
            </a:r>
            <a:r>
              <a:rPr lang="en-US" dirty="0" smtClean="0">
                <a:solidFill>
                  <a:srgbClr val="0B3D42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</a:rPr>
              <a:t>da Apresentação </a:t>
            </a:r>
            <a:endParaRPr lang="en-US" dirty="0"/>
          </a:p>
        </p:txBody>
      </p:sp>
      <p:sp>
        <p:nvSpPr>
          <p:cNvPr id="7" name="TextBox 2"/>
          <p:cNvSpPr txBox="1"/>
          <p:nvPr/>
        </p:nvSpPr>
        <p:spPr>
          <a:xfrm>
            <a:off x="1186775" y="1136082"/>
            <a:ext cx="10196623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Situação da qualidade dos cuidados e os principais indicadores de desempenho assistencial.</a:t>
            </a:r>
            <a:endParaRPr lang="en-GB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Avaliar o cumprimento das normas e protocolos, a segurança e a humanização dos cuidados prestados.</a:t>
            </a:r>
            <a:endParaRPr lang="en-GB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Conhecer a experiência, a satisfação e as preocupações dos utentes em relação aos cuidados recebidos.</a:t>
            </a:r>
            <a:endParaRPr lang="en-GB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Identificar as principais lacunas, os desafios e as boas práticas nas unidades sanitárias.</a:t>
            </a:r>
            <a:endParaRPr lang="en-GB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Apresentar intervenções e prioridades para a melhoria da qualidade, segurança e humanização dos cuidados de saúde.</a:t>
            </a:r>
            <a:endParaRPr lang="en-GB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908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194FDE0-47B7-504D-EE7A-9F92FE53A2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376" y="3313910"/>
            <a:ext cx="3468624" cy="35440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5678C29-B991-E318-C6A6-550E6CF7E735}"/>
              </a:ext>
            </a:extLst>
          </p:cNvPr>
          <p:cNvSpPr txBox="1"/>
          <p:nvPr/>
        </p:nvSpPr>
        <p:spPr>
          <a:xfrm>
            <a:off x="2416995" y="312603"/>
            <a:ext cx="6169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3200" b="1" dirty="0">
                <a:solidFill>
                  <a:srgbClr val="0B3D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Introdução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>
                <a:solidFill>
                  <a:schemeClr val="tx1"/>
                </a:solidFill>
              </a:rPr>
              <a:pPr>
                <a:defRPr/>
              </a:pPr>
              <a:t>5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683967" y="1181535"/>
            <a:ext cx="10461985" cy="3673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qualidade, a segurança e a humanização dos cuidados são dimensões interligadas e essenciais para uma prestação de serviços de saúde eficaz. Neste contexto, torna-se fundamental analisar os indicadores de desempenho assistencial, identificar lacunas e definir intervenções prioritárias que contribuam para melhores</a:t>
            </a:r>
          </a:p>
          <a:p>
            <a:pPr algn="just">
              <a:lnSpc>
                <a:spcPct val="200000"/>
              </a:lnSpc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resultados em saúde, e uma experiência positiva do utente.</a:t>
            </a:r>
          </a:p>
        </p:txBody>
      </p:sp>
    </p:spTree>
    <p:extLst>
      <p:ext uri="{BB962C8B-B14F-4D97-AF65-F5344CB8AC3E}">
        <p14:creationId xmlns:p14="http://schemas.microsoft.com/office/powerpoint/2010/main" val="1625990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D7E823-D380-E273-595E-61F6F2E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06D8B86-B83D-4C8D-3792-B16F375CBE53}"/>
              </a:ext>
            </a:extLst>
          </p:cNvPr>
          <p:cNvSpPr txBox="1"/>
          <p:nvPr/>
        </p:nvSpPr>
        <p:spPr>
          <a:xfrm>
            <a:off x="1851657" y="1239345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2400" b="1" dirty="0" err="1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Três</a:t>
            </a:r>
            <a:r>
              <a:rPr lang="en-US" sz="24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dimensões, um mesmo </a:t>
            </a:r>
            <a:r>
              <a:rPr lang="en-US" sz="2400" b="1" dirty="0" err="1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compromisso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7A3970E-9389-B344-A17C-EDC562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sp>
        <p:nvSpPr>
          <p:cNvPr id="5" name="Text 5"/>
          <p:cNvSpPr txBox="1"/>
          <p:nvPr/>
        </p:nvSpPr>
        <p:spPr>
          <a:xfrm>
            <a:off x="272059" y="2313255"/>
            <a:ext cx="3754036" cy="2153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Cuidados</a:t>
            </a:r>
            <a:r>
              <a:rPr lang="en-US" sz="24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eficazes</a:t>
            </a:r>
            <a:r>
              <a:rPr lang="en-US" sz="24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oportunos</a:t>
            </a:r>
            <a:r>
              <a:rPr lang="en-US" sz="24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equitativos</a:t>
            </a:r>
            <a:r>
              <a:rPr lang="en-US" sz="24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eficientes</a:t>
            </a:r>
            <a:endParaRPr lang="en-US" sz="2400" dirty="0">
              <a:solidFill>
                <a:srgbClr val="1D2D35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centrados</a:t>
            </a:r>
            <a:r>
              <a:rPr lang="en-US" sz="24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nas</a:t>
            </a:r>
            <a:r>
              <a:rPr lang="en-US" sz="24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pessoas</a:t>
            </a:r>
            <a:r>
              <a:rPr lang="en-US" sz="28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211452" y="1781604"/>
            <a:ext cx="2350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Qualidade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9"/>
          <p:cNvSpPr txBox="1"/>
          <p:nvPr/>
        </p:nvSpPr>
        <p:spPr>
          <a:xfrm>
            <a:off x="4586068" y="2027473"/>
            <a:ext cx="27607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Segurança do doente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0"/>
          <p:cNvSpPr txBox="1"/>
          <p:nvPr/>
        </p:nvSpPr>
        <p:spPr>
          <a:xfrm>
            <a:off x="4308142" y="2721708"/>
            <a:ext cx="357571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200000"/>
              </a:lnSpc>
              <a:spcAft>
                <a:spcPts val="700"/>
              </a:spcAft>
              <a:defRPr sz="1700">
                <a:solidFill>
                  <a:srgbClr val="2B3741"/>
                </a:solidFill>
                <a:latin typeface="Aptos"/>
              </a:defRPr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Prevenir danos evitáveis, identificar riscos e aprender com incidentes.</a:t>
            </a:r>
          </a:p>
        </p:txBody>
      </p:sp>
      <p:sp>
        <p:nvSpPr>
          <p:cNvPr id="10" name="Text 14"/>
          <p:cNvSpPr txBox="1"/>
          <p:nvPr/>
        </p:nvSpPr>
        <p:spPr>
          <a:xfrm>
            <a:off x="8906023" y="1775461"/>
            <a:ext cx="2350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Humanização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5"/>
          <p:cNvSpPr txBox="1"/>
          <p:nvPr/>
        </p:nvSpPr>
        <p:spPr>
          <a:xfrm>
            <a:off x="8165907" y="2256072"/>
            <a:ext cx="3664413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200000"/>
              </a:lnSpc>
              <a:spcAft>
                <a:spcPts val="700"/>
              </a:spcAft>
              <a:defRPr sz="1700">
                <a:solidFill>
                  <a:srgbClr val="2B3741"/>
                </a:solidFill>
                <a:latin typeface="Aptos"/>
              </a:defRPr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Respeito, empatia, privacidade, comunicação clara e participação do utente.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C47FEB0-9A9E-CB49-EF4E-29AE0D2A51D6}"/>
              </a:ext>
            </a:extLst>
          </p:cNvPr>
          <p:cNvSpPr txBox="1"/>
          <p:nvPr/>
        </p:nvSpPr>
        <p:spPr>
          <a:xfrm>
            <a:off x="746760" y="4833263"/>
            <a:ext cx="10698480" cy="116474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200000"/>
              </a:lnSpc>
              <a:spcAft>
                <a:spcPts val="300"/>
              </a:spcAft>
            </a:pPr>
            <a:r>
              <a:rPr sz="1900" b="1" dirty="0" err="1">
                <a:solidFill>
                  <a:srgbClr val="14304A"/>
                </a:solidFill>
                <a:latin typeface="Aptos"/>
              </a:rPr>
              <a:t>Objetivo</a:t>
            </a:r>
            <a:r>
              <a:rPr sz="1900" b="1" dirty="0">
                <a:solidFill>
                  <a:srgbClr val="14304A"/>
                </a:solidFill>
                <a:latin typeface="Aptos"/>
              </a:rPr>
              <a:t>: </a:t>
            </a:r>
            <a:r>
              <a:rPr sz="1900" b="1" dirty="0" err="1">
                <a:solidFill>
                  <a:srgbClr val="14304A"/>
                </a:solidFill>
                <a:latin typeface="Aptos"/>
              </a:rPr>
              <a:t>transformar</a:t>
            </a:r>
            <a:r>
              <a:rPr sz="1900" b="1" dirty="0">
                <a:solidFill>
                  <a:srgbClr val="14304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4304A"/>
                </a:solidFill>
                <a:latin typeface="Aptos"/>
              </a:rPr>
              <a:t>estes</a:t>
            </a:r>
            <a:r>
              <a:rPr sz="1900" b="1" dirty="0">
                <a:solidFill>
                  <a:srgbClr val="14304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4304A"/>
                </a:solidFill>
                <a:latin typeface="Aptos"/>
              </a:rPr>
              <a:t>princípios</a:t>
            </a:r>
            <a:r>
              <a:rPr sz="1900" b="1" dirty="0">
                <a:solidFill>
                  <a:srgbClr val="14304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4304A"/>
                </a:solidFill>
                <a:latin typeface="Aptos"/>
              </a:rPr>
              <a:t>em</a:t>
            </a:r>
            <a:r>
              <a:rPr sz="1900" b="1" dirty="0">
                <a:solidFill>
                  <a:srgbClr val="14304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4304A"/>
                </a:solidFill>
                <a:latin typeface="Aptos"/>
              </a:rPr>
              <a:t>práticas</a:t>
            </a:r>
            <a:r>
              <a:rPr sz="1900" b="1" dirty="0">
                <a:solidFill>
                  <a:srgbClr val="14304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4304A"/>
                </a:solidFill>
                <a:latin typeface="Aptos"/>
              </a:rPr>
              <a:t>diárias</a:t>
            </a:r>
            <a:r>
              <a:rPr sz="1900" b="1" dirty="0">
                <a:solidFill>
                  <a:srgbClr val="14304A"/>
                </a:solidFill>
                <a:latin typeface="Aptos"/>
              </a:rPr>
              <a:t>, </a:t>
            </a:r>
            <a:r>
              <a:rPr sz="1900" b="1" dirty="0" err="1">
                <a:solidFill>
                  <a:srgbClr val="14304A"/>
                </a:solidFill>
                <a:latin typeface="Aptos"/>
              </a:rPr>
              <a:t>mensuráveis</a:t>
            </a:r>
            <a:r>
              <a:rPr sz="1900" b="1" dirty="0">
                <a:solidFill>
                  <a:srgbClr val="14304A"/>
                </a:solidFill>
                <a:latin typeface="Aptos"/>
              </a:rPr>
              <a:t> e </a:t>
            </a:r>
            <a:r>
              <a:rPr sz="1900" b="1" dirty="0" err="1">
                <a:solidFill>
                  <a:srgbClr val="14304A"/>
                </a:solidFill>
                <a:latin typeface="Aptos"/>
              </a:rPr>
              <a:t>sustentáveis</a:t>
            </a:r>
            <a:r>
              <a:rPr sz="1900" b="1" dirty="0">
                <a:solidFill>
                  <a:srgbClr val="14304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4304A"/>
                </a:solidFill>
                <a:latin typeface="Aptos"/>
              </a:rPr>
              <a:t>em</a:t>
            </a:r>
            <a:r>
              <a:rPr sz="1900" b="1" dirty="0">
                <a:solidFill>
                  <a:srgbClr val="14304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4304A"/>
                </a:solidFill>
                <a:latin typeface="Aptos"/>
              </a:rPr>
              <a:t>todas</a:t>
            </a:r>
            <a:r>
              <a:rPr sz="1900" b="1" dirty="0">
                <a:solidFill>
                  <a:srgbClr val="14304A"/>
                </a:solidFill>
                <a:latin typeface="Aptos"/>
              </a:rPr>
              <a:t> as </a:t>
            </a:r>
            <a:r>
              <a:rPr sz="1900" b="1" dirty="0" err="1">
                <a:solidFill>
                  <a:srgbClr val="14304A"/>
                </a:solidFill>
                <a:latin typeface="Aptos"/>
              </a:rPr>
              <a:t>unidades</a:t>
            </a:r>
            <a:r>
              <a:rPr sz="1900" b="1" dirty="0">
                <a:solidFill>
                  <a:srgbClr val="14304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14304A"/>
                </a:solidFill>
                <a:latin typeface="Aptos"/>
              </a:rPr>
              <a:t>sanitárias</a:t>
            </a:r>
            <a:r>
              <a:rPr sz="1900" b="1" dirty="0">
                <a:solidFill>
                  <a:srgbClr val="14304A"/>
                </a:solidFill>
                <a:latin typeface="Aptos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1D4E298-4383-B078-D269-B606B54D315A}"/>
              </a:ext>
            </a:extLst>
          </p:cNvPr>
          <p:cNvSpPr txBox="1"/>
          <p:nvPr/>
        </p:nvSpPr>
        <p:spPr>
          <a:xfrm>
            <a:off x="3561926" y="332657"/>
            <a:ext cx="5129107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dirty="0">
                <a:solidFill>
                  <a:srgbClr val="14304A"/>
                </a:solidFill>
                <a:latin typeface="Aptos"/>
              </a:rPr>
              <a:t>O </a:t>
            </a:r>
            <a:r>
              <a:rPr lang="en-US" sz="2800" b="1" dirty="0" err="1">
                <a:solidFill>
                  <a:srgbClr val="14304A"/>
                </a:solidFill>
                <a:latin typeface="Aptos"/>
              </a:rPr>
              <a:t>Q</a:t>
            </a:r>
            <a:r>
              <a:rPr sz="2800" b="1" dirty="0" err="1">
                <a:solidFill>
                  <a:srgbClr val="14304A"/>
                </a:solidFill>
                <a:latin typeface="Aptos"/>
              </a:rPr>
              <a:t>ue</a:t>
            </a:r>
            <a:r>
              <a:rPr sz="2800" b="1" dirty="0">
                <a:solidFill>
                  <a:srgbClr val="14304A"/>
                </a:solidFill>
                <a:latin typeface="Aptos"/>
              </a:rPr>
              <a:t> </a:t>
            </a:r>
            <a:r>
              <a:rPr lang="en-US" sz="2800" b="1" dirty="0" err="1">
                <a:solidFill>
                  <a:srgbClr val="14304A"/>
                </a:solidFill>
                <a:latin typeface="Aptos"/>
              </a:rPr>
              <a:t>S</a:t>
            </a:r>
            <a:r>
              <a:rPr sz="2800" b="1" dirty="0" err="1">
                <a:solidFill>
                  <a:srgbClr val="14304A"/>
                </a:solidFill>
                <a:latin typeface="Aptos"/>
              </a:rPr>
              <a:t>ignifica</a:t>
            </a:r>
            <a:r>
              <a:rPr sz="2800" b="1" dirty="0">
                <a:solidFill>
                  <a:srgbClr val="14304A"/>
                </a:solidFill>
                <a:latin typeface="Aptos"/>
              </a:rPr>
              <a:t> </a:t>
            </a:r>
            <a:r>
              <a:rPr lang="en-US" sz="2800" b="1" dirty="0">
                <a:solidFill>
                  <a:srgbClr val="14304A"/>
                </a:solidFill>
                <a:latin typeface="Aptos"/>
              </a:rPr>
              <a:t>C</a:t>
            </a:r>
            <a:r>
              <a:rPr sz="2800" b="1" dirty="0">
                <a:solidFill>
                  <a:srgbClr val="14304A"/>
                </a:solidFill>
                <a:latin typeface="Aptos"/>
              </a:rPr>
              <a:t>uidar </a:t>
            </a:r>
            <a:r>
              <a:rPr lang="en-US" sz="2800" b="1" dirty="0">
                <a:solidFill>
                  <a:srgbClr val="14304A"/>
                </a:solidFill>
                <a:latin typeface="Aptos"/>
              </a:rPr>
              <a:t>B</a:t>
            </a:r>
            <a:r>
              <a:rPr sz="2800" b="1" dirty="0">
                <a:solidFill>
                  <a:srgbClr val="14304A"/>
                </a:solidFill>
                <a:latin typeface="Aptos"/>
              </a:rPr>
              <a:t>em?</a:t>
            </a:r>
          </a:p>
        </p:txBody>
      </p:sp>
    </p:spTree>
    <p:extLst>
      <p:ext uri="{BB962C8B-B14F-4D97-AF65-F5344CB8AC3E}">
        <p14:creationId xmlns:p14="http://schemas.microsoft.com/office/powerpoint/2010/main" val="34944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37151C-0345-7F15-F974-6C44ADA0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B1C7059-FD03-7587-4203-038EDFDDC552}"/>
              </a:ext>
            </a:extLst>
          </p:cNvPr>
          <p:cNvSpPr txBox="1"/>
          <p:nvPr/>
        </p:nvSpPr>
        <p:spPr>
          <a:xfrm>
            <a:off x="2416995" y="221163"/>
            <a:ext cx="6169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3200" b="1" dirty="0" err="1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Principais</a:t>
            </a:r>
            <a:r>
              <a:rPr lang="en-US" sz="32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Desafios</a:t>
            </a:r>
            <a:r>
              <a:rPr lang="en-US" sz="32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na</a:t>
            </a:r>
            <a:r>
              <a:rPr lang="en-US" sz="32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Assistência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C5F6B58-9E13-B434-88A5-50020F4F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4" name="Text 3"/>
          <p:cNvSpPr txBox="1"/>
          <p:nvPr/>
        </p:nvSpPr>
        <p:spPr>
          <a:xfrm>
            <a:off x="682345" y="1411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22621A8-2727-97AC-A7F0-EE3BFB37C41F}"/>
              </a:ext>
            </a:extLst>
          </p:cNvPr>
          <p:cNvSpPr txBox="1"/>
          <p:nvPr/>
        </p:nvSpPr>
        <p:spPr>
          <a:xfrm>
            <a:off x="685800" y="1481328"/>
            <a:ext cx="47548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008585"/>
                </a:solidFill>
                <a:latin typeface="Aptos"/>
              </a:rPr>
              <a:t>Uma </a:t>
            </a:r>
            <a:r>
              <a:rPr sz="1600" b="1" dirty="0" err="1">
                <a:solidFill>
                  <a:srgbClr val="008585"/>
                </a:solidFill>
                <a:latin typeface="Aptos"/>
              </a:rPr>
              <a:t>realidade</a:t>
            </a:r>
            <a:r>
              <a:rPr sz="1600" b="1" dirty="0">
                <a:solidFill>
                  <a:srgbClr val="008585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8585"/>
                </a:solidFill>
                <a:latin typeface="Aptos"/>
              </a:rPr>
              <a:t>diversa</a:t>
            </a:r>
            <a:r>
              <a:rPr sz="1600" b="1" dirty="0">
                <a:solidFill>
                  <a:srgbClr val="008585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8585"/>
                </a:solidFill>
                <a:latin typeface="Aptos"/>
              </a:rPr>
              <a:t>exige</a:t>
            </a:r>
            <a:r>
              <a:rPr sz="1600" b="1" dirty="0">
                <a:solidFill>
                  <a:srgbClr val="008585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8585"/>
                </a:solidFill>
                <a:latin typeface="Aptos"/>
              </a:rPr>
              <a:t>respostas</a:t>
            </a:r>
            <a:r>
              <a:rPr sz="1600" b="1" dirty="0">
                <a:solidFill>
                  <a:srgbClr val="008585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8585"/>
                </a:solidFill>
                <a:latin typeface="Aptos"/>
              </a:rPr>
              <a:t>adaptadas</a:t>
            </a:r>
            <a:r>
              <a:rPr sz="1600" b="1" dirty="0">
                <a:solidFill>
                  <a:srgbClr val="008585"/>
                </a:solidFill>
                <a:latin typeface="Aptos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D826B4B7-9015-9467-8691-B25F2B86B3A2}"/>
              </a:ext>
            </a:extLst>
          </p:cNvPr>
          <p:cNvSpPr txBox="1"/>
          <p:nvPr/>
        </p:nvSpPr>
        <p:spPr>
          <a:xfrm>
            <a:off x="807720" y="1911120"/>
            <a:ext cx="5120640" cy="416498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700">
                <a:solidFill>
                  <a:srgbClr val="2B374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Diferenças</a:t>
            </a:r>
            <a:r>
              <a:rPr dirty="0"/>
              <a:t> de </a:t>
            </a:r>
            <a:r>
              <a:rPr dirty="0" err="1"/>
              <a:t>acesso</a:t>
            </a:r>
            <a:r>
              <a:rPr dirty="0"/>
              <a:t> entre zonas </a:t>
            </a:r>
            <a:r>
              <a:rPr dirty="0" err="1"/>
              <a:t>urbanas</a:t>
            </a:r>
            <a:r>
              <a:rPr dirty="0"/>
              <a:t>, </a:t>
            </a:r>
            <a:r>
              <a:rPr dirty="0" err="1"/>
              <a:t>rurais</a:t>
            </a:r>
            <a:r>
              <a:rPr dirty="0"/>
              <a:t> e </a:t>
            </a:r>
            <a:r>
              <a:rPr dirty="0" err="1"/>
              <a:t>remotas</a:t>
            </a:r>
            <a:endParaRPr dirty="0"/>
          </a:p>
          <a:p>
            <a:pPr>
              <a:lnSpc>
                <a:spcPct val="150000"/>
              </a:lnSpc>
              <a:spcAft>
                <a:spcPts val="1200"/>
              </a:spcAft>
              <a:defRPr sz="1700">
                <a:solidFill>
                  <a:srgbClr val="2B374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Pressão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profissionais</a:t>
            </a:r>
            <a:r>
              <a:rPr dirty="0"/>
              <a:t>, </a:t>
            </a:r>
            <a:r>
              <a:rPr dirty="0" err="1"/>
              <a:t>infraestruturas</a:t>
            </a:r>
            <a:r>
              <a:rPr dirty="0"/>
              <a:t> e </a:t>
            </a:r>
            <a:r>
              <a:rPr dirty="0" err="1"/>
              <a:t>disponibilidade</a:t>
            </a:r>
            <a:r>
              <a:rPr dirty="0"/>
              <a:t> de </a:t>
            </a:r>
            <a:r>
              <a:rPr dirty="0" err="1"/>
              <a:t>insumos</a:t>
            </a:r>
            <a:endParaRPr dirty="0"/>
          </a:p>
          <a:p>
            <a:pPr>
              <a:lnSpc>
                <a:spcPct val="150000"/>
              </a:lnSpc>
              <a:spcAft>
                <a:spcPts val="1200"/>
              </a:spcAft>
              <a:defRPr sz="1700">
                <a:solidFill>
                  <a:srgbClr val="2B374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Distâncias</a:t>
            </a:r>
            <a:r>
              <a:rPr dirty="0"/>
              <a:t>, </a:t>
            </a:r>
            <a:r>
              <a:rPr dirty="0" err="1"/>
              <a:t>transporte</a:t>
            </a:r>
            <a:r>
              <a:rPr dirty="0"/>
              <a:t> e </a:t>
            </a:r>
            <a:r>
              <a:rPr dirty="0" err="1"/>
              <a:t>referenciação</a:t>
            </a:r>
            <a:r>
              <a:rPr dirty="0"/>
              <a:t> de </a:t>
            </a:r>
            <a:r>
              <a:rPr dirty="0" err="1"/>
              <a:t>doentes</a:t>
            </a:r>
            <a:endParaRPr dirty="0"/>
          </a:p>
          <a:p>
            <a:pPr>
              <a:lnSpc>
                <a:spcPct val="150000"/>
              </a:lnSpc>
              <a:spcAft>
                <a:spcPts val="1200"/>
              </a:spcAft>
              <a:defRPr sz="1700">
                <a:solidFill>
                  <a:srgbClr val="2B374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Barreiras</a:t>
            </a:r>
            <a:r>
              <a:rPr dirty="0"/>
              <a:t> </a:t>
            </a:r>
            <a:r>
              <a:rPr dirty="0" err="1"/>
              <a:t>linguísticas</a:t>
            </a:r>
            <a:r>
              <a:rPr dirty="0"/>
              <a:t>, </a:t>
            </a:r>
            <a:r>
              <a:rPr dirty="0" err="1"/>
              <a:t>literacia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saúde</a:t>
            </a:r>
            <a:r>
              <a:rPr dirty="0"/>
              <a:t> e </a:t>
            </a:r>
            <a:r>
              <a:rPr dirty="0" err="1"/>
              <a:t>desigualdades</a:t>
            </a:r>
            <a:r>
              <a:rPr dirty="0"/>
              <a:t> </a:t>
            </a:r>
            <a:r>
              <a:rPr dirty="0" err="1"/>
              <a:t>sociais</a:t>
            </a:r>
            <a:endParaRPr dirty="0"/>
          </a:p>
          <a:p>
            <a:pPr>
              <a:lnSpc>
                <a:spcPct val="150000"/>
              </a:lnSpc>
              <a:spcAft>
                <a:spcPts val="1200"/>
              </a:spcAft>
              <a:defRPr sz="1700">
                <a:solidFill>
                  <a:srgbClr val="2B3741"/>
                </a:solidFill>
                <a:latin typeface="Aptos"/>
              </a:defRPr>
            </a:pPr>
            <a:r>
              <a:rPr dirty="0"/>
              <a:t>• Carga de </a:t>
            </a:r>
            <a:r>
              <a:rPr dirty="0" err="1"/>
              <a:t>doenças</a:t>
            </a:r>
            <a:r>
              <a:rPr dirty="0"/>
              <a:t> </a:t>
            </a:r>
            <a:r>
              <a:rPr dirty="0" err="1"/>
              <a:t>transmissíveis</a:t>
            </a:r>
            <a:r>
              <a:rPr dirty="0"/>
              <a:t> e </a:t>
            </a:r>
            <a:r>
              <a:rPr dirty="0" err="1"/>
              <a:t>crescente</a:t>
            </a:r>
            <a:r>
              <a:rPr dirty="0"/>
              <a:t> </a:t>
            </a:r>
            <a:r>
              <a:rPr dirty="0" err="1"/>
              <a:t>necessidade</a:t>
            </a:r>
            <a:r>
              <a:rPr dirty="0"/>
              <a:t> de </a:t>
            </a:r>
            <a:r>
              <a:rPr dirty="0" err="1"/>
              <a:t>cuidados</a:t>
            </a:r>
            <a:r>
              <a:rPr dirty="0"/>
              <a:t> </a:t>
            </a:r>
            <a:r>
              <a:rPr dirty="0" err="1"/>
              <a:t>crónicos</a:t>
            </a:r>
            <a:endParaRPr dirty="0"/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xmlns="" id="{2D9EB7CF-2E3D-773D-8CD3-1864CAB8782F}"/>
              </a:ext>
            </a:extLst>
          </p:cNvPr>
          <p:cNvSpPr/>
          <p:nvPr/>
        </p:nvSpPr>
        <p:spPr>
          <a:xfrm>
            <a:off x="6309360" y="1645920"/>
            <a:ext cx="5074920" cy="1143000"/>
          </a:xfrm>
          <a:prstGeom prst="roundRect">
            <a:avLst/>
          </a:prstGeom>
          <a:solidFill>
            <a:srgbClr val="F1F7F7"/>
          </a:solidFill>
          <a:ln w="12700">
            <a:solidFill>
              <a:srgbClr val="DA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DED57A77-1C42-6A13-95EF-F70DD5011CD9}"/>
              </a:ext>
            </a:extLst>
          </p:cNvPr>
          <p:cNvSpPr/>
          <p:nvPr/>
        </p:nvSpPr>
        <p:spPr>
          <a:xfrm>
            <a:off x="6309360" y="1645920"/>
            <a:ext cx="73152" cy="1143000"/>
          </a:xfrm>
          <a:prstGeom prst="rect">
            <a:avLst/>
          </a:prstGeom>
          <a:solidFill>
            <a:srgbClr val="00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E354228-A73A-7AFA-AA82-9D866EFCFDF7}"/>
              </a:ext>
            </a:extLst>
          </p:cNvPr>
          <p:cNvSpPr txBox="1"/>
          <p:nvPr/>
        </p:nvSpPr>
        <p:spPr>
          <a:xfrm>
            <a:off x="6510528" y="1810512"/>
            <a:ext cx="470915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304A"/>
                </a:solidFill>
                <a:latin typeface="Aptos"/>
              </a:rPr>
              <a:t>IMPACTO NO UTENTE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4EDB040D-D864-A900-7697-D25B81A97274}"/>
              </a:ext>
            </a:extLst>
          </p:cNvPr>
          <p:cNvSpPr txBox="1"/>
          <p:nvPr/>
        </p:nvSpPr>
        <p:spPr>
          <a:xfrm>
            <a:off x="6510528" y="2359152"/>
            <a:ext cx="4690872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B3741"/>
                </a:solidFill>
                <a:latin typeface="Aptos"/>
              </a:defRPr>
            </a:pPr>
            <a:r>
              <a:t>Atrasos, custos indiretos, interrupção do seguimento e menor confiança.</a:t>
            </a:r>
          </a:p>
        </p:txBody>
      </p:sp>
      <p:sp>
        <p:nvSpPr>
          <p:cNvPr id="36" name="Rounded Rectangle 12">
            <a:extLst>
              <a:ext uri="{FF2B5EF4-FFF2-40B4-BE49-F238E27FC236}">
                <a16:creationId xmlns:a16="http://schemas.microsoft.com/office/drawing/2014/main" xmlns="" id="{5580740D-D18B-3C10-6309-7F8370109A0D}"/>
              </a:ext>
            </a:extLst>
          </p:cNvPr>
          <p:cNvSpPr/>
          <p:nvPr/>
        </p:nvSpPr>
        <p:spPr>
          <a:xfrm>
            <a:off x="6309360" y="2999232"/>
            <a:ext cx="5074920" cy="1143000"/>
          </a:xfrm>
          <a:prstGeom prst="roundRect">
            <a:avLst/>
          </a:prstGeom>
          <a:solidFill>
            <a:srgbClr val="F1F7F7"/>
          </a:solidFill>
          <a:ln w="12700">
            <a:solidFill>
              <a:srgbClr val="DA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9EEA37E1-F607-0F33-C31D-C165EF79BA0D}"/>
              </a:ext>
            </a:extLst>
          </p:cNvPr>
          <p:cNvSpPr/>
          <p:nvPr/>
        </p:nvSpPr>
        <p:spPr>
          <a:xfrm>
            <a:off x="6309360" y="2999232"/>
            <a:ext cx="73152" cy="1143000"/>
          </a:xfrm>
          <a:prstGeom prst="rect">
            <a:avLst/>
          </a:prstGeom>
          <a:solidFill>
            <a:srgbClr val="EBA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338BB109-95BC-98AF-2793-60961A373524}"/>
              </a:ext>
            </a:extLst>
          </p:cNvPr>
          <p:cNvSpPr txBox="1"/>
          <p:nvPr/>
        </p:nvSpPr>
        <p:spPr>
          <a:xfrm>
            <a:off x="6510528" y="3163824"/>
            <a:ext cx="470915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304A"/>
                </a:solidFill>
                <a:latin typeface="Aptos"/>
              </a:rPr>
              <a:t>IMPACTO NA EQUIPA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23AC1272-476B-BB86-DE72-B08E2B7B6637}"/>
              </a:ext>
            </a:extLst>
          </p:cNvPr>
          <p:cNvSpPr txBox="1"/>
          <p:nvPr/>
        </p:nvSpPr>
        <p:spPr>
          <a:xfrm>
            <a:off x="6510528" y="3712463"/>
            <a:ext cx="4690872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B3741"/>
                </a:solidFill>
                <a:latin typeface="Aptos"/>
              </a:defRPr>
            </a:pPr>
            <a:r>
              <a:t>Sobrecarga, desgaste profissional e maior risco de falhas.</a:t>
            </a:r>
          </a:p>
        </p:txBody>
      </p:sp>
      <p:sp>
        <p:nvSpPr>
          <p:cNvPr id="44" name="Rounded Rectangle 16">
            <a:extLst>
              <a:ext uri="{FF2B5EF4-FFF2-40B4-BE49-F238E27FC236}">
                <a16:creationId xmlns:a16="http://schemas.microsoft.com/office/drawing/2014/main" xmlns="" id="{35CB285A-ECF9-FA63-5A57-072BD249E34F}"/>
              </a:ext>
            </a:extLst>
          </p:cNvPr>
          <p:cNvSpPr/>
          <p:nvPr/>
        </p:nvSpPr>
        <p:spPr>
          <a:xfrm>
            <a:off x="6309360" y="4352544"/>
            <a:ext cx="5074920" cy="1143000"/>
          </a:xfrm>
          <a:prstGeom prst="roundRect">
            <a:avLst/>
          </a:prstGeom>
          <a:solidFill>
            <a:srgbClr val="F1F7F7"/>
          </a:solidFill>
          <a:ln w="12700">
            <a:solidFill>
              <a:srgbClr val="DA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446AA145-00B7-7BB7-0B24-3BA0D006D551}"/>
              </a:ext>
            </a:extLst>
          </p:cNvPr>
          <p:cNvSpPr/>
          <p:nvPr/>
        </p:nvSpPr>
        <p:spPr>
          <a:xfrm>
            <a:off x="6309360" y="4352544"/>
            <a:ext cx="73152" cy="1143000"/>
          </a:xfrm>
          <a:prstGeom prst="rect">
            <a:avLst/>
          </a:prstGeom>
          <a:solidFill>
            <a:srgbClr val="31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2BC268DF-36BE-B936-6CFD-5F74AFA52C51}"/>
              </a:ext>
            </a:extLst>
          </p:cNvPr>
          <p:cNvSpPr txBox="1"/>
          <p:nvPr/>
        </p:nvSpPr>
        <p:spPr>
          <a:xfrm>
            <a:off x="6510528" y="4517136"/>
            <a:ext cx="470915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304A"/>
                </a:solidFill>
                <a:latin typeface="Aptos"/>
              </a:rPr>
              <a:t>RESPOSTA NECESSÁRIA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B125BDE4-4565-DCCD-BE4E-084F0DD34C04}"/>
              </a:ext>
            </a:extLst>
          </p:cNvPr>
          <p:cNvSpPr txBox="1"/>
          <p:nvPr/>
        </p:nvSpPr>
        <p:spPr>
          <a:xfrm>
            <a:off x="6510528" y="5065776"/>
            <a:ext cx="4690872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B3741"/>
                </a:solidFill>
                <a:latin typeface="Aptos"/>
              </a:defRPr>
            </a:pPr>
            <a:r>
              <a:t>Priorizar soluções práticas, equitativas e adequadas a cada comunidade.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0F9113AE-47D5-124C-F782-442B84B5BC7A}"/>
              </a:ext>
            </a:extLst>
          </p:cNvPr>
          <p:cNvSpPr txBox="1"/>
          <p:nvPr/>
        </p:nvSpPr>
        <p:spPr>
          <a:xfrm>
            <a:off x="701040" y="6185810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dirty="0">
                <a:solidFill>
                  <a:srgbClr val="5E6F7B"/>
                </a:solidFill>
                <a:latin typeface="Aptos"/>
              </a:rPr>
              <a:t>Nota: </a:t>
            </a:r>
            <a:r>
              <a:rPr sz="1200" b="0" dirty="0" err="1">
                <a:solidFill>
                  <a:srgbClr val="5E6F7B"/>
                </a:solidFill>
                <a:latin typeface="Aptos"/>
              </a:rPr>
              <a:t>os</a:t>
            </a:r>
            <a:r>
              <a:rPr sz="1200" b="0" dirty="0">
                <a:solidFill>
                  <a:srgbClr val="5E6F7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E6F7B"/>
                </a:solidFill>
                <a:latin typeface="Aptos"/>
              </a:rPr>
              <a:t>desafios</a:t>
            </a:r>
            <a:r>
              <a:rPr sz="1200" b="0" dirty="0">
                <a:solidFill>
                  <a:srgbClr val="5E6F7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E6F7B"/>
                </a:solidFill>
                <a:latin typeface="Aptos"/>
              </a:rPr>
              <a:t>variam</a:t>
            </a:r>
            <a:r>
              <a:rPr sz="1200" b="0" dirty="0">
                <a:solidFill>
                  <a:srgbClr val="5E6F7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E6F7B"/>
                </a:solidFill>
                <a:latin typeface="Aptos"/>
              </a:rPr>
              <a:t>por</a:t>
            </a:r>
            <a:r>
              <a:rPr sz="1200" b="0" dirty="0">
                <a:solidFill>
                  <a:srgbClr val="5E6F7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E6F7B"/>
                </a:solidFill>
                <a:latin typeface="Aptos"/>
              </a:rPr>
              <a:t>província</a:t>
            </a:r>
            <a:r>
              <a:rPr sz="1200" b="0" dirty="0">
                <a:solidFill>
                  <a:srgbClr val="5E6F7B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5E6F7B"/>
                </a:solidFill>
                <a:latin typeface="Aptos"/>
              </a:rPr>
              <a:t>distrito</a:t>
            </a:r>
            <a:r>
              <a:rPr sz="1200" b="0" dirty="0">
                <a:solidFill>
                  <a:srgbClr val="5E6F7B"/>
                </a:solidFill>
                <a:latin typeface="Aptos"/>
              </a:rPr>
              <a:t> e </a:t>
            </a:r>
            <a:r>
              <a:rPr sz="1200" b="0" dirty="0" err="1">
                <a:solidFill>
                  <a:srgbClr val="5E6F7B"/>
                </a:solidFill>
                <a:latin typeface="Aptos"/>
              </a:rPr>
              <a:t>tipo</a:t>
            </a:r>
            <a:r>
              <a:rPr sz="1200" b="0" dirty="0">
                <a:solidFill>
                  <a:srgbClr val="5E6F7B"/>
                </a:solidFill>
                <a:latin typeface="Aptos"/>
              </a:rPr>
              <a:t> de </a:t>
            </a:r>
            <a:r>
              <a:rPr sz="1200" b="0" dirty="0" err="1">
                <a:solidFill>
                  <a:srgbClr val="5E6F7B"/>
                </a:solidFill>
                <a:latin typeface="Aptos"/>
              </a:rPr>
              <a:t>unidade</a:t>
            </a:r>
            <a:r>
              <a:rPr sz="1200" b="0" dirty="0">
                <a:solidFill>
                  <a:srgbClr val="5E6F7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E6F7B"/>
                </a:solidFill>
                <a:latin typeface="Aptos"/>
              </a:rPr>
              <a:t>sanitária</a:t>
            </a:r>
            <a:r>
              <a:rPr sz="1200" b="0" dirty="0">
                <a:solidFill>
                  <a:srgbClr val="5E6F7B"/>
                </a:solidFill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706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09F61-7516-D6FF-0B58-876EAC067054}"/>
              </a:ext>
            </a:extLst>
          </p:cNvPr>
          <p:cNvSpPr txBox="1"/>
          <p:nvPr/>
        </p:nvSpPr>
        <p:spPr>
          <a:xfrm>
            <a:off x="2416994" y="221163"/>
            <a:ext cx="74128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Cumprimento de Normas e Protocolos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sp>
        <p:nvSpPr>
          <p:cNvPr id="4" name="Rectangle 1"/>
          <p:cNvSpPr/>
          <p:nvPr/>
        </p:nvSpPr>
        <p:spPr>
          <a:xfrm>
            <a:off x="688014" y="770182"/>
            <a:ext cx="10999161" cy="5842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Hospitais devem dispor de protocolos e normas técnicas para orientar a prestação dos cuidados, devendo os mesmos:</a:t>
            </a: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estar afixados e disponíveis nos sectores, permitindo fácil consulta pelos profissionais;</a:t>
            </a: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 rigorosamente seguidos durante o atendimento, diagnóstico e tratamento;</a:t>
            </a: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abranger os diferentes procedimentos clínicos e as principais patologias atendidas na unidade sanitária. </a:t>
            </a: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endParaRPr lang="pt-B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aplicação dos protocolos, contribui para a padronização dos cuidados, segurança do doente e melhoria da qualidade da assistência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501639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A3E60D-CA30-7621-A324-FE080EC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9AD5B6-96E3-832D-4509-CEDA90820C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867" y="2497007"/>
            <a:ext cx="5174720" cy="4010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BB1DAB2-44BE-44E1-05E5-0CDD90CB9EBB}"/>
              </a:ext>
            </a:extLst>
          </p:cNvPr>
          <p:cNvSpPr txBox="1"/>
          <p:nvPr/>
        </p:nvSpPr>
        <p:spPr>
          <a:xfrm>
            <a:off x="1096327" y="235018"/>
            <a:ext cx="102505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Acolhimento, Comunicação, Privacidade, Dignidade </a:t>
            </a:r>
            <a:r>
              <a:rPr lang="pt-PT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pt-PT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Respeito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F28538C-1797-43F2-72AC-B4FE2FF7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sp>
        <p:nvSpPr>
          <p:cNvPr id="4" name="Rectangle 1"/>
          <p:cNvSpPr/>
          <p:nvPr/>
        </p:nvSpPr>
        <p:spPr>
          <a:xfrm>
            <a:off x="376299" y="819793"/>
            <a:ext cx="10845209" cy="5185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pt-PT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acolhimento dos utentes deve iniciar na aceitação geral, e posteriormente encaminhados aos gabinetes </a:t>
            </a:r>
          </a:p>
          <a:p>
            <a:pPr algn="just">
              <a:lnSpc>
                <a:spcPct val="15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atendimento de acordo com a área da </a:t>
            </a:r>
          </a:p>
          <a:p>
            <a:pPr algn="just">
              <a:lnSpc>
                <a:spcPct val="15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assistência necessária. </a:t>
            </a:r>
          </a:p>
          <a:p>
            <a:pPr algn="just">
              <a:lnSpc>
                <a:spcPct val="15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 utente deve receber um atendimento</a:t>
            </a:r>
          </a:p>
          <a:p>
            <a:pPr algn="just">
              <a:lnSpc>
                <a:spcPct val="15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holístico criando assim uma relação de </a:t>
            </a:r>
          </a:p>
          <a:p>
            <a:pPr algn="just">
              <a:lnSpc>
                <a:spcPct val="15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confiança, segurança e respeito. </a:t>
            </a:r>
          </a:p>
        </p:txBody>
      </p:sp>
    </p:spTree>
    <p:extLst>
      <p:ext uri="{BB962C8B-B14F-4D97-AF65-F5344CB8AC3E}">
        <p14:creationId xmlns:p14="http://schemas.microsoft.com/office/powerpoint/2010/main" val="3638549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210325-FEEA-839B-EF4C-CBC8CB8E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AF187D9-43B4-BCEC-1672-FD9EE13C5993}"/>
              </a:ext>
            </a:extLst>
          </p:cNvPr>
          <p:cNvSpPr txBox="1"/>
          <p:nvPr/>
        </p:nvSpPr>
        <p:spPr>
          <a:xfrm>
            <a:off x="1693980" y="284958"/>
            <a:ext cx="97750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Satisfação e Percepção dos Cuidados Recebidos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8D205FA-01C5-2873-6358-DC0E1473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sp>
        <p:nvSpPr>
          <p:cNvPr id="4" name="TextBox 1"/>
          <p:cNvSpPr txBox="1"/>
          <p:nvPr/>
        </p:nvSpPr>
        <p:spPr>
          <a:xfrm>
            <a:off x="377549" y="1260908"/>
            <a:ext cx="10376937" cy="5130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satisfação e a percepção positiva dos cuidados</a:t>
            </a:r>
          </a:p>
          <a:p>
            <a:pPr algn="just">
              <a:lnSpc>
                <a:spcPct val="20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contribuem para a confiança no serviço de saúde,</a:t>
            </a:r>
          </a:p>
          <a:p>
            <a:pPr algn="just">
              <a:lnSpc>
                <a:spcPct val="20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adesão ao tratamento e melhoria da relação</a:t>
            </a:r>
          </a:p>
          <a:p>
            <a:pPr algn="just">
              <a:lnSpc>
                <a:spcPct val="20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entre profissionais e utentes. Através de satisfatometros</a:t>
            </a:r>
          </a:p>
          <a:p>
            <a:pPr algn="just">
              <a:lnSpc>
                <a:spcPct val="20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alocados nos sectores, os pacientes avaliam a qualidade</a:t>
            </a:r>
          </a:p>
          <a:p>
            <a:pPr algn="just">
              <a:lnSpc>
                <a:spcPct val="20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assistência que recebem.</a:t>
            </a:r>
            <a:endParaRPr lang="pt-PT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2F62FEC-FE4A-22FA-7175-55CD06C845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937" y="1422638"/>
            <a:ext cx="5150533" cy="496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21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210325-FEEA-839B-EF4C-CBC8CB8E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AF187D9-43B4-BCEC-1672-FD9EE13C5993}"/>
              </a:ext>
            </a:extLst>
          </p:cNvPr>
          <p:cNvSpPr txBox="1"/>
          <p:nvPr/>
        </p:nvSpPr>
        <p:spPr>
          <a:xfrm>
            <a:off x="1693980" y="284958"/>
            <a:ext cx="97750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Satisfação dos Utentes no HGC  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8D205FA-01C5-2873-6358-DC0E1473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graphicFrame>
        <p:nvGraphicFramePr>
          <p:cNvPr id="5" name="Gráfic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2400472"/>
              </p:ext>
            </p:extLst>
          </p:nvPr>
        </p:nvGraphicFramePr>
        <p:xfrm>
          <a:off x="1312891" y="1209024"/>
          <a:ext cx="9225222" cy="4637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89788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93114C0-E92A-2665-4919-33C14DF9AAFA}"/>
              </a:ext>
            </a:extLst>
          </p:cNvPr>
          <p:cNvSpPr txBox="1"/>
          <p:nvPr/>
        </p:nvSpPr>
        <p:spPr>
          <a:xfrm>
            <a:off x="1382234" y="221163"/>
            <a:ext cx="99733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Resposta das Unidades às Preocupações dos Utentes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400"/>
            <a:endParaRPr lang="pt-BR" sz="3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08793" y="1180162"/>
            <a:ext cx="1069203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Unidades Sanitárias dispõem de um Gabinete de Atendimento ao Utente, destinado a acolher, ouvir e encaminhar as preocupações, sugestões e reclamações dos utentes.</a:t>
            </a: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gabinete tem como objetivo garantir que as preocupações dos utentes sejam registadas, analisadas e encaminhadas para a devida resolução.</a:t>
            </a:r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 funcionar em articulação directa com a Direção da Unidade Sanitária, permitindo que os problemas identificados sejam avaliados e tomadas as medidas necessárias.</a:t>
            </a: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informação recolhida junto dos utentes deve servir para identificar falhas e oportunidades de melhoria na prestação de serviços e cuidados de saúde.</a:t>
            </a:r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454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93114C0-E92A-2665-4919-33C14DF9AAFA}"/>
              </a:ext>
            </a:extLst>
          </p:cNvPr>
          <p:cNvSpPr txBox="1"/>
          <p:nvPr/>
        </p:nvSpPr>
        <p:spPr>
          <a:xfrm>
            <a:off x="1382234" y="221163"/>
            <a:ext cx="99733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Queixas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Elogios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notificados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HGC</a:t>
            </a:r>
          </a:p>
          <a:p>
            <a:pPr algn="ctr" defTabSz="914400"/>
            <a:endParaRPr lang="pt-BR" sz="3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graphicFrame>
        <p:nvGraphicFramePr>
          <p:cNvPr id="5" name="Espaço Reservado para Conteúd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60580"/>
              </p:ext>
            </p:extLst>
          </p:nvPr>
        </p:nvGraphicFramePr>
        <p:xfrm>
          <a:off x="1403985" y="1003569"/>
          <a:ext cx="9354807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702">
                  <a:extLst>
                    <a:ext uri="{9D8B030D-6E8A-4147-A177-3AD203B41FA5}">
                      <a16:colId xmlns:a16="http://schemas.microsoft.com/office/drawing/2014/main" xmlns="" val="970857801"/>
                    </a:ext>
                  </a:extLst>
                </a:gridCol>
                <a:gridCol w="2738760">
                  <a:extLst>
                    <a:ext uri="{9D8B030D-6E8A-4147-A177-3AD203B41FA5}">
                      <a16:colId xmlns:a16="http://schemas.microsoft.com/office/drawing/2014/main" xmlns="" val="3863712291"/>
                    </a:ext>
                  </a:extLst>
                </a:gridCol>
                <a:gridCol w="1938643">
                  <a:extLst>
                    <a:ext uri="{9D8B030D-6E8A-4147-A177-3AD203B41FA5}">
                      <a16:colId xmlns:a16="http://schemas.microsoft.com/office/drawing/2014/main" xmlns="" val="3335548998"/>
                    </a:ext>
                  </a:extLst>
                </a:gridCol>
                <a:gridCol w="2338702">
                  <a:extLst>
                    <a:ext uri="{9D8B030D-6E8A-4147-A177-3AD203B41FA5}">
                      <a16:colId xmlns:a16="http://schemas.microsoft.com/office/drawing/2014/main" xmlns="" val="988174814"/>
                    </a:ext>
                  </a:extLst>
                </a:gridCol>
              </a:tblGrid>
              <a:tr h="610931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Elogios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Livro de sugestões e reclamações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Chamadas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67267614"/>
                  </a:ext>
                </a:extLst>
              </a:tr>
              <a:tr h="353952">
                <a:tc>
                  <a:txBody>
                    <a:bodyPr/>
                    <a:lstStyle/>
                    <a:p>
                      <a:r>
                        <a:rPr lang="pt-BR" dirty="0"/>
                        <a:t>              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4853651"/>
                  </a:ext>
                </a:extLst>
              </a:tr>
            </a:tbl>
          </a:graphicData>
        </a:graphic>
      </p:graphicFrame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1401976" y="2152948"/>
            <a:ext cx="4609716" cy="4389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Principais queixas: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demora no atendimento na porta 3 e 4 consulta TARV centro de saúde;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atraso no início da actividade na consulta TARV centro de saúde;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demora no atendimento: consulta de Medicina onde foi dada prioridade aos idosos;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ausência do técnico na consulta de segunda linha;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6232718" y="2128758"/>
            <a:ext cx="4609716" cy="4389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Principais Elogios: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 atendimento na  Enfermaria de Medicina.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 atendimento na porta </a:t>
            </a: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Centro de Saúde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 atendimento no sector da Maternidade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 atendimento no sector: Banco de Socorros</a:t>
            </a:r>
            <a:r>
              <a:rPr lang="pt-PT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pt-P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65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F31C6384-2FC1-1791-932E-01958C6FBA32}"/>
              </a:ext>
            </a:extLst>
          </p:cNvPr>
          <p:cNvSpPr>
            <a:spLocks noGrp="1"/>
          </p:cNvSpPr>
          <p:nvPr/>
        </p:nvSpPr>
        <p:spPr>
          <a:xfrm>
            <a:off x="1403985" y="280335"/>
            <a:ext cx="10100048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dirty="0" err="1">
                <a:solidFill>
                  <a:srgbClr val="14312B"/>
                </a:solidFill>
                <a:ea typeface="Arial" pitchFamily="34" charset="-122"/>
                <a:cs typeface="Arial" pitchFamily="34" charset="-120"/>
              </a:rPr>
              <a:t>Fluxo</a:t>
            </a:r>
            <a:r>
              <a:rPr lang="en-US" dirty="0">
                <a:solidFill>
                  <a:srgbClr val="14312B"/>
                </a:solidFill>
                <a:ea typeface="Arial" pitchFamily="34" charset="-122"/>
                <a:cs typeface="Arial" pitchFamily="34" charset="-120"/>
              </a:rPr>
              <a:t> de Gestão das </a:t>
            </a:r>
            <a:r>
              <a:rPr lang="en-US" dirty="0" err="1">
                <a:solidFill>
                  <a:srgbClr val="14312B"/>
                </a:solidFill>
                <a:ea typeface="Arial" pitchFamily="34" charset="-122"/>
                <a:cs typeface="Arial" pitchFamily="34" charset="-120"/>
              </a:rPr>
              <a:t>Queixas</a:t>
            </a:r>
            <a:r>
              <a:rPr lang="en-US" dirty="0">
                <a:solidFill>
                  <a:srgbClr val="14312B"/>
                </a:solidFill>
                <a:ea typeface="Arial" pitchFamily="34" charset="-122"/>
                <a:cs typeface="Arial" pitchFamily="34" charset="-120"/>
              </a:rPr>
              <a:t> dos </a:t>
            </a:r>
            <a:r>
              <a:rPr lang="en-US" dirty="0" err="1">
                <a:solidFill>
                  <a:srgbClr val="14312B"/>
                </a:solidFill>
                <a:ea typeface="Arial" pitchFamily="34" charset="-122"/>
                <a:cs typeface="Arial" pitchFamily="34" charset="-120"/>
              </a:rPr>
              <a:t>Utentes</a:t>
            </a:r>
            <a:endParaRPr lang="en-US" sz="2400" dirty="0"/>
          </a:p>
        </p:txBody>
      </p:sp>
      <p:sp>
        <p:nvSpPr>
          <p:cNvPr id="10" name="Shape 1"/>
          <p:cNvSpPr/>
          <p:nvPr/>
        </p:nvSpPr>
        <p:spPr>
          <a:xfrm>
            <a:off x="854271" y="1630783"/>
            <a:ext cx="1606550" cy="1739721"/>
          </a:xfrm>
          <a:prstGeom prst="roundRect">
            <a:avLst>
              <a:gd name="adj" fmla="val 6140"/>
            </a:avLst>
          </a:prstGeom>
          <a:solidFill>
            <a:srgbClr val="1A6B5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2"/>
          <p:cNvSpPr/>
          <p:nvPr/>
        </p:nvSpPr>
        <p:spPr>
          <a:xfrm>
            <a:off x="990600" y="1767597"/>
            <a:ext cx="1349988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C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3"/>
          <p:cNvSpPr/>
          <p:nvPr/>
        </p:nvSpPr>
        <p:spPr>
          <a:xfrm>
            <a:off x="990600" y="2068068"/>
            <a:ext cx="1349988" cy="21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Entrada (GAU)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4"/>
          <p:cNvSpPr/>
          <p:nvPr/>
        </p:nvSpPr>
        <p:spPr>
          <a:xfrm>
            <a:off x="990600" y="2346927"/>
            <a:ext cx="1349988" cy="75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Queixa, reclamação, sugestão ou elogio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034615" y="1497109"/>
            <a:ext cx="1657711" cy="1850087"/>
          </a:xfrm>
          <a:prstGeom prst="roundRect">
            <a:avLst>
              <a:gd name="adj" fmla="val 5937"/>
            </a:avLst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rgbClr val="DC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/>
          <p:cNvSpPr/>
          <p:nvPr/>
        </p:nvSpPr>
        <p:spPr>
          <a:xfrm>
            <a:off x="3213858" y="1938723"/>
            <a:ext cx="1350024" cy="21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500" b="1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Recepção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3273802" y="2236632"/>
            <a:ext cx="1232930" cy="937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36906" indent="-136906" algn="l">
              <a:lnSpc>
                <a:spcPts val="1690"/>
              </a:lnSpc>
              <a:buSzPct val="100000"/>
              <a:buChar char="•"/>
            </a:pPr>
            <a:r>
              <a:rPr lang="en-US" sz="10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Telefone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6906" indent="-136906" algn="l">
              <a:lnSpc>
                <a:spcPts val="1690"/>
              </a:lnSpc>
              <a:buSzPct val="100000"/>
              <a:buChar char="•"/>
            </a:pPr>
            <a:r>
              <a:rPr lang="en-US" sz="10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Livro de reclamações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6906" indent="-136906" algn="l">
              <a:lnSpc>
                <a:spcPts val="1690"/>
              </a:lnSpc>
              <a:buSzPct val="100000"/>
              <a:buChar char="•"/>
            </a:pPr>
            <a:r>
              <a:rPr lang="en-US" sz="10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Atendimento presencial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5262526" y="1584602"/>
            <a:ext cx="1657675" cy="1675137"/>
          </a:xfrm>
          <a:prstGeom prst="roundRect">
            <a:avLst>
              <a:gd name="adj" fmla="val 5938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DC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5423804" y="1612577"/>
            <a:ext cx="1349988" cy="300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500" b="1" dirty="0">
                <a:solidFill>
                  <a:srgbClr val="1A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441770" y="1892866"/>
            <a:ext cx="1349988" cy="405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500" b="1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Registo e análise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5501592" y="2315176"/>
            <a:ext cx="1349988" cy="57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Gabinete de Atendimento ao Utente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7499676" y="1261101"/>
            <a:ext cx="1657711" cy="2486350"/>
          </a:xfrm>
          <a:prstGeom prst="roundRect">
            <a:avLst>
              <a:gd name="adj" fmla="val 5937"/>
            </a:avLst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C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669646" y="1358239"/>
            <a:ext cx="1350024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600" b="1" dirty="0">
                <a:solidFill>
                  <a:srgbClr val="1A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669646" y="1658709"/>
            <a:ext cx="1350024" cy="21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500" b="1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Resolução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669646" y="1937568"/>
            <a:ext cx="1350024" cy="75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Caso simples:</a:t>
            </a:r>
            <a:r>
              <a:rPr lang="en-US" sz="12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resolvido pelo responsável do gabinete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7669646" y="2756285"/>
            <a:ext cx="1350024" cy="75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Caso complexo:</a:t>
            </a:r>
            <a:r>
              <a:rPr lang="en-US" sz="12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encaminhado à Directora para decisão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9589834" y="1336157"/>
            <a:ext cx="1914199" cy="2329189"/>
          </a:xfrm>
          <a:prstGeom prst="roundRect">
            <a:avLst>
              <a:gd name="adj" fmla="val 5937"/>
            </a:avLst>
          </a:prstGeom>
          <a:solidFill>
            <a:schemeClr val="accent5">
              <a:lumMod val="60000"/>
              <a:lumOff val="40000"/>
            </a:schemeClr>
          </a:solidFill>
          <a:ln w="6350">
            <a:solidFill>
              <a:srgbClr val="DC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9871921" y="1476724"/>
            <a:ext cx="1350024" cy="278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500" b="1" dirty="0">
                <a:solidFill>
                  <a:srgbClr val="1A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9897558" y="1843869"/>
            <a:ext cx="1350024" cy="405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500" b="1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Feedback ao utente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9897558" y="2270438"/>
            <a:ext cx="1350024" cy="75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ts val="1690"/>
              </a:lnSpc>
              <a:buNone/>
            </a:pPr>
            <a:r>
              <a:rPr lang="en-US" sz="15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Comunicação do desfecho e pedido de desculpas, quando aplicável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812800" y="5487013"/>
            <a:ext cx="10566400" cy="904659"/>
          </a:xfrm>
          <a:prstGeom prst="roundRect">
            <a:avLst>
              <a:gd name="adj" fmla="val 11231"/>
            </a:avLst>
          </a:prstGeom>
          <a:solidFill>
            <a:srgbClr val="1431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117600" y="5690213"/>
            <a:ext cx="10255504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000" b="1" dirty="0">
                <a:solidFill>
                  <a:srgbClr val="F3C5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Medidas aplicáveis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1117600" y="5977983"/>
            <a:ext cx="10255504" cy="235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Resolução, procedimento administrativo/legal e responsabilização, quando necessário.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"/>
          <p:cNvSpPr/>
          <p:nvPr/>
        </p:nvSpPr>
        <p:spPr>
          <a:xfrm>
            <a:off x="3166506" y="1650953"/>
            <a:ext cx="1349988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C58A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Seta para a direita 33"/>
          <p:cNvSpPr/>
          <p:nvPr/>
        </p:nvSpPr>
        <p:spPr>
          <a:xfrm>
            <a:off x="2645966" y="2422152"/>
            <a:ext cx="310861" cy="1794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5" name="Seta para a direita 34"/>
          <p:cNvSpPr/>
          <p:nvPr/>
        </p:nvSpPr>
        <p:spPr>
          <a:xfrm>
            <a:off x="9244450" y="2379931"/>
            <a:ext cx="310861" cy="1794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Seta para a direita 35"/>
          <p:cNvSpPr/>
          <p:nvPr/>
        </p:nvSpPr>
        <p:spPr>
          <a:xfrm>
            <a:off x="7114111" y="2395147"/>
            <a:ext cx="310861" cy="1794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Seta para a direita 36"/>
          <p:cNvSpPr/>
          <p:nvPr/>
        </p:nvSpPr>
        <p:spPr>
          <a:xfrm>
            <a:off x="4876117" y="2385218"/>
            <a:ext cx="310861" cy="1794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11987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1E5213-67D7-62F9-547B-DF0C7F4D6C54}"/>
              </a:ext>
            </a:extLst>
          </p:cNvPr>
          <p:cNvSpPr txBox="1"/>
          <p:nvPr/>
        </p:nvSpPr>
        <p:spPr>
          <a:xfrm>
            <a:off x="2416994" y="221163"/>
            <a:ext cx="77264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 Impacto da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Centralidade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no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Utente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sp>
        <p:nvSpPr>
          <p:cNvPr id="5" name="Text 2"/>
          <p:cNvSpPr txBox="1"/>
          <p:nvPr/>
        </p:nvSpPr>
        <p:spPr>
          <a:xfrm>
            <a:off x="552350" y="1321747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1239546" y="1321747"/>
            <a:ext cx="656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Maior adesão terapêutica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Pacientes informados e envolvidos em decisões partilhadas compreendem melhor o diagnóstico e cumprem as prescrições de forma mais rigorosa.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67119" y="2977342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1197298" y="3088010"/>
            <a:ext cx="655520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Redução de incidentes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família atua como barreira extra de segurança: valida procedimentos e medicamentos e relata alterações no estado do paciente em tempo real.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16954" y="45533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1147133" y="4553300"/>
            <a:ext cx="66555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Resultados clínicos positivos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Ambientes humanizados diminuem o stress hospitalar, o que pode contribuir para menor tempo de internamento e maior satisfação global.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313183" y="1191492"/>
            <a:ext cx="3660552" cy="466898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379553" y="1321747"/>
            <a:ext cx="3225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9C46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Na prática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476262" y="1763198"/>
            <a:ext cx="3334394" cy="374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200000"/>
              </a:lnSpc>
              <a:spcAft>
                <a:spcPts val="500"/>
              </a:spcAft>
              <a:buSzPct val="100000"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Explicar diagnóstico e opções em linguagem acessível.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Confirmar a compreensão: pedir ao doente que explique por palavras suas.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Envolver a família quando adequado.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Respeitar preferências e valores.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Recolher regularmente a opinião dos utentes.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967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354D0C-5457-C632-DE00-A712CE83E86E}"/>
              </a:ext>
            </a:extLst>
          </p:cNvPr>
          <p:cNvSpPr txBox="1"/>
          <p:nvPr/>
        </p:nvSpPr>
        <p:spPr>
          <a:xfrm>
            <a:off x="2416994" y="221163"/>
            <a:ext cx="86621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Acções de melhoria e boas práticas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4CD2E3A-C1B5-CB85-A698-C6E7231BF6DD}"/>
              </a:ext>
            </a:extLst>
          </p:cNvPr>
          <p:cNvSpPr/>
          <p:nvPr/>
        </p:nvSpPr>
        <p:spPr>
          <a:xfrm>
            <a:off x="502920" y="6528816"/>
            <a:ext cx="11155680" cy="16459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xmlns="" id="{0E025D3B-F6C9-FA91-E9D9-4CFAF45A29FD}"/>
              </a:ext>
            </a:extLst>
          </p:cNvPr>
          <p:cNvSpPr/>
          <p:nvPr/>
        </p:nvSpPr>
        <p:spPr>
          <a:xfrm>
            <a:off x="594360" y="1723809"/>
            <a:ext cx="5349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29020CF8-35CB-6AD4-E151-093E5DECCCFC}"/>
              </a:ext>
            </a:extLst>
          </p:cNvPr>
          <p:cNvSpPr/>
          <p:nvPr/>
        </p:nvSpPr>
        <p:spPr>
          <a:xfrm>
            <a:off x="594360" y="1723809"/>
            <a:ext cx="82296" cy="1600200"/>
          </a:xfrm>
          <a:prstGeom prst="rect">
            <a:avLst/>
          </a:prstGeom>
          <a:solidFill>
            <a:srgbClr val="1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D86FB58-96E3-F31B-7D3D-9D95F9C5BD1E}"/>
              </a:ext>
            </a:extLst>
          </p:cNvPr>
          <p:cNvSpPr txBox="1"/>
          <p:nvPr/>
        </p:nvSpPr>
        <p:spPr>
          <a:xfrm>
            <a:off x="795528" y="1851824"/>
            <a:ext cx="5001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F305B"/>
                </a:solidFill>
                <a:latin typeface="Aptos"/>
              </a:defRPr>
            </a:pPr>
            <a:r>
              <a:t>Organização do atendimento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5AB78A5-7F53-587B-EAE5-D966D99A24CC}"/>
              </a:ext>
            </a:extLst>
          </p:cNvPr>
          <p:cNvSpPr txBox="1"/>
          <p:nvPr/>
        </p:nvSpPr>
        <p:spPr>
          <a:xfrm>
            <a:off x="795528" y="2290736"/>
            <a:ext cx="4965192" cy="663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  <a:defRPr sz="1300" b="0">
                <a:solidFill>
                  <a:srgbClr val="2B3746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Mapear</a:t>
            </a:r>
            <a:r>
              <a:rPr dirty="0"/>
              <a:t> o </a:t>
            </a:r>
            <a:r>
              <a:rPr dirty="0" err="1"/>
              <a:t>percurso</a:t>
            </a:r>
            <a:r>
              <a:rPr dirty="0"/>
              <a:t> do </a:t>
            </a:r>
            <a:r>
              <a:rPr dirty="0" err="1"/>
              <a:t>utente</a:t>
            </a:r>
            <a:r>
              <a:rPr dirty="0"/>
              <a:t>; </a:t>
            </a:r>
            <a:r>
              <a:rPr dirty="0" err="1"/>
              <a:t>gerir</a:t>
            </a:r>
            <a:r>
              <a:rPr dirty="0"/>
              <a:t> </a:t>
            </a:r>
            <a:r>
              <a:rPr dirty="0" err="1"/>
              <a:t>filas</a:t>
            </a:r>
            <a:r>
              <a:rPr dirty="0"/>
              <a:t> e </a:t>
            </a:r>
            <a:r>
              <a:rPr dirty="0" err="1"/>
              <a:t>marcações</a:t>
            </a:r>
            <a:r>
              <a:rPr dirty="0"/>
              <a:t>; </a:t>
            </a:r>
            <a:r>
              <a:rPr dirty="0" err="1"/>
              <a:t>reforçar</a:t>
            </a:r>
            <a:r>
              <a:rPr dirty="0"/>
              <a:t> </a:t>
            </a:r>
            <a:r>
              <a:rPr dirty="0" err="1"/>
              <a:t>triagem</a:t>
            </a:r>
            <a:r>
              <a:rPr dirty="0"/>
              <a:t> e </a:t>
            </a:r>
            <a:r>
              <a:rPr dirty="0" err="1"/>
              <a:t>referenciação</a:t>
            </a:r>
            <a:r>
              <a:rPr dirty="0"/>
              <a:t>.</a:t>
            </a:r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xmlns="" id="{F534D409-DC25-15B8-FAEF-620067F0C021}"/>
              </a:ext>
            </a:extLst>
          </p:cNvPr>
          <p:cNvSpPr/>
          <p:nvPr/>
        </p:nvSpPr>
        <p:spPr>
          <a:xfrm>
            <a:off x="6217920" y="1723809"/>
            <a:ext cx="5349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DC4DC04A-2379-0091-E890-1FF3C05CD878}"/>
              </a:ext>
            </a:extLst>
          </p:cNvPr>
          <p:cNvSpPr/>
          <p:nvPr/>
        </p:nvSpPr>
        <p:spPr>
          <a:xfrm>
            <a:off x="6217920" y="1723809"/>
            <a:ext cx="82296" cy="1600200"/>
          </a:xfrm>
          <a:prstGeom prst="rect">
            <a:avLst/>
          </a:prstGeom>
          <a:solidFill>
            <a:srgbClr val="EE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0531C54-1FBE-B336-0A30-6D7C27D97E62}"/>
              </a:ext>
            </a:extLst>
          </p:cNvPr>
          <p:cNvSpPr txBox="1"/>
          <p:nvPr/>
        </p:nvSpPr>
        <p:spPr>
          <a:xfrm>
            <a:off x="6419088" y="1851824"/>
            <a:ext cx="5001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F305B"/>
                </a:solidFill>
                <a:latin typeface="Aptos"/>
              </a:defRPr>
            </a:pPr>
            <a:r>
              <a:t>Capacitação das equipas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9AB17832-44DC-E692-5649-EFC1EFBDB905}"/>
              </a:ext>
            </a:extLst>
          </p:cNvPr>
          <p:cNvSpPr txBox="1"/>
          <p:nvPr/>
        </p:nvSpPr>
        <p:spPr>
          <a:xfrm>
            <a:off x="6419088" y="2290736"/>
            <a:ext cx="496519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B3746"/>
                </a:solidFill>
                <a:latin typeface="Aptos"/>
              </a:defRPr>
            </a:pPr>
            <a:r>
              <a:t>• Formação contínua em protocolos, prevenção de infecções, comunicação e ética.</a:t>
            </a:r>
          </a:p>
        </p:txBody>
      </p:sp>
      <p:sp>
        <p:nvSpPr>
          <p:cNvPr id="32" name="Rounded Rectangle 16">
            <a:extLst>
              <a:ext uri="{FF2B5EF4-FFF2-40B4-BE49-F238E27FC236}">
                <a16:creationId xmlns:a16="http://schemas.microsoft.com/office/drawing/2014/main" xmlns="" id="{D84C932F-C72E-FBE2-02D5-A5D0FC0C2AF7}"/>
              </a:ext>
            </a:extLst>
          </p:cNvPr>
          <p:cNvSpPr/>
          <p:nvPr/>
        </p:nvSpPr>
        <p:spPr>
          <a:xfrm>
            <a:off x="594360" y="3644049"/>
            <a:ext cx="5349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FA32035E-2DEF-ABFB-2013-08E01C1052A9}"/>
              </a:ext>
            </a:extLst>
          </p:cNvPr>
          <p:cNvSpPr/>
          <p:nvPr/>
        </p:nvSpPr>
        <p:spPr>
          <a:xfrm>
            <a:off x="594360" y="3644049"/>
            <a:ext cx="82296" cy="1600200"/>
          </a:xfrm>
          <a:prstGeom prst="rect">
            <a:avLst/>
          </a:prstGeom>
          <a:solidFill>
            <a:srgbClr val="258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496AEF64-9D61-C2CD-6B6A-6AAF3C419746}"/>
              </a:ext>
            </a:extLst>
          </p:cNvPr>
          <p:cNvSpPr txBox="1"/>
          <p:nvPr/>
        </p:nvSpPr>
        <p:spPr>
          <a:xfrm>
            <a:off x="795528" y="3772065"/>
            <a:ext cx="5001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F305B"/>
                </a:solidFill>
                <a:latin typeface="Aptos"/>
              </a:defRPr>
            </a:pPr>
            <a:r>
              <a:t>Gestão da segurança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00935948-E87E-79A8-1321-3AC8F51F82CE}"/>
              </a:ext>
            </a:extLst>
          </p:cNvPr>
          <p:cNvSpPr txBox="1"/>
          <p:nvPr/>
        </p:nvSpPr>
        <p:spPr>
          <a:xfrm>
            <a:off x="795528" y="4210977"/>
            <a:ext cx="496519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B3746"/>
                </a:solidFill>
                <a:latin typeface="Aptos"/>
              </a:defRPr>
            </a:pPr>
            <a:r>
              <a:t>• Notificação de incidentes, auditorias, reuniões de revisão e planos correctivos.</a:t>
            </a:r>
          </a:p>
        </p:txBody>
      </p:sp>
      <p:sp>
        <p:nvSpPr>
          <p:cNvPr id="40" name="Rounded Rectangle 20">
            <a:extLst>
              <a:ext uri="{FF2B5EF4-FFF2-40B4-BE49-F238E27FC236}">
                <a16:creationId xmlns:a16="http://schemas.microsoft.com/office/drawing/2014/main" xmlns="" id="{CE920168-C81A-4BBD-6633-8A8C7658456F}"/>
              </a:ext>
            </a:extLst>
          </p:cNvPr>
          <p:cNvSpPr/>
          <p:nvPr/>
        </p:nvSpPr>
        <p:spPr>
          <a:xfrm>
            <a:off x="6217920" y="3644049"/>
            <a:ext cx="5349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6FA3F5B3-E725-BA2C-EA40-69027859B9A5}"/>
              </a:ext>
            </a:extLst>
          </p:cNvPr>
          <p:cNvSpPr/>
          <p:nvPr/>
        </p:nvSpPr>
        <p:spPr>
          <a:xfrm>
            <a:off x="6217920" y="3644049"/>
            <a:ext cx="82296" cy="16002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7548FC99-1D37-5998-F28E-0E6765C53D8B}"/>
              </a:ext>
            </a:extLst>
          </p:cNvPr>
          <p:cNvSpPr txBox="1"/>
          <p:nvPr/>
        </p:nvSpPr>
        <p:spPr>
          <a:xfrm>
            <a:off x="6419088" y="3772065"/>
            <a:ext cx="5001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F305B"/>
                </a:solidFill>
                <a:latin typeface="Aptos"/>
              </a:defRPr>
            </a:pPr>
            <a:r>
              <a:t>Humanização e participação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45BC05B0-52D7-0729-DA30-87F6E24D181C}"/>
              </a:ext>
            </a:extLst>
          </p:cNvPr>
          <p:cNvSpPr txBox="1"/>
          <p:nvPr/>
        </p:nvSpPr>
        <p:spPr>
          <a:xfrm>
            <a:off x="6419088" y="4210977"/>
            <a:ext cx="496519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B3746"/>
                </a:solidFill>
                <a:latin typeface="Aptos"/>
              </a:defRPr>
            </a:pPr>
            <a:r>
              <a:t>• Auscultação regular, informação acessível, privacidade e envolvimento comunitário.</a:t>
            </a:r>
          </a:p>
        </p:txBody>
      </p:sp>
    </p:spTree>
    <p:extLst>
      <p:ext uri="{BB962C8B-B14F-4D97-AF65-F5344CB8AC3E}">
        <p14:creationId xmlns:p14="http://schemas.microsoft.com/office/powerpoint/2010/main" val="1758350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sp>
        <p:nvSpPr>
          <p:cNvPr id="9" name="Retângulo 8"/>
          <p:cNvSpPr/>
          <p:nvPr/>
        </p:nvSpPr>
        <p:spPr>
          <a:xfrm>
            <a:off x="2947230" y="211904"/>
            <a:ext cx="48141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Contactos e linha verde</a:t>
            </a:r>
            <a:endParaRPr lang="pt-PT" sz="36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DC06D04-EC4A-A569-AF26-66908D1CB9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645" y="1317836"/>
            <a:ext cx="3603155" cy="50922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759FEFF7-4DA4-3AC6-8EC6-7EBB44D251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698" y="1382599"/>
            <a:ext cx="3339382" cy="500907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80F1736A-68EB-AC39-1AA4-F326A8D52E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78" y="1299440"/>
            <a:ext cx="3603155" cy="509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468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E7411739-3E3D-55AA-473F-5BA380D32E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147" y="1195754"/>
            <a:ext cx="3463946" cy="51959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51C8B11F-69BC-5C77-4055-F6A0F61303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2" r="16955"/>
          <a:stretch>
            <a:fillRect/>
          </a:stretch>
        </p:blipFill>
        <p:spPr>
          <a:xfrm>
            <a:off x="4048854" y="2021044"/>
            <a:ext cx="3870483" cy="39738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CA1915BA-760A-196B-8306-6B727A98B1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21" y="1185218"/>
            <a:ext cx="3676521" cy="519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44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CDCB32-7B67-C829-2FFC-548D4B30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AE5259F-4583-3753-18AE-3ED376E2130C}"/>
              </a:ext>
            </a:extLst>
          </p:cNvPr>
          <p:cNvSpPr txBox="1"/>
          <p:nvPr/>
        </p:nvSpPr>
        <p:spPr>
          <a:xfrm>
            <a:off x="2416995" y="221163"/>
            <a:ext cx="6169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8409460-626D-3C44-B40F-F7CB5805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p:sp>
        <p:nvSpPr>
          <p:cNvPr id="4" name="Rectangle 1"/>
          <p:cNvSpPr/>
          <p:nvPr/>
        </p:nvSpPr>
        <p:spPr>
          <a:xfrm>
            <a:off x="1027864" y="1125872"/>
            <a:ext cx="10659311" cy="5131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acções de melhoria na qualidade, segurança e humanização dos cuidados incluem capacitar os profissionais, melhorar a comunicação, prever erros, cumprir com protocolos de segurança, respeitar e ouvir os pacientes, garantir um ambiente adequado, promover o trabalho em equipe e utilizar reclamações e sugestões para corrigir falhas e melhorar continuamente os serviços de saúde.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6622644-A637-48A4-B554-D3FA88BAC981}"/>
              </a:ext>
            </a:extLst>
          </p:cNvPr>
          <p:cNvSpPr txBox="1"/>
          <p:nvPr/>
        </p:nvSpPr>
        <p:spPr>
          <a:xfrm>
            <a:off x="533400" y="553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52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61B4642-5A1F-53EE-276B-947768EDE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B1DC8A0-37BF-7B0D-8742-1B18AC54C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9361"/>
            <a:ext cx="12192000" cy="588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89179C-01C5-98BA-038F-4CAAF9896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1687176"/>
            <a:ext cx="10389328" cy="4036291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cuidar</a:t>
            </a: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com </a:t>
            </a:r>
            <a:r>
              <a:rPr lang="en-US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qualidade</a:t>
            </a: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É </a:t>
            </a:r>
            <a:r>
              <a:rPr lang="en-US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servir</a:t>
            </a: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com </a:t>
            </a:r>
            <a:b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excelencia</a:t>
            </a: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b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“Cada </a:t>
            </a:r>
            <a:r>
              <a:rPr lang="en-US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utente</a:t>
            </a: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merece</a:t>
            </a: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ser</a:t>
            </a:r>
            <a:b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acolhido</a:t>
            </a: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com </a:t>
            </a:r>
            <a:r>
              <a:rPr lang="en-US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atenÇÃo</a:t>
            </a: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ouvido</a:t>
            </a: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 </a:t>
            </a:r>
            <a:r>
              <a:rPr lang="en-US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respeito</a:t>
            </a: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atendido</a:t>
            </a: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com </a:t>
            </a:r>
            <a:b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profissionalismo</a:t>
            </a: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humanidade</a:t>
            </a:r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F07A387-2F52-F3F5-214B-BEAC7A92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8A12208-DE0B-0D6C-CD5B-B73A76015245}"/>
              </a:ext>
            </a:extLst>
          </p:cNvPr>
          <p:cNvSpPr txBox="1"/>
          <p:nvPr/>
        </p:nvSpPr>
        <p:spPr>
          <a:xfrm>
            <a:off x="3524280" y="5908639"/>
            <a:ext cx="42086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Obrigada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4806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9706</TotalTime>
  <Words>1283</Words>
  <Application>Microsoft Office PowerPoint</Application>
  <PresentationFormat>Ecrã Panorâmico</PresentationFormat>
  <Paragraphs>183</Paragraphs>
  <Slides>20</Slides>
  <Notes>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20</vt:i4>
      </vt:variant>
    </vt:vector>
  </HeadingPairs>
  <TitlesOfParts>
    <vt:vector size="35" baseType="lpstr">
      <vt:lpstr>Arial Unicode MS</vt:lpstr>
      <vt:lpstr>MS PGothic</vt:lpstr>
      <vt:lpstr>Aptos</vt:lpstr>
      <vt:lpstr>Arial</vt:lpstr>
      <vt:lpstr>Arial Narrow</vt:lpstr>
      <vt:lpstr>Calibri</vt:lpstr>
      <vt:lpstr>Cambria</vt:lpstr>
      <vt:lpstr>Century Gothic</vt:lpstr>
      <vt:lpstr>Comic Sans MS</vt:lpstr>
      <vt:lpstr>Garet Bold</vt:lpstr>
      <vt:lpstr>Garet Bold Italics</vt:lpstr>
      <vt:lpstr>Times New Roman</vt:lpstr>
      <vt:lpstr>Wingdings</vt:lpstr>
      <vt:lpstr>Wingdings 3</vt:lpstr>
      <vt:lpstr>Slice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“cuidar com qualidade É servir com  excelencia”  “Cada utente merece ser  acolhido com atenÇÃo, ouvido  com respeito e atendido com  profissionalismo e humanidade”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Artur</cp:lastModifiedBy>
  <cp:revision>186</cp:revision>
  <dcterms:created xsi:type="dcterms:W3CDTF">2025-07-14T08:03:00Z</dcterms:created>
  <dcterms:modified xsi:type="dcterms:W3CDTF">2026-10-11T15:38:34Z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