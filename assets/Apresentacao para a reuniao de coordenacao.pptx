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8" r:id="rId2"/>
    <p:sldId id="256" r:id="rId3"/>
    <p:sldId id="345" r:id="rId4"/>
    <p:sldId id="4866" r:id="rId5"/>
    <p:sldId id="4869" r:id="rId6"/>
    <p:sldId id="4870" r:id="rId7"/>
    <p:sldId id="4871" r:id="rId8"/>
    <p:sldId id="4872" r:id="rId9"/>
    <p:sldId id="4873" r:id="rId10"/>
    <p:sldId id="4874" r:id="rId11"/>
    <p:sldId id="4875" r:id="rId12"/>
    <p:sldId id="4876" r:id="rId13"/>
    <p:sldId id="4877" r:id="rId14"/>
    <p:sldId id="4878" r:id="rId15"/>
    <p:sldId id="4879" r:id="rId16"/>
    <p:sldId id="4880" r:id="rId17"/>
    <p:sldId id="4881" r:id="rId18"/>
    <p:sldId id="4882" r:id="rId19"/>
    <p:sldId id="4883" r:id="rId20"/>
    <p:sldId id="4884" r:id="rId21"/>
    <p:sldId id="4885" r:id="rId22"/>
    <p:sldId id="4886" r:id="rId23"/>
    <p:sldId id="4887" r:id="rId24"/>
    <p:sldId id="4888" r:id="rId25"/>
    <p:sldId id="4889" r:id="rId26"/>
    <p:sldId id="4890" r:id="rId27"/>
    <p:sldId id="4891" r:id="rId28"/>
    <p:sldId id="4892" r:id="rId29"/>
    <p:sldId id="4893" r:id="rId30"/>
    <p:sldId id="4894" r:id="rId31"/>
    <p:sldId id="4895" r:id="rId32"/>
    <p:sldId id="4896" r:id="rId33"/>
    <p:sldId id="4897" r:id="rId34"/>
    <p:sldId id="4898" r:id="rId35"/>
    <p:sldId id="4899" r:id="rId36"/>
    <p:sldId id="4900" r:id="rId37"/>
    <p:sldId id="4901" r:id="rId38"/>
    <p:sldId id="4902" r:id="rId39"/>
    <p:sldId id="4903" r:id="rId40"/>
    <p:sldId id="4904" r:id="rId41"/>
    <p:sldId id="4905" r:id="rId42"/>
    <p:sldId id="4906" r:id="rId43"/>
    <p:sldId id="4907" r:id="rId44"/>
    <p:sldId id="4908" r:id="rId45"/>
    <p:sldId id="4909" r:id="rId46"/>
    <p:sldId id="347" r:id="rId47"/>
    <p:sldId id="2147469055" r:id="rId48"/>
    <p:sldId id="351" r:id="rId49"/>
    <p:sldId id="352" r:id="rId50"/>
    <p:sldId id="2147469054" r:id="rId51"/>
    <p:sldId id="349" r:id="rId52"/>
    <p:sldId id="350" r:id="rId53"/>
    <p:sldId id="936" r:id="rId54"/>
    <p:sldId id="2147469050" r:id="rId55"/>
    <p:sldId id="932" r:id="rId56"/>
    <p:sldId id="344" r:id="rId57"/>
    <p:sldId id="939" r:id="rId58"/>
    <p:sldId id="2147469053" r:id="rId59"/>
    <p:sldId id="381" r:id="rId60"/>
    <p:sldId id="343" r:id="rId61"/>
  </p:sldIdLst>
  <p:sldSz cx="12192000" cy="6858000"/>
  <p:notesSz cx="6858000" cy="9144000"/>
  <p:custDataLst>
    <p:tags r:id="rId64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CF8"/>
    <a:srgbClr val="E4F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797C8-0E34-4105-B43A-9473771095AA}" v="45" dt="2026-09-17T12:31:44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handoutMaster" Target="handoutMasters/handoutMaster1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gs" Target="tags/tag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vao Timbana" userId="7ed9e01f-347d-41e7-8ac4-53e49369b88d" providerId="ADAL" clId="{C333D178-E2ED-4FA8-9CC0-19F94F3C9C94}"/>
    <pc:docChg chg="undo redo custSel addSld delSld modSld modMainMaster">
      <pc:chgData name="Cristovao Timbana" userId="7ed9e01f-347d-41e7-8ac4-53e49369b88d" providerId="ADAL" clId="{C333D178-E2ED-4FA8-9CC0-19F94F3C9C94}" dt="2026-09-17T12:33:38.596" v="857" actId="478"/>
      <pc:docMkLst>
        <pc:docMk/>
      </pc:docMkLst>
      <pc:sldChg chg="addSp delSp modSp mod">
        <pc:chgData name="Cristovao Timbana" userId="7ed9e01f-347d-41e7-8ac4-53e49369b88d" providerId="ADAL" clId="{C333D178-E2ED-4FA8-9CC0-19F94F3C9C94}" dt="2026-09-17T12:33:38.596" v="857" actId="478"/>
        <pc:sldMkLst>
          <pc:docMk/>
          <pc:sldMk cId="0" sldId="256"/>
        </pc:sldMkLst>
        <pc:spChg chg="del">
          <ac:chgData name="Cristovao Timbana" userId="7ed9e01f-347d-41e7-8ac4-53e49369b88d" providerId="ADAL" clId="{C333D178-E2ED-4FA8-9CC0-19F94F3C9C94}" dt="2026-09-17T11:50:53.089" v="832" actId="478"/>
          <ac:spMkLst>
            <pc:docMk/>
            <pc:sldMk cId="0" sldId="256"/>
            <ac:spMk id="2" creationId="{FFD33A6C-1A3E-2E73-14C7-652256455583}"/>
          </ac:spMkLst>
        </pc:spChg>
        <pc:spChg chg="del">
          <ac:chgData name="Cristovao Timbana" userId="7ed9e01f-347d-41e7-8ac4-53e49369b88d" providerId="ADAL" clId="{C333D178-E2ED-4FA8-9CC0-19F94F3C9C94}" dt="2026-09-17T12:33:38.596" v="857" actId="478"/>
          <ac:spMkLst>
            <pc:docMk/>
            <pc:sldMk cId="0" sldId="256"/>
            <ac:spMk id="3" creationId="{AD795669-CAE4-E51E-24B2-B7B861015AFB}"/>
          </ac:spMkLst>
        </pc:spChg>
      </pc:sldChg>
      <pc:sldChg chg="addSp delSp modSp mod setBg">
        <pc:chgData name="Cristovao Timbana" userId="7ed9e01f-347d-41e7-8ac4-53e49369b88d" providerId="ADAL" clId="{C333D178-E2ED-4FA8-9CC0-19F94F3C9C94}" dt="2026-09-17T11:49:49.820" v="829" actId="20577"/>
        <pc:sldMkLst>
          <pc:docMk/>
          <pc:sldMk cId="0" sldId="258"/>
        </pc:sldMkLst>
        <pc:spChg chg="mod">
          <ac:chgData name="Cristovao Timbana" userId="7ed9e01f-347d-41e7-8ac4-53e49369b88d" providerId="ADAL" clId="{C333D178-E2ED-4FA8-9CC0-19F94F3C9C94}" dt="2026-09-14T12:44:59.074" v="678" actId="313"/>
          <ac:spMkLst>
            <pc:docMk/>
            <pc:sldMk cId="0" sldId="258"/>
            <ac:spMk id="13" creationId="{DF74C49A-5555-F6DF-2344-48955F797FD8}"/>
          </ac:spMkLst>
        </pc:spChg>
        <pc:spChg chg="mod">
          <ac:chgData name="Cristovao Timbana" userId="7ed9e01f-347d-41e7-8ac4-53e49369b88d" providerId="ADAL" clId="{C333D178-E2ED-4FA8-9CC0-19F94F3C9C94}" dt="2026-09-14T12:40:01.838" v="504" actId="1076"/>
          <ac:spMkLst>
            <pc:docMk/>
            <pc:sldMk cId="0" sldId="258"/>
            <ac:spMk id="24578" creationId="{A4012CFA-58F9-3F43-704D-7C6D4C70C954}"/>
          </ac:spMkLst>
        </pc:spChg>
        <pc:spChg chg="mod">
          <ac:chgData name="Cristovao Timbana" userId="7ed9e01f-347d-41e7-8ac4-53e49369b88d" providerId="ADAL" clId="{C333D178-E2ED-4FA8-9CC0-19F94F3C9C94}" dt="2026-09-17T11:49:49.820" v="829" actId="20577"/>
          <ac:spMkLst>
            <pc:docMk/>
            <pc:sldMk cId="0" sldId="258"/>
            <ac:spMk id="24579" creationId="{5C866598-F616-1F5F-A9F9-9B89097F1884}"/>
          </ac:spMkLst>
        </pc:spChg>
        <pc:picChg chg="mod">
          <ac:chgData name="Cristovao Timbana" userId="7ed9e01f-347d-41e7-8ac4-53e49369b88d" providerId="ADAL" clId="{C333D178-E2ED-4FA8-9CC0-19F94F3C9C94}" dt="2026-09-14T12:39:47.360" v="500" actId="14100"/>
          <ac:picMkLst>
            <pc:docMk/>
            <pc:sldMk cId="0" sldId="258"/>
            <ac:picMk id="24580" creationId="{FA5EF871-EDDE-BAD2-1693-91DAF3A24833}"/>
          </ac:picMkLst>
        </pc:picChg>
      </pc:sldChg>
      <pc:sldChg chg="addSp delSp modSp mod">
        <pc:chgData name="Cristovao Timbana" userId="7ed9e01f-347d-41e7-8ac4-53e49369b88d" providerId="ADAL" clId="{C333D178-E2ED-4FA8-9CC0-19F94F3C9C94}" dt="2026-09-17T12:27:18.592" v="839" actId="6549"/>
        <pc:sldMkLst>
          <pc:docMk/>
          <pc:sldMk cId="2765791685" sldId="333"/>
        </pc:sldMkLst>
        <pc:spChg chg="add del mod">
          <ac:chgData name="Cristovao Timbana" userId="7ed9e01f-347d-41e7-8ac4-53e49369b88d" providerId="ADAL" clId="{C333D178-E2ED-4FA8-9CC0-19F94F3C9C94}" dt="2026-09-17T10:57:07.481" v="805" actId="478"/>
          <ac:spMkLst>
            <pc:docMk/>
            <pc:sldMk cId="2765791685" sldId="333"/>
            <ac:spMk id="3" creationId="{B5363E4B-0714-D58C-AAE8-8426F8D6EE5B}"/>
          </ac:spMkLst>
        </pc:spChg>
        <pc:spChg chg="add mod">
          <ac:chgData name="Cristovao Timbana" userId="7ed9e01f-347d-41e7-8ac4-53e49369b88d" providerId="ADAL" clId="{C333D178-E2ED-4FA8-9CC0-19F94F3C9C94}" dt="2026-09-17T12:27:18.592" v="839" actId="6549"/>
          <ac:spMkLst>
            <pc:docMk/>
            <pc:sldMk cId="2765791685" sldId="333"/>
            <ac:spMk id="4" creationId="{0232D695-7911-9AB7-1525-6B0B63590185}"/>
          </ac:spMkLst>
        </pc:spChg>
        <pc:spChg chg="add mod">
          <ac:chgData name="Cristovao Timbana" userId="7ed9e01f-347d-41e7-8ac4-53e49369b88d" providerId="ADAL" clId="{C333D178-E2ED-4FA8-9CC0-19F94F3C9C94}" dt="2026-09-14T12:50:44.858" v="713" actId="20577"/>
          <ac:spMkLst>
            <pc:docMk/>
            <pc:sldMk cId="2765791685" sldId="333"/>
            <ac:spMk id="6" creationId="{B5678C29-B991-E318-C6A6-550E6CF7E735}"/>
          </ac:spMkLst>
        </pc:spChg>
        <pc:spChg chg="del mod">
          <ac:chgData name="Cristovao Timbana" userId="7ed9e01f-347d-41e7-8ac4-53e49369b88d" providerId="ADAL" clId="{C333D178-E2ED-4FA8-9CC0-19F94F3C9C94}" dt="2026-09-17T10:58:00.612" v="806" actId="478"/>
          <ac:spMkLst>
            <pc:docMk/>
            <pc:sldMk cId="2765791685" sldId="333"/>
            <ac:spMk id="94213" creationId="{00000000-0000-0000-0000-000000000000}"/>
          </ac:spMkLst>
        </pc:spChg>
      </pc:sldChg>
      <pc:sldChg chg="addSp delSp modSp add mod">
        <pc:chgData name="Cristovao Timbana" userId="7ed9e01f-347d-41e7-8ac4-53e49369b88d" providerId="ADAL" clId="{C333D178-E2ED-4FA8-9CC0-19F94F3C9C94}" dt="2026-09-14T13:33:11.462" v="755" actId="14100"/>
        <pc:sldMkLst>
          <pc:docMk/>
          <pc:sldMk cId="469607465" sldId="343"/>
        </pc:sldMkLst>
        <pc:spChg chg="add mod">
          <ac:chgData name="Cristovao Timbana" userId="7ed9e01f-347d-41e7-8ac4-53e49369b88d" providerId="ADAL" clId="{C333D178-E2ED-4FA8-9CC0-19F94F3C9C94}" dt="2026-09-14T13:33:11.462" v="755" actId="14100"/>
          <ac:spMkLst>
            <pc:docMk/>
            <pc:sldMk cId="469607465" sldId="343"/>
            <ac:spMk id="6" creationId="{9A4DD2E7-4F49-8D49-8B50-82758105787C}"/>
          </ac:spMkLst>
        </pc:spChg>
      </pc:sldChg>
      <pc:sldChg chg="add">
        <pc:chgData name="Cristovao Timbana" userId="7ed9e01f-347d-41e7-8ac4-53e49369b88d" providerId="ADAL" clId="{C333D178-E2ED-4FA8-9CC0-19F94F3C9C94}" dt="2026-09-17T10:56:01.239" v="762"/>
        <pc:sldMkLst>
          <pc:docMk/>
          <pc:sldMk cId="547752343" sldId="344"/>
        </pc:sldMkLst>
      </pc:sldChg>
      <pc:sldChg chg="new del">
        <pc:chgData name="Cristovao Timbana" userId="7ed9e01f-347d-41e7-8ac4-53e49369b88d" providerId="ADAL" clId="{C333D178-E2ED-4FA8-9CC0-19F94F3C9C94}" dt="2026-09-17T10:55:37.417" v="759" actId="680"/>
        <pc:sldMkLst>
          <pc:docMk/>
          <pc:sldMk cId="735031126" sldId="344"/>
        </pc:sldMkLst>
      </pc:sldChg>
      <pc:sldChg chg="new del">
        <pc:chgData name="Cristovao Timbana" userId="7ed9e01f-347d-41e7-8ac4-53e49369b88d" providerId="ADAL" clId="{C333D178-E2ED-4FA8-9CC0-19F94F3C9C94}" dt="2026-09-17T10:55:33.065" v="757" actId="680"/>
        <pc:sldMkLst>
          <pc:docMk/>
          <pc:sldMk cId="1154063898" sldId="344"/>
        </pc:sldMkLst>
      </pc:sldChg>
      <pc:sldChg chg="new del">
        <pc:chgData name="Cristovao Timbana" userId="7ed9e01f-347d-41e7-8ac4-53e49369b88d" providerId="ADAL" clId="{C333D178-E2ED-4FA8-9CC0-19F94F3C9C94}" dt="2026-09-17T10:55:49.877" v="761" actId="47"/>
        <pc:sldMkLst>
          <pc:docMk/>
          <pc:sldMk cId="3033654734" sldId="344"/>
        </pc:sldMkLst>
      </pc:sldChg>
      <pc:sldChg chg="add">
        <pc:chgData name="Cristovao Timbana" userId="7ed9e01f-347d-41e7-8ac4-53e49369b88d" providerId="ADAL" clId="{C333D178-E2ED-4FA8-9CC0-19F94F3C9C94}" dt="2026-09-17T10:56:15.760" v="763"/>
        <pc:sldMkLst>
          <pc:docMk/>
          <pc:sldMk cId="34944693" sldId="345"/>
        </pc:sldMkLst>
      </pc:sldChg>
      <pc:sldChg chg="add">
        <pc:chgData name="Cristovao Timbana" userId="7ed9e01f-347d-41e7-8ac4-53e49369b88d" providerId="ADAL" clId="{C333D178-E2ED-4FA8-9CC0-19F94F3C9C94}" dt="2026-09-17T10:56:17.733" v="764"/>
        <pc:sldMkLst>
          <pc:docMk/>
          <pc:sldMk cId="1497063838" sldId="346"/>
        </pc:sldMkLst>
      </pc:sldChg>
      <pc:sldChg chg="add">
        <pc:chgData name="Cristovao Timbana" userId="7ed9e01f-347d-41e7-8ac4-53e49369b88d" providerId="ADAL" clId="{C333D178-E2ED-4FA8-9CC0-19F94F3C9C94}" dt="2026-09-17T10:56:18.186" v="765"/>
        <pc:sldMkLst>
          <pc:docMk/>
          <pc:sldMk cId="2501639224" sldId="347"/>
        </pc:sldMkLst>
      </pc:sldChg>
      <pc:sldChg chg="add">
        <pc:chgData name="Cristovao Timbana" userId="7ed9e01f-347d-41e7-8ac4-53e49369b88d" providerId="ADAL" clId="{C333D178-E2ED-4FA8-9CC0-19F94F3C9C94}" dt="2026-09-17T10:56:18.499" v="766"/>
        <pc:sldMkLst>
          <pc:docMk/>
          <pc:sldMk cId="3638549593" sldId="348"/>
        </pc:sldMkLst>
      </pc:sldChg>
      <pc:sldChg chg="add">
        <pc:chgData name="Cristovao Timbana" userId="7ed9e01f-347d-41e7-8ac4-53e49369b88d" providerId="ADAL" clId="{C333D178-E2ED-4FA8-9CC0-19F94F3C9C94}" dt="2026-09-17T10:56:18.805" v="767"/>
        <pc:sldMkLst>
          <pc:docMk/>
          <pc:sldMk cId="2197821340" sldId="349"/>
        </pc:sldMkLst>
      </pc:sldChg>
      <pc:sldChg chg="add">
        <pc:chgData name="Cristovao Timbana" userId="7ed9e01f-347d-41e7-8ac4-53e49369b88d" providerId="ADAL" clId="{C333D178-E2ED-4FA8-9CC0-19F94F3C9C94}" dt="2026-09-17T10:56:19.111" v="768"/>
        <pc:sldMkLst>
          <pc:docMk/>
          <pc:sldMk cId="1853454506" sldId="350"/>
        </pc:sldMkLst>
      </pc:sldChg>
      <pc:sldChg chg="add">
        <pc:chgData name="Cristovao Timbana" userId="7ed9e01f-347d-41e7-8ac4-53e49369b88d" providerId="ADAL" clId="{C333D178-E2ED-4FA8-9CC0-19F94F3C9C94}" dt="2026-09-17T10:56:19.425" v="769"/>
        <pc:sldMkLst>
          <pc:docMk/>
          <pc:sldMk cId="3582967992" sldId="351"/>
        </pc:sldMkLst>
      </pc:sldChg>
      <pc:sldChg chg="add">
        <pc:chgData name="Cristovao Timbana" userId="7ed9e01f-347d-41e7-8ac4-53e49369b88d" providerId="ADAL" clId="{C333D178-E2ED-4FA8-9CC0-19F94F3C9C94}" dt="2026-09-17T10:56:19.718" v="770"/>
        <pc:sldMkLst>
          <pc:docMk/>
          <pc:sldMk cId="1758350371" sldId="352"/>
        </pc:sldMkLst>
      </pc:sldChg>
      <pc:sldChg chg="add">
        <pc:chgData name="Cristovao Timbana" userId="7ed9e01f-347d-41e7-8ac4-53e49369b88d" providerId="ADAL" clId="{C333D178-E2ED-4FA8-9CC0-19F94F3C9C94}" dt="2026-09-17T10:56:19.982" v="771"/>
        <pc:sldMkLst>
          <pc:docMk/>
          <pc:sldMk cId="1089052141" sldId="353"/>
        </pc:sldMkLst>
      </pc:sldChg>
      <pc:sldChg chg="add">
        <pc:chgData name="Cristovao Timbana" userId="7ed9e01f-347d-41e7-8ac4-53e49369b88d" providerId="ADAL" clId="{C333D178-E2ED-4FA8-9CC0-19F94F3C9C94}" dt="2026-09-17T10:56:20.222" v="772"/>
        <pc:sldMkLst>
          <pc:docMk/>
          <pc:sldMk cId="380524703" sldId="354"/>
        </pc:sldMkLst>
      </pc:sldChg>
      <pc:sldChg chg="add">
        <pc:chgData name="Cristovao Timbana" userId="7ed9e01f-347d-41e7-8ac4-53e49369b88d" providerId="ADAL" clId="{C333D178-E2ED-4FA8-9CC0-19F94F3C9C94}" dt="2026-09-17T10:56:39.686" v="777"/>
        <pc:sldMkLst>
          <pc:docMk/>
          <pc:sldMk cId="1832960446" sldId="355"/>
        </pc:sldMkLst>
      </pc:sldChg>
      <pc:sldChg chg="new del">
        <pc:chgData name="Cristovao Timbana" userId="7ed9e01f-347d-41e7-8ac4-53e49369b88d" providerId="ADAL" clId="{C333D178-E2ED-4FA8-9CC0-19F94F3C9C94}" dt="2026-09-17T10:56:33.062" v="776" actId="47"/>
        <pc:sldMkLst>
          <pc:docMk/>
          <pc:sldMk cId="2033519868" sldId="355"/>
        </pc:sldMkLst>
      </pc:sldChg>
      <pc:sldChg chg="new del">
        <pc:chgData name="Cristovao Timbana" userId="7ed9e01f-347d-41e7-8ac4-53e49369b88d" providerId="ADAL" clId="{C333D178-E2ED-4FA8-9CC0-19F94F3C9C94}" dt="2026-09-17T10:56:28.117" v="774" actId="47"/>
        <pc:sldMkLst>
          <pc:docMk/>
          <pc:sldMk cId="3055353711" sldId="355"/>
        </pc:sldMkLst>
      </pc:sldChg>
      <pc:sldChg chg="add">
        <pc:chgData name="Cristovao Timbana" userId="7ed9e01f-347d-41e7-8ac4-53e49369b88d" providerId="ADAL" clId="{C333D178-E2ED-4FA8-9CC0-19F94F3C9C94}" dt="2026-09-17T10:56:39.994" v="778"/>
        <pc:sldMkLst>
          <pc:docMk/>
          <pc:sldMk cId="658250921" sldId="356"/>
        </pc:sldMkLst>
      </pc:sldChg>
      <pc:sldChg chg="add">
        <pc:chgData name="Cristovao Timbana" userId="7ed9e01f-347d-41e7-8ac4-53e49369b88d" providerId="ADAL" clId="{C333D178-E2ED-4FA8-9CC0-19F94F3C9C94}" dt="2026-09-17T10:56:40.228" v="779"/>
        <pc:sldMkLst>
          <pc:docMk/>
          <pc:sldMk cId="4235754278" sldId="357"/>
        </pc:sldMkLst>
      </pc:sldChg>
      <pc:sldChg chg="add">
        <pc:chgData name="Cristovao Timbana" userId="7ed9e01f-347d-41e7-8ac4-53e49369b88d" providerId="ADAL" clId="{C333D178-E2ED-4FA8-9CC0-19F94F3C9C94}" dt="2026-09-17T10:56:40.433" v="780"/>
        <pc:sldMkLst>
          <pc:docMk/>
          <pc:sldMk cId="3735663537" sldId="358"/>
        </pc:sldMkLst>
      </pc:sldChg>
      <pc:sldChg chg="add">
        <pc:chgData name="Cristovao Timbana" userId="7ed9e01f-347d-41e7-8ac4-53e49369b88d" providerId="ADAL" clId="{C333D178-E2ED-4FA8-9CC0-19F94F3C9C94}" dt="2026-09-17T10:56:40.641" v="781"/>
        <pc:sldMkLst>
          <pc:docMk/>
          <pc:sldMk cId="3596886858" sldId="359"/>
        </pc:sldMkLst>
      </pc:sldChg>
      <pc:sldChg chg="add">
        <pc:chgData name="Cristovao Timbana" userId="7ed9e01f-347d-41e7-8ac4-53e49369b88d" providerId="ADAL" clId="{C333D178-E2ED-4FA8-9CC0-19F94F3C9C94}" dt="2026-09-17T10:56:40.883" v="782"/>
        <pc:sldMkLst>
          <pc:docMk/>
          <pc:sldMk cId="2614747318" sldId="360"/>
        </pc:sldMkLst>
      </pc:sldChg>
      <pc:sldChg chg="add">
        <pc:chgData name="Cristovao Timbana" userId="7ed9e01f-347d-41e7-8ac4-53e49369b88d" providerId="ADAL" clId="{C333D178-E2ED-4FA8-9CC0-19F94F3C9C94}" dt="2026-09-17T10:56:41.075" v="783"/>
        <pc:sldMkLst>
          <pc:docMk/>
          <pc:sldMk cId="3807395142" sldId="361"/>
        </pc:sldMkLst>
      </pc:sldChg>
      <pc:sldChg chg="add">
        <pc:chgData name="Cristovao Timbana" userId="7ed9e01f-347d-41e7-8ac4-53e49369b88d" providerId="ADAL" clId="{C333D178-E2ED-4FA8-9CC0-19F94F3C9C94}" dt="2026-09-17T10:56:41.287" v="784"/>
        <pc:sldMkLst>
          <pc:docMk/>
          <pc:sldMk cId="582488949" sldId="362"/>
        </pc:sldMkLst>
      </pc:sldChg>
      <pc:sldChg chg="add">
        <pc:chgData name="Cristovao Timbana" userId="7ed9e01f-347d-41e7-8ac4-53e49369b88d" providerId="ADAL" clId="{C333D178-E2ED-4FA8-9CC0-19F94F3C9C94}" dt="2026-09-17T10:56:41.516" v="785"/>
        <pc:sldMkLst>
          <pc:docMk/>
          <pc:sldMk cId="236667484" sldId="363"/>
        </pc:sldMkLst>
      </pc:sldChg>
      <pc:sldChg chg="add">
        <pc:chgData name="Cristovao Timbana" userId="7ed9e01f-347d-41e7-8ac4-53e49369b88d" providerId="ADAL" clId="{C333D178-E2ED-4FA8-9CC0-19F94F3C9C94}" dt="2026-09-17T10:56:41.733" v="786"/>
        <pc:sldMkLst>
          <pc:docMk/>
          <pc:sldMk cId="2595629959" sldId="364"/>
        </pc:sldMkLst>
      </pc:sldChg>
      <pc:sldChg chg="add">
        <pc:chgData name="Cristovao Timbana" userId="7ed9e01f-347d-41e7-8ac4-53e49369b88d" providerId="ADAL" clId="{C333D178-E2ED-4FA8-9CC0-19F94F3C9C94}" dt="2026-09-17T10:56:41.979" v="787"/>
        <pc:sldMkLst>
          <pc:docMk/>
          <pc:sldMk cId="4182679524" sldId="365"/>
        </pc:sldMkLst>
      </pc:sldChg>
      <pc:sldChg chg="add">
        <pc:chgData name="Cristovao Timbana" userId="7ed9e01f-347d-41e7-8ac4-53e49369b88d" providerId="ADAL" clId="{C333D178-E2ED-4FA8-9CC0-19F94F3C9C94}" dt="2026-09-17T10:56:42.213" v="788"/>
        <pc:sldMkLst>
          <pc:docMk/>
          <pc:sldMk cId="4204660213" sldId="366"/>
        </pc:sldMkLst>
      </pc:sldChg>
      <pc:sldChg chg="add">
        <pc:chgData name="Cristovao Timbana" userId="7ed9e01f-347d-41e7-8ac4-53e49369b88d" providerId="ADAL" clId="{C333D178-E2ED-4FA8-9CC0-19F94F3C9C94}" dt="2026-09-17T10:56:42.519" v="789"/>
        <pc:sldMkLst>
          <pc:docMk/>
          <pc:sldMk cId="1700438258" sldId="367"/>
        </pc:sldMkLst>
      </pc:sldChg>
      <pc:sldChg chg="add">
        <pc:chgData name="Cristovao Timbana" userId="7ed9e01f-347d-41e7-8ac4-53e49369b88d" providerId="ADAL" clId="{C333D178-E2ED-4FA8-9CC0-19F94F3C9C94}" dt="2026-09-17T10:56:43.314" v="790"/>
        <pc:sldMkLst>
          <pc:docMk/>
          <pc:sldMk cId="1564572949" sldId="368"/>
        </pc:sldMkLst>
      </pc:sldChg>
      <pc:sldChg chg="add">
        <pc:chgData name="Cristovao Timbana" userId="7ed9e01f-347d-41e7-8ac4-53e49369b88d" providerId="ADAL" clId="{C333D178-E2ED-4FA8-9CC0-19F94F3C9C94}" dt="2026-09-17T10:56:44.212" v="791"/>
        <pc:sldMkLst>
          <pc:docMk/>
          <pc:sldMk cId="589840149" sldId="369"/>
        </pc:sldMkLst>
      </pc:sldChg>
      <pc:sldChg chg="add">
        <pc:chgData name="Cristovao Timbana" userId="7ed9e01f-347d-41e7-8ac4-53e49369b88d" providerId="ADAL" clId="{C333D178-E2ED-4FA8-9CC0-19F94F3C9C94}" dt="2026-09-17T10:56:44.494" v="792"/>
        <pc:sldMkLst>
          <pc:docMk/>
          <pc:sldMk cId="2157610477" sldId="370"/>
        </pc:sldMkLst>
      </pc:sldChg>
      <pc:sldChg chg="add">
        <pc:chgData name="Cristovao Timbana" userId="7ed9e01f-347d-41e7-8ac4-53e49369b88d" providerId="ADAL" clId="{C333D178-E2ED-4FA8-9CC0-19F94F3C9C94}" dt="2026-09-17T10:56:45.723" v="793"/>
        <pc:sldMkLst>
          <pc:docMk/>
          <pc:sldMk cId="3632426442" sldId="371"/>
        </pc:sldMkLst>
      </pc:sldChg>
      <pc:sldChg chg="add">
        <pc:chgData name="Cristovao Timbana" userId="7ed9e01f-347d-41e7-8ac4-53e49369b88d" providerId="ADAL" clId="{C333D178-E2ED-4FA8-9CC0-19F94F3C9C94}" dt="2026-09-17T10:56:46.357" v="794"/>
        <pc:sldMkLst>
          <pc:docMk/>
          <pc:sldMk cId="2708606754" sldId="372"/>
        </pc:sldMkLst>
      </pc:sldChg>
      <pc:sldChg chg="add">
        <pc:chgData name="Cristovao Timbana" userId="7ed9e01f-347d-41e7-8ac4-53e49369b88d" providerId="ADAL" clId="{C333D178-E2ED-4FA8-9CC0-19F94F3C9C94}" dt="2026-09-17T10:56:48.531" v="795"/>
        <pc:sldMkLst>
          <pc:docMk/>
          <pc:sldMk cId="2156134829" sldId="373"/>
        </pc:sldMkLst>
      </pc:sldChg>
      <pc:sldChg chg="add">
        <pc:chgData name="Cristovao Timbana" userId="7ed9e01f-347d-41e7-8ac4-53e49369b88d" providerId="ADAL" clId="{C333D178-E2ED-4FA8-9CC0-19F94F3C9C94}" dt="2026-09-17T10:56:48.827" v="796"/>
        <pc:sldMkLst>
          <pc:docMk/>
          <pc:sldMk cId="726855858" sldId="374"/>
        </pc:sldMkLst>
      </pc:sldChg>
      <pc:sldChg chg="add">
        <pc:chgData name="Cristovao Timbana" userId="7ed9e01f-347d-41e7-8ac4-53e49369b88d" providerId="ADAL" clId="{C333D178-E2ED-4FA8-9CC0-19F94F3C9C94}" dt="2026-09-17T10:56:49.024" v="797"/>
        <pc:sldMkLst>
          <pc:docMk/>
          <pc:sldMk cId="2528353065" sldId="375"/>
        </pc:sldMkLst>
      </pc:sldChg>
      <pc:sldChg chg="add">
        <pc:chgData name="Cristovao Timbana" userId="7ed9e01f-347d-41e7-8ac4-53e49369b88d" providerId="ADAL" clId="{C333D178-E2ED-4FA8-9CC0-19F94F3C9C94}" dt="2026-09-17T10:56:49.206" v="798"/>
        <pc:sldMkLst>
          <pc:docMk/>
          <pc:sldMk cId="3487515266" sldId="376"/>
        </pc:sldMkLst>
      </pc:sldChg>
      <pc:sldChg chg="add">
        <pc:chgData name="Cristovao Timbana" userId="7ed9e01f-347d-41e7-8ac4-53e49369b88d" providerId="ADAL" clId="{C333D178-E2ED-4FA8-9CC0-19F94F3C9C94}" dt="2026-09-17T10:56:50.249" v="799"/>
        <pc:sldMkLst>
          <pc:docMk/>
          <pc:sldMk cId="1823102031" sldId="377"/>
        </pc:sldMkLst>
      </pc:sldChg>
      <pc:sldChg chg="add">
        <pc:chgData name="Cristovao Timbana" userId="7ed9e01f-347d-41e7-8ac4-53e49369b88d" providerId="ADAL" clId="{C333D178-E2ED-4FA8-9CC0-19F94F3C9C94}" dt="2026-09-17T10:56:50.477" v="800"/>
        <pc:sldMkLst>
          <pc:docMk/>
          <pc:sldMk cId="3252894241" sldId="378"/>
        </pc:sldMkLst>
      </pc:sldChg>
      <pc:sldChg chg="add">
        <pc:chgData name="Cristovao Timbana" userId="7ed9e01f-347d-41e7-8ac4-53e49369b88d" providerId="ADAL" clId="{C333D178-E2ED-4FA8-9CC0-19F94F3C9C94}" dt="2026-09-17T10:56:51.061" v="801"/>
        <pc:sldMkLst>
          <pc:docMk/>
          <pc:sldMk cId="3661190063" sldId="379"/>
        </pc:sldMkLst>
      </pc:sldChg>
      <pc:sldChg chg="add">
        <pc:chgData name="Cristovao Timbana" userId="7ed9e01f-347d-41e7-8ac4-53e49369b88d" providerId="ADAL" clId="{C333D178-E2ED-4FA8-9CC0-19F94F3C9C94}" dt="2026-09-17T10:56:52.130" v="802"/>
        <pc:sldMkLst>
          <pc:docMk/>
          <pc:sldMk cId="1217614434" sldId="380"/>
        </pc:sldMkLst>
      </pc:sldChg>
      <pc:sldChg chg="add">
        <pc:chgData name="Cristovao Timbana" userId="7ed9e01f-347d-41e7-8ac4-53e49369b88d" providerId="ADAL" clId="{C333D178-E2ED-4FA8-9CC0-19F94F3C9C94}" dt="2026-09-17T12:31:44.805" v="844"/>
        <pc:sldMkLst>
          <pc:docMk/>
          <pc:sldMk cId="1580191887" sldId="381"/>
        </pc:sldMkLst>
      </pc:sldChg>
      <pc:sldMasterChg chg="modSp mod delSldLayout modSldLayout sldLayoutOrd">
        <pc:chgData name="Cristovao Timbana" userId="7ed9e01f-347d-41e7-8ac4-53e49369b88d" providerId="ADAL" clId="{C333D178-E2ED-4FA8-9CC0-19F94F3C9C94}" dt="2026-09-17T12:33:05.340" v="856" actId="1076"/>
        <pc:sldMasterMkLst>
          <pc:docMk/>
          <pc:sldMasterMk cId="0" sldId="2147483648"/>
        </pc:sldMasterMkLst>
        <pc:grpChg chg="mod">
          <ac:chgData name="Cristovao Timbana" userId="7ed9e01f-347d-41e7-8ac4-53e49369b88d" providerId="ADAL" clId="{C333D178-E2ED-4FA8-9CC0-19F94F3C9C94}" dt="2026-09-14T12:46:47.922" v="693" actId="14100"/>
          <ac:grpSpMkLst>
            <pc:docMk/>
            <pc:sldMasterMk cId="0" sldId="2147483648"/>
            <ac:grpSpMk id="1031" creationId="{6B13CA1E-7907-9AB6-908D-32161B0BD304}"/>
          </ac:grpSpMkLst>
        </pc:grpChg>
        <pc:sldLayoutChg chg="addSp delSp modSp mod ord">
          <pc:chgData name="Cristovao Timbana" userId="7ed9e01f-347d-41e7-8ac4-53e49369b88d" providerId="ADAL" clId="{C333D178-E2ED-4FA8-9CC0-19F94F3C9C94}" dt="2026-09-17T12:33:05.340" v="856" actId="1076"/>
          <pc:sldLayoutMkLst>
            <pc:docMk/>
            <pc:sldMasterMk cId="0" sldId="2147483648"/>
            <pc:sldLayoutMk cId="1999378594" sldId="2147483688"/>
          </pc:sldLayoutMkLst>
          <pc:spChg chg="add del mod">
            <ac:chgData name="Cristovao Timbana" userId="7ed9e01f-347d-41e7-8ac4-53e49369b88d" providerId="ADAL" clId="{C333D178-E2ED-4FA8-9CC0-19F94F3C9C94}" dt="2026-09-17T12:32:52.792" v="855" actId="478"/>
            <ac:spMkLst>
              <pc:docMk/>
              <pc:sldMasterMk cId="0" sldId="2147483648"/>
              <pc:sldLayoutMk cId="1999378594" sldId="2147483688"/>
              <ac:spMk id="7" creationId="{FB9F9FCB-AFA8-6B21-9813-216D79301FC5}"/>
            </ac:spMkLst>
          </pc:spChg>
          <pc:spChg chg="mod">
            <ac:chgData name="Cristovao Timbana" userId="7ed9e01f-347d-41e7-8ac4-53e49369b88d" providerId="ADAL" clId="{C333D178-E2ED-4FA8-9CC0-19F94F3C9C94}" dt="2026-09-17T12:33:05.340" v="856" actId="1076"/>
            <ac:spMkLst>
              <pc:docMk/>
              <pc:sldMasterMk cId="0" sldId="2147483648"/>
              <pc:sldLayoutMk cId="1999378594" sldId="2147483688"/>
              <ac:spMk id="9" creationId="{4D3E06F1-1F79-6D72-8F24-50EB1D5F08C6}"/>
            </ac:spMkLst>
          </pc:spChg>
          <pc:spChg chg="add mod">
            <ac:chgData name="Cristovao Timbana" userId="7ed9e01f-347d-41e7-8ac4-53e49369b88d" providerId="ADAL" clId="{C333D178-E2ED-4FA8-9CC0-19F94F3C9C94}" dt="2026-09-14T12:25:38.056" v="325" actId="14100"/>
            <ac:spMkLst>
              <pc:docMk/>
              <pc:sldMasterMk cId="0" sldId="2147483648"/>
              <pc:sldLayoutMk cId="1999378594" sldId="2147483688"/>
              <ac:spMk id="11" creationId="{DC6E4D48-D476-9079-8A1D-DE51783549FE}"/>
            </ac:spMkLst>
          </pc:spChg>
          <pc:spChg chg="add mod">
            <ac:chgData name="Cristovao Timbana" userId="7ed9e01f-347d-41e7-8ac4-53e49369b88d" providerId="ADAL" clId="{C333D178-E2ED-4FA8-9CC0-19F94F3C9C94}" dt="2026-09-17T12:32:50.103" v="853" actId="1076"/>
            <ac:spMkLst>
              <pc:docMk/>
              <pc:sldMasterMk cId="0" sldId="2147483648"/>
              <pc:sldLayoutMk cId="1999378594" sldId="2147483688"/>
              <ac:spMk id="19" creationId="{B6A6BFBD-9882-3474-49D7-A2C5B31EDF50}"/>
            </ac:spMkLst>
          </pc:spChg>
          <pc:picChg chg="mod">
            <ac:chgData name="Cristovao Timbana" userId="7ed9e01f-347d-41e7-8ac4-53e49369b88d" providerId="ADAL" clId="{C333D178-E2ED-4FA8-9CC0-19F94F3C9C94}" dt="2026-09-14T12:26:18.653" v="329" actId="1076"/>
            <ac:picMkLst>
              <pc:docMk/>
              <pc:sldMasterMk cId="0" sldId="2147483648"/>
              <pc:sldLayoutMk cId="1999378594" sldId="2147483688"/>
              <ac:picMk id="5" creationId="{9BFB0EC2-6DD9-15D4-D949-F84E4666B124}"/>
            </ac:picMkLst>
          </pc:picChg>
          <pc:picChg chg="add mod ord">
            <ac:chgData name="Cristovao Timbana" userId="7ed9e01f-347d-41e7-8ac4-53e49369b88d" providerId="ADAL" clId="{C333D178-E2ED-4FA8-9CC0-19F94F3C9C94}" dt="2026-09-17T12:32:10.379" v="847" actId="1076"/>
            <ac:picMkLst>
              <pc:docMk/>
              <pc:sldMasterMk cId="0" sldId="2147483648"/>
              <pc:sldLayoutMk cId="1999378594" sldId="2147483688"/>
              <ac:picMk id="6" creationId="{A7E0ECDB-78A6-E0EE-99D8-DB08368F4D3C}"/>
            </ac:picMkLst>
          </pc:picChg>
        </pc:sldLayoutChg>
        <pc:sldLayoutChg chg="addSp delSp modSp mod">
          <pc:chgData name="Cristovao Timbana" userId="7ed9e01f-347d-41e7-8ac4-53e49369b88d" providerId="ADAL" clId="{C333D178-E2ED-4FA8-9CC0-19F94F3C9C94}" dt="2026-09-17T11:50:42.447" v="831" actId="478"/>
          <pc:sldLayoutMkLst>
            <pc:docMk/>
            <pc:sldMasterMk cId="0" sldId="2147483648"/>
            <pc:sldLayoutMk cId="3541848229" sldId="2147483693"/>
          </pc:sldLayoutMkLst>
          <pc:spChg chg="mod">
            <ac:chgData name="Cristovao Timbana" userId="7ed9e01f-347d-41e7-8ac4-53e49369b88d" providerId="ADAL" clId="{C333D178-E2ED-4FA8-9CC0-19F94F3C9C94}" dt="2026-09-14T12:23:06.942" v="313" actId="339"/>
            <ac:spMkLst>
              <pc:docMk/>
              <pc:sldMasterMk cId="0" sldId="2147483648"/>
              <pc:sldLayoutMk cId="3541848229" sldId="2147483693"/>
              <ac:spMk id="2" creationId="{D2A2499E-EE88-5471-CDB1-8A3B7D4CA3A5}"/>
            </ac:spMkLst>
          </pc:spChg>
          <pc:spChg chg="mod">
            <ac:chgData name="Cristovao Timbana" userId="7ed9e01f-347d-41e7-8ac4-53e49369b88d" providerId="ADAL" clId="{C333D178-E2ED-4FA8-9CC0-19F94F3C9C94}" dt="2026-09-14T12:11:09.626" v="213" actId="20577"/>
            <ac:spMkLst>
              <pc:docMk/>
              <pc:sldMasterMk cId="0" sldId="2147483648"/>
              <pc:sldLayoutMk cId="3541848229" sldId="2147483693"/>
              <ac:spMk id="3" creationId="{89E0EDC5-73C9-2395-68B4-8A503E64085A}"/>
            </ac:spMkLst>
          </pc:spChg>
          <pc:spChg chg="del mod">
            <ac:chgData name="Cristovao Timbana" userId="7ed9e01f-347d-41e7-8ac4-53e49369b88d" providerId="ADAL" clId="{C333D178-E2ED-4FA8-9CC0-19F94F3C9C94}" dt="2026-09-17T11:50:42.447" v="831" actId="478"/>
            <ac:spMkLst>
              <pc:docMk/>
              <pc:sldMasterMk cId="0" sldId="2147483648"/>
              <pc:sldLayoutMk cId="3541848229" sldId="2147483693"/>
              <ac:spMk id="10" creationId="{1A7BCD35-98A6-BECA-628F-EDC92ACB735E}"/>
            </ac:spMkLst>
          </pc:spChg>
          <pc:spChg chg="mod">
            <ac:chgData name="Cristovao Timbana" userId="7ed9e01f-347d-41e7-8ac4-53e49369b88d" providerId="ADAL" clId="{C333D178-E2ED-4FA8-9CC0-19F94F3C9C94}" dt="2026-09-14T12:49:27" v="700" actId="14100"/>
            <ac:spMkLst>
              <pc:docMk/>
              <pc:sldMasterMk cId="0" sldId="2147483648"/>
              <pc:sldLayoutMk cId="3541848229" sldId="2147483693"/>
              <ac:spMk id="11" creationId="{CB842B1E-3AA6-EB75-2CDE-F4F8C35B6A1D}"/>
            </ac:spMkLst>
          </pc:spChg>
          <pc:spChg chg="add del mod">
            <ac:chgData name="Cristovao Timbana" userId="7ed9e01f-347d-41e7-8ac4-53e49369b88d" providerId="ADAL" clId="{C333D178-E2ED-4FA8-9CC0-19F94F3C9C94}" dt="2026-09-17T11:50:26.374" v="830" actId="478"/>
            <ac:spMkLst>
              <pc:docMk/>
              <pc:sldMasterMk cId="0" sldId="2147483648"/>
              <pc:sldLayoutMk cId="3541848229" sldId="2147483693"/>
              <ac:spMk id="15" creationId="{7905DA00-A162-3296-6C7B-0562A0E78709}"/>
            </ac:spMkLst>
          </pc:spChg>
          <pc:spChg chg="add mod">
            <ac:chgData name="Cristovao Timbana" userId="7ed9e01f-347d-41e7-8ac4-53e49369b88d" providerId="ADAL" clId="{C333D178-E2ED-4FA8-9CC0-19F94F3C9C94}" dt="2026-09-14T12:21:25.995" v="310" actId="339"/>
            <ac:spMkLst>
              <pc:docMk/>
              <pc:sldMasterMk cId="0" sldId="2147483648"/>
              <pc:sldLayoutMk cId="3541848229" sldId="2147483693"/>
              <ac:spMk id="19" creationId="{79861ADA-BA1A-DC7E-389F-A3336FE57971}"/>
            </ac:spMkLst>
          </pc:spChg>
        </pc:sldLayoutChg>
        <pc:sldLayoutChg chg="addSp delSp modSp mod">
          <pc:chgData name="Cristovao Timbana" userId="7ed9e01f-347d-41e7-8ac4-53e49369b88d" providerId="ADAL" clId="{C333D178-E2ED-4FA8-9CC0-19F94F3C9C94}" dt="2026-09-14T13:32:45.845" v="743" actId="21"/>
          <pc:sldLayoutMkLst>
            <pc:docMk/>
            <pc:sldMasterMk cId="0" sldId="2147483648"/>
            <pc:sldLayoutMk cId="2796597292" sldId="2147483705"/>
          </pc:sldLayoutMkLst>
          <pc:spChg chg="add">
            <ac:chgData name="Cristovao Timbana" userId="7ed9e01f-347d-41e7-8ac4-53e49369b88d" providerId="ADAL" clId="{C333D178-E2ED-4FA8-9CC0-19F94F3C9C94}" dt="2026-09-14T13:25:53.474" v="715" actId="22"/>
            <ac:spMkLst>
              <pc:docMk/>
              <pc:sldMasterMk cId="0" sldId="2147483648"/>
              <pc:sldLayoutMk cId="2796597292" sldId="2147483705"/>
              <ac:spMk id="4" creationId="{29228B11-0A5F-34E2-20F3-CD5ECDEADF7B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B5BD0D-6CA1-CD12-446D-4A1C87137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4F9314-9251-0913-9B46-0A81B2FF22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  <a:pPr>
                <a:defRPr/>
              </a:pPr>
              <a:t>10/8/2026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216246D-E8C1-22F1-D549-A499F068F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B2171CB-3327-65A7-23E7-B5A842534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3224F-F420-78FC-CD08-97664255BB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CC3C7-5B2A-D444-6A56-F0D9391E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CC4B1-481E-4799-838E-D404EF264813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780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Estudo</a:t>
            </a:r>
            <a:r>
              <a:rPr lang="en-US" dirty="0"/>
              <a:t> do HGM para as </a:t>
            </a:r>
            <a:r>
              <a:rPr lang="en-US" dirty="0" err="1"/>
              <a:t>primeiras</a:t>
            </a:r>
            <a:r>
              <a:rPr lang="en-US" dirty="0"/>
              <a:t> jornadas </a:t>
            </a:r>
            <a:r>
              <a:rPr lang="en-US" dirty="0" err="1"/>
              <a:t>cientificas</a:t>
            </a:r>
            <a:r>
              <a:rPr lang="en-US" dirty="0"/>
              <a:t> do hospital.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9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Estudo</a:t>
            </a:r>
            <a:r>
              <a:rPr lang="en-US" dirty="0"/>
              <a:t> de 2019</a:t>
            </a:r>
          </a:p>
          <a:p>
            <a:r>
              <a:rPr lang="en-US" dirty="0"/>
              <a:t>total por base de dados</a:t>
            </a:r>
          </a:p>
          <a:p>
            <a:r>
              <a:rPr lang="en-US" dirty="0"/>
              <a:t>Testes </a:t>
            </a:r>
            <a:r>
              <a:rPr lang="en-US" dirty="0" err="1"/>
              <a:t>incluidos</a:t>
            </a:r>
            <a:r>
              <a:rPr lang="en-US" dirty="0"/>
              <a:t>=61</a:t>
            </a:r>
          </a:p>
          <a:p>
            <a:r>
              <a:rPr lang="en-US" dirty="0"/>
              <a:t>Total por </a:t>
            </a:r>
            <a:r>
              <a:rPr lang="en-US" dirty="0" err="1"/>
              <a:t>categoria</a:t>
            </a:r>
            <a:r>
              <a:rPr lang="en-US" dirty="0"/>
              <a:t> de </a:t>
            </a:r>
            <a:r>
              <a:rPr lang="en-US" dirty="0" err="1"/>
              <a:t>profissionais</a:t>
            </a:r>
            <a:r>
              <a:rPr lang="en-US" dirty="0"/>
              <a:t> de </a:t>
            </a:r>
            <a:r>
              <a:rPr lang="en-US" dirty="0" err="1"/>
              <a:t>saude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64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Estudo</a:t>
            </a:r>
            <a:r>
              <a:rPr lang="en-US" dirty="0"/>
              <a:t> de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88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01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CC4B1-481E-4799-838E-D404EF264813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944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azio 2">
    <p:bg>
      <p:bgPr>
        <a:gradFill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32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C28D-ACA4-4A7F-AEE5-951309768A2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5712C-1EC3-48A1-B369-E1D0FF45D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258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C28D-ACA4-4A7F-AEE5-951309768A2B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5712C-1EC3-48A1-B369-E1D0FF45D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826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>
            <a:extLst>
              <a:ext uri="{FF2B5EF4-FFF2-40B4-BE49-F238E27FC236}">
                <a16:creationId xmlns:a16="http://schemas.microsoft.com/office/drawing/2014/main" id="{C46AB2CC-F550-4CCA-AE5F-D3BBB6B84E6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266238" y="61913"/>
            <a:ext cx="2925762" cy="1247775"/>
            <a:chOff x="9266954" y="62524"/>
            <a:chExt cx="2925046" cy="1246545"/>
          </a:xfrm>
        </p:grpSpPr>
        <p:pic>
          <p:nvPicPr>
            <p:cNvPr id="6" name="Picture 7">
              <a:extLst>
                <a:ext uri="{FF2B5EF4-FFF2-40B4-BE49-F238E27FC236}">
                  <a16:creationId xmlns:a16="http://schemas.microsoft.com/office/drawing/2014/main" id="{60868F5B-7826-4513-B835-0CB669E71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53666" y="62524"/>
              <a:ext cx="751622" cy="731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CaixaDeTexto 13">
              <a:extLst>
                <a:ext uri="{FF2B5EF4-FFF2-40B4-BE49-F238E27FC236}">
                  <a16:creationId xmlns:a16="http://schemas.microsoft.com/office/drawing/2014/main" id="{73B99DF3-B110-4C74-81BB-993F2B97E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66954" y="801570"/>
              <a:ext cx="2925046" cy="5074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PT" sz="900" b="1">
                  <a:solidFill>
                    <a:prstClr val="black"/>
                  </a:solidFill>
                  <a:cs typeface="Arial" charset="0"/>
                </a:rPr>
                <a:t>República de Moçambique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PT" sz="900" b="1">
                  <a:solidFill>
                    <a:prstClr val="black"/>
                  </a:solidFill>
                  <a:cs typeface="Arial" charset="0"/>
                </a:rPr>
                <a:t>Ministério da Saúde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PT" sz="900" b="1">
                  <a:solidFill>
                    <a:prstClr val="black"/>
                  </a:solidFill>
                  <a:cs typeface="Arial" charset="0"/>
                </a:rPr>
                <a:t>Direcção Nacional de Saúde Pública</a:t>
              </a:r>
            </a:p>
          </p:txBody>
        </p:sp>
      </p:grpSp>
      <p:sp>
        <p:nvSpPr>
          <p:cNvPr id="8" name="Retângulo 6">
            <a:extLst>
              <a:ext uri="{FF2B5EF4-FFF2-40B4-BE49-F238E27FC236}">
                <a16:creationId xmlns:a16="http://schemas.microsoft.com/office/drawing/2014/main" id="{05B2FD3E-DA5E-4FC3-AF61-433FF31CB9D2}"/>
              </a:ext>
            </a:extLst>
          </p:cNvPr>
          <p:cNvSpPr/>
          <p:nvPr userDrawn="1"/>
        </p:nvSpPr>
        <p:spPr>
          <a:xfrm>
            <a:off x="0" y="1395392"/>
            <a:ext cx="12192000" cy="134937"/>
          </a:xfrm>
          <a:prstGeom prst="rect">
            <a:avLst/>
          </a:prstGeom>
          <a:gradFill>
            <a:gsLst>
              <a:gs pos="0">
                <a:schemeClr val="tx1">
                  <a:alpha val="18000"/>
                </a:schemeClr>
              </a:gs>
              <a:gs pos="65000">
                <a:srgbClr val="FFFF00"/>
              </a:gs>
              <a:gs pos="0">
                <a:srgbClr val="0BB503"/>
              </a:gs>
              <a:gs pos="99000">
                <a:srgbClr val="FFCC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endParaRPr lang="en-US" sz="1300">
              <a:solidFill>
                <a:srgbClr val="FFFFFF"/>
              </a:solidFill>
              <a:ea typeface="MS PGothic" pitchFamily="34" charset="-128"/>
            </a:endParaRP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84" y="5337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Marcador de Posição da Data 4">
            <a:extLst>
              <a:ext uri="{FF2B5EF4-FFF2-40B4-BE49-F238E27FC236}">
                <a16:creationId xmlns:a16="http://schemas.microsoft.com/office/drawing/2014/main" id="{37489137-BAF9-4CF5-866C-937E2C0B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AE8D03-2307-4266-93B8-41AF38AC9509}" type="datetimeFigureOut">
              <a:rPr lang="pt-PT"/>
              <a:pPr>
                <a:defRPr/>
              </a:pPr>
              <a:t>08/10/2026</a:t>
            </a:fld>
            <a:endParaRPr lang="pt-PT"/>
          </a:p>
        </p:txBody>
      </p:sp>
      <p:sp>
        <p:nvSpPr>
          <p:cNvPr id="10" name="Marcador de Posição do Rodapé 5">
            <a:extLst>
              <a:ext uri="{FF2B5EF4-FFF2-40B4-BE49-F238E27FC236}">
                <a16:creationId xmlns:a16="http://schemas.microsoft.com/office/drawing/2014/main" id="{3605BF16-FCA0-4CDE-8740-8A4F2C9F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Marcador de Posição do Número do Diapositivo 6">
            <a:extLst>
              <a:ext uri="{FF2B5EF4-FFF2-40B4-BE49-F238E27FC236}">
                <a16:creationId xmlns:a16="http://schemas.microsoft.com/office/drawing/2014/main" id="{E0F1D789-2A9B-47BD-B417-7A7EE378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21566E-143A-43FB-9FA0-6740DCC4A73A}" type="slidenum">
              <a:rPr lang="pt-PT" altLang="en-US"/>
              <a:pPr/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613415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  <p:sldLayoutId id="2147483707" r:id="rId4"/>
    <p:sldLayoutId id="2147483708" r:id="rId5"/>
    <p:sldLayoutId id="2147483709" r:id="rId6"/>
    <p:sldLayoutId id="2147483710" r:id="rId7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9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7.png"/><Relationship Id="rId12" Type="http://schemas.openxmlformats.org/officeDocument/2006/relationships/image" Target="../media/image14.sv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6.sv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1.png"/><Relationship Id="rId14" Type="http://schemas.openxmlformats.org/officeDocument/2006/relationships/image" Target="../media/image10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1147" y="5307731"/>
            <a:ext cx="6423115" cy="37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939" y="11795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F74C49A-5555-F6DF-2344-48955F797FD8}"/>
              </a:ext>
            </a:extLst>
          </p:cNvPr>
          <p:cNvSpPr txBox="1"/>
          <p:nvPr/>
        </p:nvSpPr>
        <p:spPr>
          <a:xfrm>
            <a:off x="698643" y="3575878"/>
            <a:ext cx="10705672" cy="104749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altLang="en-US" sz="32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Tema: “Suicidio e no trabalhador de saúde</a:t>
            </a:r>
            <a:r>
              <a:rPr lang="en-US" altLang="en-US" sz="32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” </a:t>
            </a:r>
            <a:endParaRPr lang="pt-BR" sz="3200" b="1" dirty="0">
              <a:solidFill>
                <a:srgbClr val="DBEFF9">
                  <a:lumMod val="2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C542E2-6553-4A88-821D-45A920A7DE92}"/>
              </a:ext>
            </a:extLst>
          </p:cNvPr>
          <p:cNvSpPr txBox="1"/>
          <p:nvPr/>
        </p:nvSpPr>
        <p:spPr>
          <a:xfrm>
            <a:off x="83902" y="6361422"/>
            <a:ext cx="4508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Lúcia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Mahota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MD, </a:t>
            </a:r>
            <a:r>
              <a:rPr lang="en-GB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Psiquiatra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E823-D380-E273-595E-61F6F2EB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6D8B86-B83D-4C8D-3792-B16F375CBE53}"/>
              </a:ext>
            </a:extLst>
          </p:cNvPr>
          <p:cNvSpPr txBox="1"/>
          <p:nvPr/>
        </p:nvSpPr>
        <p:spPr>
          <a:xfrm>
            <a:off x="2530011" y="282808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Conteúdo</a:t>
            </a: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US" alt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apresentação</a:t>
            </a: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A3970E-9389-B344-A17C-EDC56265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D2FF3-AA39-4331-B30B-9B4C25DA0A98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B069F6-EBA5-4232-B82F-C3474D558F52}"/>
              </a:ext>
            </a:extLst>
          </p:cNvPr>
          <p:cNvSpPr txBox="1">
            <a:spLocks/>
          </p:cNvSpPr>
          <p:nvPr/>
        </p:nvSpPr>
        <p:spPr>
          <a:xfrm>
            <a:off x="328773" y="1171254"/>
            <a:ext cx="11702265" cy="5403938"/>
          </a:xfrm>
          <a:prstGeom prst="rect">
            <a:avLst/>
          </a:prstGeom>
        </p:spPr>
        <p:txBody>
          <a:bodyPr/>
          <a:lstStyle>
            <a:lvl1pPr marL="2857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/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você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está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hoje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 eaLnBrk="1" hangingPunct="1"/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Contextualização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 eaLnBrk="1" hangingPunct="1"/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Estudos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profissionais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saúde</a:t>
            </a:r>
            <a:endParaRPr lang="en-GB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Caso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clinico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 eaLnBrk="1" hangingPunct="1"/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Conceitos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 eaLnBrk="1" hangingPunct="1"/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Factores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risco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 eaLnBrk="1" hangingPunct="1"/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Barreiras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a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procura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cuidados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 eaLnBrk="1" hangingPunct="1"/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Participando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prevenção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 eaLnBrk="1" hangingPunct="1"/>
            <a:r>
              <a:rPr lang="en-GB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Bibliografia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/>
            <a:endParaRPr lang="en-GB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GB" dirty="0"/>
          </a:p>
          <a:p>
            <a:pPr eaLnBrk="1" hangingPunct="1"/>
            <a:endParaRPr lang="en-GB" dirty="0"/>
          </a:p>
          <a:p>
            <a:pPr eaLnBrk="1" hangingPunct="1"/>
            <a:endParaRPr lang="en-GB" dirty="0"/>
          </a:p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44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916172" y="3688797"/>
            <a:ext cx="2890157" cy="2890157"/>
            <a:chOff x="9307286" y="8458201"/>
            <a:chExt cx="5780314" cy="5780314"/>
          </a:xfrm>
          <a:solidFill>
            <a:srgbClr val="FFC0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adFill flip="none" rotWithShape="1">
              <a:gsLst>
                <a:gs pos="96000">
                  <a:srgbClr val="FFFF00"/>
                </a:gs>
                <a:gs pos="97000">
                  <a:srgbClr val="FFFFFF">
                    <a:alpha val="97480"/>
                  </a:srgbClr>
                </a:gs>
                <a:gs pos="100000">
                  <a:schemeClr val="tx1"/>
                </a:gs>
              </a:gsLst>
              <a:lin ang="10800000" scaled="1"/>
              <a:tileRect/>
            </a:gradFill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2" y="9470571"/>
              <a:ext cx="3799758" cy="3862596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00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423934" y="448032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065202" y="213990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77CCAE02-4601-E563-3F30-D309BFA47578}"/>
              </a:ext>
            </a:extLst>
          </p:cNvPr>
          <p:cNvSpPr txBox="1"/>
          <p:nvPr/>
        </p:nvSpPr>
        <p:spPr>
          <a:xfrm>
            <a:off x="5317985" y="5956315"/>
            <a:ext cx="1477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  <p:pic>
        <p:nvPicPr>
          <p:cNvPr id="15" name="mao esquerda">
            <a:extLst>
              <a:ext uri="{FF2B5EF4-FFF2-40B4-BE49-F238E27FC236}">
                <a16:creationId xmlns:a16="http://schemas.microsoft.com/office/drawing/2014/main" id="{9D73D1B4-2461-71EC-A478-9AAAB9D8DAB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55709" y="3784490"/>
            <a:ext cx="6466115" cy="2462165"/>
          </a:xfrm>
          <a:prstGeom prst="rect">
            <a:avLst/>
          </a:prstGeom>
        </p:spPr>
      </p:pic>
      <p:pic>
        <p:nvPicPr>
          <p:cNvPr id="16" name="mão direita">
            <a:extLst>
              <a:ext uri="{FF2B5EF4-FFF2-40B4-BE49-F238E27FC236}">
                <a16:creationId xmlns:a16="http://schemas.microsoft.com/office/drawing/2014/main" id="{C8BAB075-87E1-A3C9-D23D-1442B52F6DE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5822" y="4971600"/>
            <a:ext cx="7294024" cy="246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14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63" presetClass="path" presetSubtype="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542E-6 3.51852E-6 L 0.25001 3.51852E-6 " pathEditMode="relative" rAng="0" ptsTypes="AA">
                                          <p:cBhvr>
                                            <p:cTn id="9" dur="1000" spd="-100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2501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41682E-6 4.81481E-6 L 0.04043 0.21041 " pathEditMode="relative" rAng="0" ptsTypes="AA">
                                          <p:cBhvr>
                                            <p:cTn id="14" dur="1000" spd="-100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18" y="1052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10" presetClass="entr" presetSubtype="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42" presetClass="path" presetSubtype="0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2.73065E-6 2.03704E-6 L 0.00299 0.21041 " pathEditMode="relative" rAng="0" ptsTypes="AA">
                                          <p:cBhvr>
                                            <p:cTn id="19" dur="1000" spd="-100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0" y="1052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-2.5542E-6 5E-6 L -6.25542E-5 0.28982 " pathEditMode="relative" rAng="0" ptsTypes="AA">
                                          <p:cBhvr>
                                            <p:cTn id="24" dur="1000" spd="-10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7" y="1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42" presetClass="path" presetSubtype="0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51312E-6 0 L -0.03314 0.19537 " pathEditMode="relative" rAng="0" ptsTypes="AA">
                                          <p:cBhvr>
                                            <p:cTn id="29" dur="1000" spd="-100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660" y="976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42" presetClass="path" presetSubtype="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23198E-6 -4.25926E-6 L -0.03477 0.23253 " pathEditMode="relative" rAng="0" ptsTypes="AA">
                                          <p:cBhvr>
                                            <p:cTn id="34" dur="1000" spd="-10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738" y="1162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7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8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2" grpId="1"/>
          <p:bldP spid="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63" presetClass="path" presetSubtype="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542E-6 3.51852E-6 L 0.25001 3.51852E-6 " pathEditMode="relative" rAng="0" ptsTypes="AA">
                                          <p:cBhvr>
                                            <p:cTn id="9" dur="1000" spd="-100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2501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42" presetClass="path" presetSubtype="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41682E-6 4.81481E-6 L 0.04043 0.21041 " pathEditMode="relative" rAng="0" ptsTypes="AA">
                                          <p:cBhvr>
                                            <p:cTn id="14" dur="1000" spd="-100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18" y="1052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" presetID="10" presetClass="entr" presetSubtype="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42" presetClass="path" presetSubtype="0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2.73065E-6 2.03704E-6 L 0.00299 0.21041 " pathEditMode="relative" rAng="0" ptsTypes="AA">
                                          <p:cBhvr>
                                            <p:cTn id="19" dur="1000" spd="-100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0" y="1052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42" presetClass="path" presetSubtype="0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-2.5542E-6 5E-6 L -6.25542E-5 0.28982 " pathEditMode="relative" rAng="0" ptsTypes="AA">
                                          <p:cBhvr>
                                            <p:cTn id="24" dur="1000" spd="-10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7" y="1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42" presetClass="path" presetSubtype="0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Motion origin="layout" path="M -1.51312E-6 0 L -0.03314 0.19537 " pathEditMode="relative" rAng="0" ptsTypes="AA">
                                          <p:cBhvr>
                                            <p:cTn id="29" dur="1000" spd="-100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660" y="976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42" presetClass="path" presetSubtype="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23198E-6 -4.25926E-6 L -0.03477 0.23253 " pathEditMode="relative" rAng="0" ptsTypes="AA">
                                          <p:cBhvr>
                                            <p:cTn id="34" dur="1000" spd="-10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738" y="1162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2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2" grpId="1"/>
          <p:bldP spid="14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815140" y="3777047"/>
            <a:ext cx="2890157" cy="2876001"/>
            <a:chOff x="9307286" y="8458201"/>
            <a:chExt cx="5780314" cy="5780314"/>
          </a:xfrm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solidFill>
              <a:srgbClr val="FFFF00"/>
            </a:solidFill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dirty="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145310" y="9469738"/>
              <a:ext cx="3952012" cy="374475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325047" y="483298"/>
            <a:ext cx="1019991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1FBA6D8-325B-61C5-BBA6-213899A11C2A}"/>
              </a:ext>
            </a:extLst>
          </p:cNvPr>
          <p:cNvSpPr txBox="1"/>
          <p:nvPr/>
        </p:nvSpPr>
        <p:spPr>
          <a:xfrm>
            <a:off x="5465424" y="5829919"/>
            <a:ext cx="1576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201894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848027" y="3589286"/>
            <a:ext cx="2890157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97D9685-5FD1-A338-438A-43DEE74165B8}"/>
              </a:ext>
            </a:extLst>
          </p:cNvPr>
          <p:cNvSpPr txBox="1"/>
          <p:nvPr/>
        </p:nvSpPr>
        <p:spPr>
          <a:xfrm>
            <a:off x="5647697" y="5652941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116338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985849" y="3640041"/>
            <a:ext cx="2890157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59F1477-FBAC-D013-EDAF-A9738274A18B}"/>
              </a:ext>
            </a:extLst>
          </p:cNvPr>
          <p:cNvSpPr txBox="1"/>
          <p:nvPr/>
        </p:nvSpPr>
        <p:spPr>
          <a:xfrm>
            <a:off x="5754283" y="5703696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3794260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509882" y="3892660"/>
            <a:ext cx="2890157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04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7E1D6AE-99F6-DD35-512F-38BA2E4878F2}"/>
              </a:ext>
            </a:extLst>
          </p:cNvPr>
          <p:cNvSpPr txBox="1"/>
          <p:nvPr/>
        </p:nvSpPr>
        <p:spPr>
          <a:xfrm>
            <a:off x="5456092" y="5930033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334323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50773" y="3589286"/>
            <a:ext cx="2890157" cy="2890157"/>
            <a:chOff x="9746538" y="7701087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746538" y="7701087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879630" y="8659945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05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4FA2B9F-6CCA-317F-4388-3FED2FA4493D}"/>
              </a:ext>
            </a:extLst>
          </p:cNvPr>
          <p:cNvSpPr txBox="1"/>
          <p:nvPr/>
        </p:nvSpPr>
        <p:spPr>
          <a:xfrm>
            <a:off x="5505597" y="5599903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342910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50773" y="3706484"/>
            <a:ext cx="2890157" cy="2890157"/>
            <a:chOff x="9732288" y="8085849"/>
            <a:chExt cx="5780314" cy="5780314"/>
          </a:xfrm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732288" y="8085849"/>
              <a:ext cx="5780314" cy="5780314"/>
            </a:xfrm>
            <a:prstGeom prst="ellipse">
              <a:avLst/>
            </a:prstGeom>
            <a:solidFill>
              <a:srgbClr val="FFFF00"/>
            </a:solidFill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931460" y="8970181"/>
              <a:ext cx="3799758" cy="3862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06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6081A4F-A540-2C30-7D0A-7D4C4164C2D4}"/>
              </a:ext>
            </a:extLst>
          </p:cNvPr>
          <p:cNvSpPr txBox="1"/>
          <p:nvPr/>
        </p:nvSpPr>
        <p:spPr>
          <a:xfrm>
            <a:off x="5630769" y="5788416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425551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63814" y="3804746"/>
            <a:ext cx="2890157" cy="2942896"/>
            <a:chOff x="9307286" y="8458201"/>
            <a:chExt cx="5780314" cy="5780314"/>
          </a:xfrm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solidFill>
              <a:srgbClr val="FFFF00"/>
            </a:solidFill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07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DEC5419-D3A0-D51D-4391-A4DBA5D01235}"/>
              </a:ext>
            </a:extLst>
          </p:cNvPr>
          <p:cNvSpPr txBox="1"/>
          <p:nvPr/>
        </p:nvSpPr>
        <p:spPr>
          <a:xfrm>
            <a:off x="5534839" y="5988471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135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01268" y="3735589"/>
            <a:ext cx="2890157" cy="2978095"/>
            <a:chOff x="9313982" y="8073403"/>
            <a:chExt cx="5780314" cy="5956190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13982" y="8073403"/>
              <a:ext cx="5780314" cy="5956190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63032" y="9085345"/>
              <a:ext cx="3880236" cy="38625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08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23EC0FD-E6F0-A88C-5D05-702483AD97EA}"/>
              </a:ext>
            </a:extLst>
          </p:cNvPr>
          <p:cNvSpPr txBox="1"/>
          <p:nvPr/>
        </p:nvSpPr>
        <p:spPr>
          <a:xfrm>
            <a:off x="5561194" y="5926919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1835722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50773" y="3780057"/>
            <a:ext cx="2890157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09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1D7E50C-2F38-1CAE-65D4-47D9239D54B3}"/>
              </a:ext>
            </a:extLst>
          </p:cNvPr>
          <p:cNvSpPr txBox="1"/>
          <p:nvPr/>
        </p:nvSpPr>
        <p:spPr>
          <a:xfrm>
            <a:off x="5405746" y="5930006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229693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50773" y="3706484"/>
            <a:ext cx="2890157" cy="3020138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10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CD77FBC-2B5D-E066-3D0B-23685B3DF4DD}"/>
              </a:ext>
            </a:extLst>
          </p:cNvPr>
          <p:cNvSpPr txBox="1"/>
          <p:nvPr/>
        </p:nvSpPr>
        <p:spPr>
          <a:xfrm>
            <a:off x="5430795" y="6031498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257342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650919" y="3811587"/>
            <a:ext cx="2890157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dirty="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11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6878696-716B-EEE9-84B1-37C95D2D7451}"/>
              </a:ext>
            </a:extLst>
          </p:cNvPr>
          <p:cNvSpPr txBox="1"/>
          <p:nvPr/>
        </p:nvSpPr>
        <p:spPr>
          <a:xfrm>
            <a:off x="5405745" y="6005216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227320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01268" y="3892660"/>
            <a:ext cx="2890157" cy="269893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12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F9A7C43-A348-FA88-CA4D-C8EBE7413BC2}"/>
              </a:ext>
            </a:extLst>
          </p:cNvPr>
          <p:cNvSpPr txBox="1"/>
          <p:nvPr/>
        </p:nvSpPr>
        <p:spPr>
          <a:xfrm>
            <a:off x="5469702" y="5862705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1452036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558347" y="3798953"/>
            <a:ext cx="2890157" cy="2843585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13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32448DA-DB25-DA5C-46EF-9D0FFFDACAD6}"/>
              </a:ext>
            </a:extLst>
          </p:cNvPr>
          <p:cNvSpPr txBox="1"/>
          <p:nvPr/>
        </p:nvSpPr>
        <p:spPr>
          <a:xfrm>
            <a:off x="5313171" y="5862608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19770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633965" y="3892660"/>
            <a:ext cx="2890157" cy="2812940"/>
            <a:chOff x="9307286" y="8458201"/>
            <a:chExt cx="5780314" cy="5780314"/>
          </a:xfrm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solidFill>
              <a:srgbClr val="FFFF00"/>
            </a:solidFill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14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44D119A-2E7E-DEE4-84FF-83E43A006238}"/>
              </a:ext>
            </a:extLst>
          </p:cNvPr>
          <p:cNvSpPr txBox="1"/>
          <p:nvPr/>
        </p:nvSpPr>
        <p:spPr>
          <a:xfrm>
            <a:off x="5405746" y="5988471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227068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906881" y="3999370"/>
            <a:ext cx="2890157" cy="27288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297562" y="9417059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15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63541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ECDA133-3415-4A2C-9DF9-20402F9A55D1}"/>
              </a:ext>
            </a:extLst>
          </p:cNvPr>
          <p:cNvSpPr txBox="1"/>
          <p:nvPr/>
        </p:nvSpPr>
        <p:spPr>
          <a:xfrm>
            <a:off x="5745790" y="5988471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409387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50773" y="3892660"/>
            <a:ext cx="2890157" cy="2739368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16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EB6B040-CB43-BF08-715F-0D86867AB5FD}"/>
              </a:ext>
            </a:extLst>
          </p:cNvPr>
          <p:cNvSpPr txBox="1"/>
          <p:nvPr/>
        </p:nvSpPr>
        <p:spPr>
          <a:xfrm>
            <a:off x="5405746" y="5988471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1633962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14934" y="3831204"/>
            <a:ext cx="2890157" cy="2890157"/>
            <a:chOff x="9469224" y="8335289"/>
            <a:chExt cx="5780314" cy="5780314"/>
          </a:xfrm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469224" y="8335289"/>
              <a:ext cx="5780314" cy="5780314"/>
            </a:xfrm>
            <a:prstGeom prst="ellipse">
              <a:avLst/>
            </a:prstGeom>
            <a:solidFill>
              <a:srgbClr val="FFFF00"/>
            </a:solidFill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17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917146A-0B80-37F3-AEA6-AA2169271FB7}"/>
              </a:ext>
            </a:extLst>
          </p:cNvPr>
          <p:cNvSpPr txBox="1"/>
          <p:nvPr/>
        </p:nvSpPr>
        <p:spPr>
          <a:xfrm>
            <a:off x="5405746" y="6109788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223766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633965" y="3798954"/>
            <a:ext cx="2890157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18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47F08CD-BF80-5983-7100-FF28916BA543}"/>
              </a:ext>
            </a:extLst>
          </p:cNvPr>
          <p:cNvSpPr txBox="1"/>
          <p:nvPr/>
        </p:nvSpPr>
        <p:spPr>
          <a:xfrm>
            <a:off x="5453047" y="5862609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352590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650921" y="3892661"/>
            <a:ext cx="2890157" cy="2812940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19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4413863-49C1-4C32-AA25-D6824EFABA0A}"/>
              </a:ext>
            </a:extLst>
          </p:cNvPr>
          <p:cNvSpPr txBox="1"/>
          <p:nvPr/>
        </p:nvSpPr>
        <p:spPr>
          <a:xfrm>
            <a:off x="5470003" y="5988471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293225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650921" y="3892660"/>
            <a:ext cx="2890157" cy="2718347"/>
            <a:chOff x="9307286" y="8458201"/>
            <a:chExt cx="5780314" cy="5780314"/>
          </a:xfrm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solidFill>
              <a:srgbClr val="FFFF00"/>
            </a:solidFill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20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4A43E82-A955-E10E-DD6B-DBD05BE816E7}"/>
              </a:ext>
            </a:extLst>
          </p:cNvPr>
          <p:cNvSpPr txBox="1"/>
          <p:nvPr/>
        </p:nvSpPr>
        <p:spPr>
          <a:xfrm>
            <a:off x="5430795" y="5988471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26234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50773" y="3706484"/>
            <a:ext cx="2890157" cy="2718347"/>
            <a:chOff x="9307286" y="8458201"/>
            <a:chExt cx="5780314" cy="5436694"/>
          </a:xfrm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436694"/>
            </a:xfrm>
            <a:prstGeom prst="ellipse">
              <a:avLst/>
            </a:prstGeom>
            <a:solidFill>
              <a:srgbClr val="FFFF00"/>
            </a:solidFill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21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089A00A-FDC7-C26B-2DB8-FEEEE33546AF}"/>
              </a:ext>
            </a:extLst>
          </p:cNvPr>
          <p:cNvSpPr txBox="1"/>
          <p:nvPr/>
        </p:nvSpPr>
        <p:spPr>
          <a:xfrm>
            <a:off x="5519207" y="5788416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188591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01268" y="3706484"/>
            <a:ext cx="2890157" cy="2890157"/>
            <a:chOff x="9500752" y="7806201"/>
            <a:chExt cx="5780314" cy="5780314"/>
          </a:xfrm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500752" y="7806201"/>
              <a:ext cx="5780314" cy="5780314"/>
            </a:xfrm>
            <a:prstGeom prst="ellipse">
              <a:avLst/>
            </a:prstGeom>
            <a:solidFill>
              <a:srgbClr val="FFFF00"/>
            </a:solidFill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90336" y="8512151"/>
              <a:ext cx="3799758" cy="3862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22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E959D43-E46F-1214-FCB4-6787CBB252C2}"/>
              </a:ext>
            </a:extLst>
          </p:cNvPr>
          <p:cNvSpPr txBox="1"/>
          <p:nvPr/>
        </p:nvSpPr>
        <p:spPr>
          <a:xfrm>
            <a:off x="5471984" y="5990757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394730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548905" y="3892661"/>
            <a:ext cx="2890157" cy="2739368"/>
            <a:chOff x="9097016" y="7327177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097016" y="7327177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283876" y="8286035"/>
              <a:ext cx="3799758" cy="38625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23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858644" y="669474"/>
            <a:ext cx="10728017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8671887-9E92-05A1-F2D9-EAB16D53FA15}"/>
              </a:ext>
            </a:extLst>
          </p:cNvPr>
          <p:cNvSpPr txBox="1"/>
          <p:nvPr/>
        </p:nvSpPr>
        <p:spPr>
          <a:xfrm>
            <a:off x="5405746" y="5988471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54453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50773" y="3836488"/>
            <a:ext cx="2890157" cy="2742988"/>
            <a:chOff x="9401742" y="7383843"/>
            <a:chExt cx="5780314" cy="594932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401742" y="7383843"/>
              <a:ext cx="5780314" cy="594932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414066" y="8310441"/>
              <a:ext cx="3799758" cy="418883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24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6F7A114-DA4F-8C52-B273-F8168F802164}"/>
              </a:ext>
            </a:extLst>
          </p:cNvPr>
          <p:cNvSpPr txBox="1"/>
          <p:nvPr/>
        </p:nvSpPr>
        <p:spPr>
          <a:xfrm>
            <a:off x="5405746" y="5794892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3212581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44495" y="3706484"/>
            <a:ext cx="2890157" cy="2890157"/>
            <a:chOff x="9345680" y="845099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45680" y="845099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79470" y="9556253"/>
              <a:ext cx="3771288" cy="385882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25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9C0B443-0221-23D8-D78D-48496C77A463}"/>
              </a:ext>
            </a:extLst>
          </p:cNvPr>
          <p:cNvSpPr txBox="1"/>
          <p:nvPr/>
        </p:nvSpPr>
        <p:spPr>
          <a:xfrm>
            <a:off x="5438081" y="5788416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318057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613385" y="3777798"/>
            <a:ext cx="2890157" cy="2890157"/>
            <a:chOff x="9232214" y="7926793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232214" y="7926793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297562" y="8885653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26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1509436-94CC-ECBE-8A45-8B6B4A22C3ED}"/>
              </a:ext>
            </a:extLst>
          </p:cNvPr>
          <p:cNvSpPr txBox="1"/>
          <p:nvPr/>
        </p:nvSpPr>
        <p:spPr>
          <a:xfrm>
            <a:off x="5368209" y="5828075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149957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523768" y="3706484"/>
            <a:ext cx="2890157" cy="2890157"/>
            <a:chOff x="9307286" y="8458201"/>
            <a:chExt cx="5780314" cy="5780314"/>
          </a:xfrm>
          <a:solidFill>
            <a:srgbClr val="FFC0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solidFill>
              <a:srgbClr val="FFFF00"/>
            </a:solidFill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414552" y="9470571"/>
              <a:ext cx="3929626" cy="3862596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27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8D0D5E5-DB02-C152-1892-BFBB562FECB1}"/>
              </a:ext>
            </a:extLst>
          </p:cNvPr>
          <p:cNvSpPr txBox="1"/>
          <p:nvPr/>
        </p:nvSpPr>
        <p:spPr>
          <a:xfrm>
            <a:off x="5292202" y="5829598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36994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468139" y="3808791"/>
            <a:ext cx="3225433" cy="2890157"/>
            <a:chOff x="9139524" y="8010815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139524" y="8010815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dirty="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62532" y="9211605"/>
              <a:ext cx="3413218" cy="38625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28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BA4759F-7D5C-B415-2E55-DC8291E631FD}"/>
              </a:ext>
            </a:extLst>
          </p:cNvPr>
          <p:cNvSpPr txBox="1"/>
          <p:nvPr/>
        </p:nvSpPr>
        <p:spPr>
          <a:xfrm>
            <a:off x="5401112" y="5988471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298853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633965" y="3706484"/>
            <a:ext cx="2890157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29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FD8BA2-785C-729F-9F07-9B29D155F41E}"/>
              </a:ext>
            </a:extLst>
          </p:cNvPr>
          <p:cNvSpPr txBox="1"/>
          <p:nvPr/>
        </p:nvSpPr>
        <p:spPr>
          <a:xfrm>
            <a:off x="5388789" y="5794713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205951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633965" y="3802563"/>
            <a:ext cx="2890157" cy="2890157"/>
            <a:chOff x="9410588" y="7806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410588" y="7806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443822" y="9019447"/>
              <a:ext cx="3783264" cy="38625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30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413FFDA-30AC-5AA1-A973-C9906C974EC8}"/>
              </a:ext>
            </a:extLst>
          </p:cNvPr>
          <p:cNvSpPr txBox="1"/>
          <p:nvPr/>
        </p:nvSpPr>
        <p:spPr>
          <a:xfrm>
            <a:off x="5405746" y="5940374"/>
            <a:ext cx="1446999" cy="397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322318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5150581" y="3706484"/>
            <a:ext cx="2890157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31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7D91308-FBFF-2B80-C160-77505D7847DF}"/>
              </a:ext>
            </a:extLst>
          </p:cNvPr>
          <p:cNvSpPr txBox="1"/>
          <p:nvPr/>
        </p:nvSpPr>
        <p:spPr>
          <a:xfrm>
            <a:off x="5905405" y="5770139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3437158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664529" y="3706484"/>
            <a:ext cx="2890157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32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8913CEA-1C54-FF1B-6566-0019EAC71166}"/>
              </a:ext>
            </a:extLst>
          </p:cNvPr>
          <p:cNvSpPr txBox="1"/>
          <p:nvPr/>
        </p:nvSpPr>
        <p:spPr>
          <a:xfrm>
            <a:off x="5446077" y="5770139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10227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50773" y="3589286"/>
            <a:ext cx="2890157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33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3F06820-3D8C-D607-161F-67CEF76DA238}"/>
              </a:ext>
            </a:extLst>
          </p:cNvPr>
          <p:cNvSpPr txBox="1"/>
          <p:nvPr/>
        </p:nvSpPr>
        <p:spPr>
          <a:xfrm>
            <a:off x="5569964" y="5541732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127774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701268" y="3706484"/>
            <a:ext cx="2890157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34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F9F133C-9B91-DE0D-2106-B4A4F9DCBFA9}"/>
              </a:ext>
            </a:extLst>
          </p:cNvPr>
          <p:cNvSpPr txBox="1"/>
          <p:nvPr/>
        </p:nvSpPr>
        <p:spPr>
          <a:xfrm>
            <a:off x="5520350" y="5743857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344628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650921" y="3706484"/>
            <a:ext cx="2890157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35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90C58C0-3B4A-6149-09D4-28E20439FFE7}"/>
              </a:ext>
            </a:extLst>
          </p:cNvPr>
          <p:cNvSpPr txBox="1"/>
          <p:nvPr/>
        </p:nvSpPr>
        <p:spPr>
          <a:xfrm>
            <a:off x="5405745" y="5774103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296944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633965" y="3679498"/>
            <a:ext cx="2890157" cy="2890157"/>
            <a:chOff x="9307286" y="8458201"/>
            <a:chExt cx="5780314" cy="5780314"/>
          </a:xfrm>
          <a:solidFill>
            <a:srgbClr val="FFC0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solidFill>
              <a:srgbClr val="FFFF00"/>
            </a:solidFill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36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1C7BD15-EB87-4382-089E-4FE6B8611807}"/>
              </a:ext>
            </a:extLst>
          </p:cNvPr>
          <p:cNvSpPr txBox="1"/>
          <p:nvPr/>
        </p:nvSpPr>
        <p:spPr>
          <a:xfrm>
            <a:off x="5430795" y="5743153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1749647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5038624" y="3706484"/>
            <a:ext cx="2837382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37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B0B00DA-A1B3-01B9-AC4A-4898A4FF1054}"/>
              </a:ext>
            </a:extLst>
          </p:cNvPr>
          <p:cNvSpPr txBox="1"/>
          <p:nvPr/>
        </p:nvSpPr>
        <p:spPr>
          <a:xfrm>
            <a:off x="5870258" y="5807596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148137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650921" y="3706484"/>
            <a:ext cx="2890157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297562" y="9315607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38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CD0AC14-9BBC-66D0-4813-B151B7103C30}"/>
              </a:ext>
            </a:extLst>
          </p:cNvPr>
          <p:cNvSpPr txBox="1"/>
          <p:nvPr/>
        </p:nvSpPr>
        <p:spPr>
          <a:xfrm>
            <a:off x="5425662" y="5988471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298396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633965" y="3892660"/>
            <a:ext cx="2890157" cy="2890157"/>
            <a:chOff x="9322020" y="7552853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22020" y="7552853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12296" y="8500595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39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EF7A50E-EF3E-510A-E529-1648A4BB23ED}"/>
              </a:ext>
            </a:extLst>
          </p:cNvPr>
          <p:cNvSpPr txBox="1"/>
          <p:nvPr/>
        </p:nvSpPr>
        <p:spPr>
          <a:xfrm>
            <a:off x="5446904" y="6097774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255162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Agrupar 21">
            <a:extLst>
              <a:ext uri="{FF2B5EF4-FFF2-40B4-BE49-F238E27FC236}">
                <a16:creationId xmlns:a16="http://schemas.microsoft.com/office/drawing/2014/main" id="{C2EBE288-9DF7-3C54-26E8-6DF36BB4A122}"/>
              </a:ext>
            </a:extLst>
          </p:cNvPr>
          <p:cNvGrpSpPr/>
          <p:nvPr/>
        </p:nvGrpSpPr>
        <p:grpSpPr>
          <a:xfrm>
            <a:off x="958340" y="7546412"/>
            <a:ext cx="10717326" cy="1330509"/>
            <a:chOff x="1915886" y="10161062"/>
            <a:chExt cx="21434652" cy="2661017"/>
          </a:xfrm>
        </p:grpSpPr>
        <p:sp>
          <p:nvSpPr>
            <p:cNvPr id="23" name="Retângulo Arredondado 22">
              <a:extLst>
                <a:ext uri="{FF2B5EF4-FFF2-40B4-BE49-F238E27FC236}">
                  <a16:creationId xmlns:a16="http://schemas.microsoft.com/office/drawing/2014/main" id="{5CFDD59E-2692-E83B-BFA6-400F34423B1E}"/>
                </a:ext>
              </a:extLst>
            </p:cNvPr>
            <p:cNvSpPr/>
            <p:nvPr/>
          </p:nvSpPr>
          <p:spPr>
            <a:xfrm>
              <a:off x="1915886" y="10161062"/>
              <a:ext cx="21434652" cy="2661017"/>
            </a:xfrm>
            <a:prstGeom prst="roundRect">
              <a:avLst>
                <a:gd name="adj" fmla="val 22183"/>
              </a:avLst>
            </a:prstGeom>
            <a:ln>
              <a:noFill/>
            </a:ln>
            <a:effectLst>
              <a:innerShdw blurRad="508000" dist="254000" dir="13500000">
                <a:prstClr val="black">
                  <a:alpha val="4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387BB46E-FC5D-ED9F-5603-77BC288FFA8E}"/>
                </a:ext>
              </a:extLst>
            </p:cNvPr>
            <p:cNvSpPr txBox="1"/>
            <p:nvPr/>
          </p:nvSpPr>
          <p:spPr>
            <a:xfrm>
              <a:off x="5529682" y="10751838"/>
              <a:ext cx="17373986" cy="16619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8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+1 pessoa se suicidou no mundo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1115310" y="669474"/>
            <a:ext cx="996138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Como você está hoje?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0683">
            <a:off x="775608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23573" y="2689316"/>
            <a:ext cx="1562100" cy="1442856"/>
          </a:xfrm>
          <a:prstGeom prst="rect">
            <a:avLst/>
          </a:prstGeom>
        </p:spPr>
      </p:pic>
      <p:pic>
        <p:nvPicPr>
          <p:cNvPr id="6" name="emocao3">
            <a:extLst>
              <a:ext uri="{FF2B5EF4-FFF2-40B4-BE49-F238E27FC236}">
                <a16:creationId xmlns:a16="http://schemas.microsoft.com/office/drawing/2014/main" id="{EB7686A5-9626-01C8-7DE4-DE6CD7539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50581" y="2054868"/>
            <a:ext cx="1891633" cy="1420384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991958">
            <a:off x="10141884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722543">
            <a:off x="8163183" y="2593379"/>
            <a:ext cx="1562100" cy="1671242"/>
          </a:xfrm>
          <a:prstGeom prst="rect">
            <a:avLst/>
          </a:prstGeom>
        </p:spPr>
      </p:pic>
      <p:grpSp>
        <p:nvGrpSpPr>
          <p:cNvPr id="13" name="Cronometro">
            <a:extLst>
              <a:ext uri="{FF2B5EF4-FFF2-40B4-BE49-F238E27FC236}">
                <a16:creationId xmlns:a16="http://schemas.microsoft.com/office/drawing/2014/main" id="{C7A73690-2A7E-DD6D-3861-90BDEEEF7A7B}"/>
              </a:ext>
            </a:extLst>
          </p:cNvPr>
          <p:cNvGrpSpPr/>
          <p:nvPr/>
        </p:nvGrpSpPr>
        <p:grpSpPr>
          <a:xfrm>
            <a:off x="4385673" y="3841838"/>
            <a:ext cx="2890157" cy="2890157"/>
            <a:chOff x="9307286" y="8458201"/>
            <a:chExt cx="5780314" cy="5780314"/>
          </a:xfrm>
          <a:solidFill>
            <a:srgbClr val="FFFF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42135-2E28-350C-9AD2-BD5781831CF8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grpFill/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6EE2945-2744-F5A7-2BE3-03DAF0544D78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40</a:t>
              </a: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B87357-50DF-95BF-9B80-57004F7D8F89}"/>
              </a:ext>
            </a:extLst>
          </p:cNvPr>
          <p:cNvSpPr txBox="1"/>
          <p:nvPr/>
        </p:nvSpPr>
        <p:spPr>
          <a:xfrm>
            <a:off x="5140497" y="5903335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7B4D1FD-2BCE-0E61-1EFA-C20B568D48CE}"/>
              </a:ext>
            </a:extLst>
          </p:cNvPr>
          <p:cNvSpPr txBox="1"/>
          <p:nvPr/>
        </p:nvSpPr>
        <p:spPr>
          <a:xfrm>
            <a:off x="3602070" y="-1796408"/>
            <a:ext cx="4998421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Triste notícia!</a:t>
            </a:r>
          </a:p>
        </p:txBody>
      </p:sp>
    </p:spTree>
    <p:extLst>
      <p:ext uri="{BB962C8B-B14F-4D97-AF65-F5344CB8AC3E}">
        <p14:creationId xmlns:p14="http://schemas.microsoft.com/office/powerpoint/2010/main" val="110865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"/>
    </mc:Choice>
    <mc:Fallback xmlns="">
      <p:transition advClick="0" advTm="1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84CB03FA-5B28-1C57-2C5F-18FFC7136F59}"/>
              </a:ext>
            </a:extLst>
          </p:cNvPr>
          <p:cNvGrpSpPr/>
          <p:nvPr/>
        </p:nvGrpSpPr>
        <p:grpSpPr>
          <a:xfrm>
            <a:off x="1474674" y="4572740"/>
            <a:ext cx="10717326" cy="1330509"/>
            <a:chOff x="2948554" y="9145482"/>
            <a:chExt cx="21434652" cy="2661017"/>
          </a:xfrm>
          <a:solidFill>
            <a:schemeClr val="tx2">
              <a:lumMod val="90000"/>
            </a:schemeClr>
          </a:solidFill>
        </p:grpSpPr>
        <p:sp>
          <p:nvSpPr>
            <p:cNvPr id="16" name="Retângulo Arredondado 15">
              <a:extLst>
                <a:ext uri="{FF2B5EF4-FFF2-40B4-BE49-F238E27FC236}">
                  <a16:creationId xmlns:a16="http://schemas.microsoft.com/office/drawing/2014/main" id="{94C1D616-4157-1C4A-3416-9ADDC28B8676}"/>
                </a:ext>
              </a:extLst>
            </p:cNvPr>
            <p:cNvSpPr/>
            <p:nvPr/>
          </p:nvSpPr>
          <p:spPr>
            <a:xfrm>
              <a:off x="2948554" y="9145482"/>
              <a:ext cx="21434652" cy="2661017"/>
            </a:xfrm>
            <a:prstGeom prst="roundRect">
              <a:avLst>
                <a:gd name="adj" fmla="val 22183"/>
              </a:avLst>
            </a:prstGeom>
            <a:grpFill/>
            <a:ln>
              <a:noFill/>
            </a:ln>
            <a:effectLst>
              <a:innerShdw blurRad="508000" dist="254000" dir="13500000">
                <a:prstClr val="black">
                  <a:alpha val="4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dirty="0">
                <a:solidFill>
                  <a:schemeClr val="tx2"/>
                </a:solidFill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0E5AFD2A-C160-CF10-5669-F6917CA92196}"/>
                </a:ext>
              </a:extLst>
            </p:cNvPr>
            <p:cNvSpPr txBox="1"/>
            <p:nvPr/>
          </p:nvSpPr>
          <p:spPr>
            <a:xfrm>
              <a:off x="6709856" y="9861784"/>
              <a:ext cx="15017574" cy="129266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sz="3600" b="1" dirty="0">
                  <a:solidFill>
                    <a:schemeClr val="tx2"/>
                  </a:solidFill>
                </a:rPr>
                <a:t>+1 pessoa se suicidou no mundo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F74C5D-317F-910A-B05A-0142124200F0}"/>
              </a:ext>
            </a:extLst>
          </p:cNvPr>
          <p:cNvSpPr txBox="1"/>
          <p:nvPr/>
        </p:nvSpPr>
        <p:spPr>
          <a:xfrm>
            <a:off x="3251782" y="476250"/>
            <a:ext cx="5698997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bg1"/>
                </a:solidFill>
              </a:rPr>
              <a:t>Triste notícia!</a:t>
            </a:r>
          </a:p>
        </p:txBody>
      </p:sp>
      <p:pic>
        <p:nvPicPr>
          <p:cNvPr id="4" name="emocao1">
            <a:extLst>
              <a:ext uri="{FF2B5EF4-FFF2-40B4-BE49-F238E27FC236}">
                <a16:creationId xmlns:a16="http://schemas.microsoft.com/office/drawing/2014/main" id="{A3E9BEBF-B87C-2819-94AB-E613238A14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810683">
            <a:off x="-4449932" y="2060497"/>
            <a:ext cx="1562100" cy="1676400"/>
          </a:xfrm>
          <a:prstGeom prst="rect">
            <a:avLst/>
          </a:prstGeom>
        </p:spPr>
      </p:pic>
      <p:pic>
        <p:nvPicPr>
          <p:cNvPr id="5" name="emocao2">
            <a:extLst>
              <a:ext uri="{FF2B5EF4-FFF2-40B4-BE49-F238E27FC236}">
                <a16:creationId xmlns:a16="http://schemas.microsoft.com/office/drawing/2014/main" id="{392D979A-4849-19C0-F278-40377DEAD1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-3016703" y="2707572"/>
            <a:ext cx="1562100" cy="1442856"/>
          </a:xfrm>
          <a:prstGeom prst="rect">
            <a:avLst/>
          </a:prstGeom>
        </p:spPr>
      </p:pic>
      <p:pic>
        <p:nvPicPr>
          <p:cNvPr id="7" name="emocao5">
            <a:extLst>
              <a:ext uri="{FF2B5EF4-FFF2-40B4-BE49-F238E27FC236}">
                <a16:creationId xmlns:a16="http://schemas.microsoft.com/office/drawing/2014/main" id="{F4D2A9BE-0D09-45A6-DCC8-B077994046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 rot="991958">
            <a:off x="15454509" y="2131368"/>
            <a:ext cx="1562100" cy="1136582"/>
          </a:xfrm>
          <a:prstGeom prst="rect">
            <a:avLst/>
          </a:prstGeom>
        </p:spPr>
      </p:pic>
      <p:pic>
        <p:nvPicPr>
          <p:cNvPr id="9" name="emocao4">
            <a:extLst>
              <a:ext uri="{FF2B5EF4-FFF2-40B4-BE49-F238E27FC236}">
                <a16:creationId xmlns:a16="http://schemas.microsoft.com/office/drawing/2014/main" id="{B75B04DE-C24B-D088-294B-4458F1CAE75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 rot="722543">
            <a:off x="13475808" y="2593379"/>
            <a:ext cx="1562100" cy="1671242"/>
          </a:xfrm>
          <a:prstGeom prst="rect">
            <a:avLst/>
          </a:prstGeom>
        </p:spPr>
      </p:pic>
      <p:grpSp>
        <p:nvGrpSpPr>
          <p:cNvPr id="3" name="Cronometro">
            <a:extLst>
              <a:ext uri="{FF2B5EF4-FFF2-40B4-BE49-F238E27FC236}">
                <a16:creationId xmlns:a16="http://schemas.microsoft.com/office/drawing/2014/main" id="{4DCD8772-7D0B-716B-8253-5F7B00FEE529}"/>
              </a:ext>
            </a:extLst>
          </p:cNvPr>
          <p:cNvGrpSpPr/>
          <p:nvPr/>
        </p:nvGrpSpPr>
        <p:grpSpPr>
          <a:xfrm>
            <a:off x="148896" y="3892660"/>
            <a:ext cx="2890157" cy="2890157"/>
            <a:chOff x="9307286" y="8458201"/>
            <a:chExt cx="5780314" cy="5780314"/>
          </a:xfrm>
          <a:solidFill>
            <a:srgbClr val="FFC000"/>
          </a:solidFill>
          <a:effectLst>
            <a:outerShdw blurRad="635000" dist="317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3273956-6207-5424-3CE2-B59D3C5C4C82}"/>
                </a:ext>
              </a:extLst>
            </p:cNvPr>
            <p:cNvSpPr/>
            <p:nvPr/>
          </p:nvSpPr>
          <p:spPr>
            <a:xfrm>
              <a:off x="9307286" y="8458201"/>
              <a:ext cx="5780314" cy="5780314"/>
            </a:xfrm>
            <a:prstGeom prst="ellipse">
              <a:avLst/>
            </a:prstGeom>
            <a:solidFill>
              <a:srgbClr val="FFFF00"/>
            </a:solidFill>
            <a:ln w="1778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F732ECDE-64E3-19FB-6B36-3A5F9C9BFA96}"/>
                </a:ext>
              </a:extLst>
            </p:cNvPr>
            <p:cNvSpPr txBox="1"/>
            <p:nvPr/>
          </p:nvSpPr>
          <p:spPr>
            <a:xfrm>
              <a:off x="10324784" y="9470571"/>
              <a:ext cx="3799758" cy="38625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950" b="1" dirty="0">
                  <a:solidFill>
                    <a:schemeClr val="bg1"/>
                  </a:solidFill>
                </a:rPr>
                <a:t>40</a:t>
              </a:r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527528C-D329-9DCB-2195-5CA96E0CE3FF}"/>
              </a:ext>
            </a:extLst>
          </p:cNvPr>
          <p:cNvSpPr txBox="1"/>
          <p:nvPr/>
        </p:nvSpPr>
        <p:spPr>
          <a:xfrm>
            <a:off x="784420" y="6148978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segundos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28E127D-5B6E-26FE-7CB0-67343D4CAAB6}"/>
              </a:ext>
            </a:extLst>
          </p:cNvPr>
          <p:cNvSpPr txBox="1"/>
          <p:nvPr/>
        </p:nvSpPr>
        <p:spPr>
          <a:xfrm>
            <a:off x="-8581299" y="669474"/>
            <a:ext cx="8262135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9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Como você está hoje?</a:t>
            </a:r>
          </a:p>
        </p:txBody>
      </p:sp>
      <p:pic>
        <p:nvPicPr>
          <p:cNvPr id="21" name="emocao1">
            <a:extLst>
              <a:ext uri="{FF2B5EF4-FFF2-40B4-BE49-F238E27FC236}">
                <a16:creationId xmlns:a16="http://schemas.microsoft.com/office/drawing/2014/main" id="{556BAD14-80BE-DEE3-D85D-D880FE8C74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810683">
            <a:off x="-4190225" y="2060497"/>
            <a:ext cx="1562100" cy="1676400"/>
          </a:xfrm>
          <a:prstGeom prst="rect">
            <a:avLst/>
          </a:prstGeom>
        </p:spPr>
      </p:pic>
      <p:pic>
        <p:nvPicPr>
          <p:cNvPr id="22" name="emocao2">
            <a:extLst>
              <a:ext uri="{FF2B5EF4-FFF2-40B4-BE49-F238E27FC236}">
                <a16:creationId xmlns:a16="http://schemas.microsoft.com/office/drawing/2014/main" id="{F00C9111-1317-58A5-D513-B4BDB4879C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635443" y="2323376"/>
            <a:ext cx="1902640" cy="1757400"/>
          </a:xfrm>
          <a:prstGeom prst="rect">
            <a:avLst/>
          </a:prstGeom>
        </p:spPr>
      </p:pic>
      <p:pic>
        <p:nvPicPr>
          <p:cNvPr id="23" name="emocao3">
            <a:extLst>
              <a:ext uri="{FF2B5EF4-FFF2-40B4-BE49-F238E27FC236}">
                <a16:creationId xmlns:a16="http://schemas.microsoft.com/office/drawing/2014/main" id="{130F23FF-978B-A57A-C53D-E6A708FE879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965766" y="2284830"/>
            <a:ext cx="2304012" cy="1730030"/>
          </a:xfrm>
          <a:prstGeom prst="rect">
            <a:avLst/>
          </a:prstGeom>
        </p:spPr>
      </p:pic>
      <p:pic>
        <p:nvPicPr>
          <p:cNvPr id="24" name="emocao5">
            <a:extLst>
              <a:ext uri="{FF2B5EF4-FFF2-40B4-BE49-F238E27FC236}">
                <a16:creationId xmlns:a16="http://schemas.microsoft.com/office/drawing/2014/main" id="{753C421A-63FB-2A3F-39A2-B8D7F8EFDB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 rot="991958">
            <a:off x="13065256" y="2131368"/>
            <a:ext cx="1562100" cy="1136582"/>
          </a:xfrm>
          <a:prstGeom prst="rect">
            <a:avLst/>
          </a:prstGeom>
        </p:spPr>
      </p:pic>
      <p:pic>
        <p:nvPicPr>
          <p:cNvPr id="25" name="emocao4">
            <a:extLst>
              <a:ext uri="{FF2B5EF4-FFF2-40B4-BE49-F238E27FC236}">
                <a16:creationId xmlns:a16="http://schemas.microsoft.com/office/drawing/2014/main" id="{AA60EE46-620A-49D4-2E6F-4558436294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635788" y="2159394"/>
            <a:ext cx="1902640" cy="2035575"/>
          </a:xfrm>
          <a:prstGeom prst="rect">
            <a:avLst/>
          </a:prstGeom>
        </p:spPr>
      </p:pic>
      <p:pic>
        <p:nvPicPr>
          <p:cNvPr id="6" name="CINEMATIC_HIT_Melodic_Church_Bell_03">
            <a:hlinkClick r:id="" action="ppaction://media"/>
            <a:extLst>
              <a:ext uri="{FF2B5EF4-FFF2-40B4-BE49-F238E27FC236}">
                <a16:creationId xmlns:a16="http://schemas.microsoft.com/office/drawing/2014/main" id="{05CB2870-7646-EE53-F6A6-FF2646FA5C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1325330" y="-866274"/>
            <a:ext cx="866274" cy="86627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6A82974-1D16-0FA2-CF3A-CA98705304D2}"/>
              </a:ext>
            </a:extLst>
          </p:cNvPr>
          <p:cNvSpPr txBox="1"/>
          <p:nvPr/>
        </p:nvSpPr>
        <p:spPr>
          <a:xfrm>
            <a:off x="-23666" y="-673770"/>
            <a:ext cx="1036320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INSTRUÇÃO:</a:t>
            </a:r>
          </a:p>
          <a:p>
            <a:r>
              <a:rPr lang="pt-BR" sz="1200" dirty="0">
                <a:solidFill>
                  <a:schemeClr val="bg1"/>
                </a:solidFill>
              </a:rPr>
              <a:t>O símbolo de alto-falante a direito é o sino de uma igreja que toca automaticamente quando apresenta este slide. Caso não deseje este sino, basta apagar o alto-falante deste slide</a:t>
            </a:r>
          </a:p>
        </p:txBody>
      </p:sp>
      <p:sp>
        <p:nvSpPr>
          <p:cNvPr id="12" name="Seta para a Direita 11">
            <a:extLst>
              <a:ext uri="{FF2B5EF4-FFF2-40B4-BE49-F238E27FC236}">
                <a16:creationId xmlns:a16="http://schemas.microsoft.com/office/drawing/2014/main" id="{DF9A511D-3F3C-0535-7F4C-9FF08CC8A41D}"/>
              </a:ext>
            </a:extLst>
          </p:cNvPr>
          <p:cNvSpPr/>
          <p:nvPr/>
        </p:nvSpPr>
        <p:spPr>
          <a:xfrm>
            <a:off x="10147029" y="-586117"/>
            <a:ext cx="1034716" cy="3368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C9695E-A323-4E37-88CD-1ABBB3BF519C}"/>
              </a:ext>
            </a:extLst>
          </p:cNvPr>
          <p:cNvSpPr/>
          <p:nvPr/>
        </p:nvSpPr>
        <p:spPr>
          <a:xfrm>
            <a:off x="3039053" y="6148978"/>
            <a:ext cx="8715945" cy="3121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OMS, 2025.</a:t>
            </a:r>
          </a:p>
        </p:txBody>
      </p:sp>
    </p:spTree>
    <p:extLst>
      <p:ext uri="{BB962C8B-B14F-4D97-AF65-F5344CB8AC3E}">
        <p14:creationId xmlns:p14="http://schemas.microsoft.com/office/powerpoint/2010/main" val="539831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7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09F61-7516-D6FF-0B58-876EAC067054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pt-PT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Dados Mundiais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46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390C3-BF08-4945-B00C-6442A3A9525F}"/>
              </a:ext>
            </a:extLst>
          </p:cNvPr>
          <p:cNvSpPr txBox="1">
            <a:spLocks/>
          </p:cNvSpPr>
          <p:nvPr/>
        </p:nvSpPr>
        <p:spPr>
          <a:xfrm>
            <a:off x="156117" y="1354937"/>
            <a:ext cx="5720576" cy="494076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857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buFont typeface="Wingdings 3" panose="05040102010807070707" pitchFamily="18" charset="2"/>
              <a:buNone/>
              <a:defRPr/>
            </a:pPr>
            <a:r>
              <a:rPr lang="pt-PT" alt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 de saúde pública. </a:t>
            </a:r>
          </a:p>
          <a:p>
            <a:pPr algn="just" eaLnBrk="1" hangingPunct="1">
              <a:defRPr/>
            </a:pPr>
            <a:endParaRPr lang="pt-PT" altLang="pt-P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pt-PT" alt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Mais de 720 000 pessoas morrem por suicídio todos os anos (OMS 2025)</a:t>
            </a:r>
          </a:p>
          <a:p>
            <a:pPr marL="0" indent="0" algn="just" eaLnBrk="1" hangingPunct="1">
              <a:buFont typeface="Wingdings 3" panose="05040102010807070707" pitchFamily="18" charset="2"/>
              <a:buNone/>
              <a:defRPr/>
            </a:pPr>
            <a:endParaRPr lang="pt-PT" altLang="pt-P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pt-PT" alt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Equivalendo em 1 pessoa a cada 40 segundos.</a:t>
            </a:r>
          </a:p>
          <a:p>
            <a:pPr algn="just" eaLnBrk="1" hangingPunct="1">
              <a:defRPr/>
            </a:pPr>
            <a:endParaRPr lang="pt-PT" altLang="pt-P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pt-PT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taxas de suicídio no mundo aumentaram em 70% nas últimas décadas (Schlebusch, L., 2018), sobretudo nos países em vias de desenvolvimento.</a:t>
            </a:r>
          </a:p>
          <a:p>
            <a:pPr algn="just" eaLnBrk="1" hangingPunct="1">
              <a:defRPr/>
            </a:pPr>
            <a:endParaRPr lang="pt-PT" altLang="pt-P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GB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15592B70-796A-4215-8F79-782F6AE3E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482" y="1047964"/>
            <a:ext cx="5442494" cy="47261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C2B3532-D24A-465D-85C0-FC66BB86B858}"/>
              </a:ext>
            </a:extLst>
          </p:cNvPr>
          <p:cNvSpPr/>
          <p:nvPr/>
        </p:nvSpPr>
        <p:spPr>
          <a:xfrm>
            <a:off x="6315307" y="5917915"/>
            <a:ext cx="5263669" cy="26712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Abordagem</a:t>
            </a:r>
            <a:r>
              <a:rPr lang="en-GB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GB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suicídio</a:t>
            </a:r>
            <a:r>
              <a:rPr lang="en-GB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GB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contextos</a:t>
            </a:r>
            <a:r>
              <a:rPr lang="en-GB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humanitários-Guia</a:t>
            </a:r>
            <a:r>
              <a:rPr lang="en-GB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orientador</a:t>
            </a:r>
            <a:r>
              <a:rPr lang="en-GB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-IASC 2022.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A31C23-0717-4610-847B-1FC52F190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92" y="1746358"/>
            <a:ext cx="5236918" cy="336528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2EC259A-031F-45AC-8B2B-B22E22935DA9}"/>
              </a:ext>
            </a:extLst>
          </p:cNvPr>
          <p:cNvSpPr/>
          <p:nvPr/>
        </p:nvSpPr>
        <p:spPr>
          <a:xfrm>
            <a:off x="589050" y="5239346"/>
            <a:ext cx="5414817" cy="26371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Plano  </a:t>
            </a:r>
            <a:r>
              <a:rPr lang="en-US" sz="1400" dirty="0" err="1">
                <a:solidFill>
                  <a:schemeClr val="bg1"/>
                </a:solidFill>
              </a:rPr>
              <a:t>prevenção</a:t>
            </a:r>
            <a:r>
              <a:rPr lang="en-US" sz="1400" dirty="0">
                <a:solidFill>
                  <a:schemeClr val="bg1"/>
                </a:solidFill>
              </a:rPr>
              <a:t> do </a:t>
            </a:r>
            <a:r>
              <a:rPr lang="en-US" sz="1400" dirty="0" err="1">
                <a:solidFill>
                  <a:schemeClr val="bg1"/>
                </a:solidFill>
              </a:rPr>
              <a:t>suicidio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Misau</a:t>
            </a:r>
            <a:r>
              <a:rPr lang="en-US" sz="1400" dirty="0">
                <a:solidFill>
                  <a:schemeClr val="bg1"/>
                </a:solidFill>
              </a:rPr>
              <a:t> 2025 </a:t>
            </a:r>
          </a:p>
        </p:txBody>
      </p:sp>
    </p:spTree>
    <p:extLst>
      <p:ext uri="{BB962C8B-B14F-4D97-AF65-F5344CB8AC3E}">
        <p14:creationId xmlns:p14="http://schemas.microsoft.com/office/powerpoint/2010/main" val="250163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C364-33E8-0DBE-B881-CE18B2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1CF0B2-5F72-A708-23DB-3EF090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47</a:t>
            </a:fld>
            <a:endParaRPr lang="en-GB"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BDAEA273-67F7-4838-90E5-A281BBDA9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609756" y="-2636915"/>
            <a:ext cx="6972488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3387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C364-33E8-0DBE-B881-CE18B2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1CF0B2-5F72-A708-23DB-3EF090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48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4DEDCF-160E-46D7-8817-E733CCE0A86C}"/>
              </a:ext>
            </a:extLst>
          </p:cNvPr>
          <p:cNvSpPr txBox="1"/>
          <p:nvPr/>
        </p:nvSpPr>
        <p:spPr>
          <a:xfrm>
            <a:off x="1160980" y="221163"/>
            <a:ext cx="9626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Estudos sobre suicidio em profissionais de saúde</a:t>
            </a:r>
            <a:endParaRPr lang="pt-BR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409575-5E2D-4819-8156-824A380F1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52" y="986319"/>
            <a:ext cx="8364128" cy="50446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B6BF44-4F68-47FF-8C1C-9128839E7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762" y="996592"/>
            <a:ext cx="8825020" cy="567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67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354D0C-5457-C632-DE00-A712CE83E86E}"/>
              </a:ext>
            </a:extLst>
          </p:cNvPr>
          <p:cNvSpPr txBox="1"/>
          <p:nvPr/>
        </p:nvSpPr>
        <p:spPr>
          <a:xfrm>
            <a:off x="1160980" y="221163"/>
            <a:ext cx="9626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Estudos sobre suicidio em profissionais de saúde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49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FC943-9BA7-49E5-9203-A6A045332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80" y="1128695"/>
            <a:ext cx="11270750" cy="5262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88B8CB-7C0F-4ED3-BCD8-8F5E28C32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35" y="297950"/>
            <a:ext cx="3930186" cy="62466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9DFA86-FD54-4E20-AF94-3C8C1EC081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166" y="475352"/>
            <a:ext cx="6323423" cy="590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5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C364-33E8-0DBE-B881-CE18B2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1CF0B2-5F72-A708-23DB-3EF090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50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4DEDCF-160E-46D7-8817-E733CCE0A86C}"/>
              </a:ext>
            </a:extLst>
          </p:cNvPr>
          <p:cNvSpPr txBox="1"/>
          <p:nvPr/>
        </p:nvSpPr>
        <p:spPr>
          <a:xfrm>
            <a:off x="1160980" y="221163"/>
            <a:ext cx="9626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Estudos sobre suicidio em profissionais de saúde</a:t>
            </a:r>
            <a:endParaRPr lang="pt-BR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1A7802-C565-489D-99E4-7F4F9AC04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308"/>
            <a:ext cx="6858000" cy="5057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A5B926-9044-48FD-AB34-68DFA78EC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837345"/>
            <a:ext cx="6734175" cy="2994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91BC10-154A-4EF0-8C83-814265E4D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25" y="3200881"/>
            <a:ext cx="6696075" cy="2428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A266E4-3F02-4A8B-AF67-B009673CC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7151" y="870346"/>
            <a:ext cx="6858000" cy="3581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06C6F3-5638-4940-BF82-4ACD03B75A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5111" y="2810273"/>
            <a:ext cx="6848475" cy="358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2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10325-FEEA-839B-EF4C-CBC8CB8E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F187D9-43B4-BCEC-1672-FD9EE13C5993}"/>
              </a:ext>
            </a:extLst>
          </p:cNvPr>
          <p:cNvSpPr txBox="1"/>
          <p:nvPr/>
        </p:nvSpPr>
        <p:spPr>
          <a:xfrm>
            <a:off x="1061545" y="221163"/>
            <a:ext cx="69325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Gostaria de partilhar a história do Sr. José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D205FA-01C5-2873-6358-DC0E1473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51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06F552-3EA9-4B28-8E48-BAB13C7E4AAE}"/>
              </a:ext>
            </a:extLst>
          </p:cNvPr>
          <p:cNvCxnSpPr>
            <a:cxnSpLocks/>
          </p:cNvCxnSpPr>
          <p:nvPr/>
        </p:nvCxnSpPr>
        <p:spPr>
          <a:xfrm>
            <a:off x="36565" y="3429000"/>
            <a:ext cx="1190302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3C11E6-3B08-410B-BA51-9D12AD22CE2A}"/>
              </a:ext>
            </a:extLst>
          </p:cNvPr>
          <p:cNvCxnSpPr>
            <a:cxnSpLocks/>
          </p:cNvCxnSpPr>
          <p:nvPr/>
        </p:nvCxnSpPr>
        <p:spPr>
          <a:xfrm>
            <a:off x="3969468" y="1107774"/>
            <a:ext cx="94859" cy="5505354"/>
          </a:xfrm>
          <a:prstGeom prst="line">
            <a:avLst/>
          </a:prstGeom>
          <a:ln w="38100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9F434D-4769-46C7-9AC9-399D291582EB}"/>
              </a:ext>
            </a:extLst>
          </p:cNvPr>
          <p:cNvCxnSpPr>
            <a:cxnSpLocks/>
          </p:cNvCxnSpPr>
          <p:nvPr/>
        </p:nvCxnSpPr>
        <p:spPr>
          <a:xfrm>
            <a:off x="7775795" y="1018960"/>
            <a:ext cx="56782" cy="5455412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  <a:alpha val="2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tângulo 5">
            <a:extLst>
              <a:ext uri="{FF2B5EF4-FFF2-40B4-BE49-F238E27FC236}">
                <a16:creationId xmlns:a16="http://schemas.microsoft.com/office/drawing/2014/main" id="{FB1DC9CB-F175-4095-BD97-D74D74AABA18}"/>
              </a:ext>
            </a:extLst>
          </p:cNvPr>
          <p:cNvSpPr/>
          <p:nvPr/>
        </p:nvSpPr>
        <p:spPr>
          <a:xfrm>
            <a:off x="4172130" y="1050382"/>
            <a:ext cx="3420367" cy="225687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pt-PT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 2 anos com inicio de sintomas com parestesia do MID, e  há 1 ano com agravamento pouco claro do quadro tendo se propagado, primeiro para o MIE, seguindo para o MSE e D.</a:t>
            </a:r>
          </a:p>
        </p:txBody>
      </p:sp>
      <p:sp>
        <p:nvSpPr>
          <p:cNvPr id="11" name="Retângulo 5">
            <a:extLst>
              <a:ext uri="{FF2B5EF4-FFF2-40B4-BE49-F238E27FC236}">
                <a16:creationId xmlns:a16="http://schemas.microsoft.com/office/drawing/2014/main" id="{3EB5BDEE-13DF-47F2-AF41-0FD74E3A7DA0}"/>
              </a:ext>
            </a:extLst>
          </p:cNvPr>
          <p:cNvSpPr/>
          <p:nvPr/>
        </p:nvSpPr>
        <p:spPr>
          <a:xfrm>
            <a:off x="171655" y="1107774"/>
            <a:ext cx="3649667" cy="2124921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pt-PT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52A\M\N\ vive em união de facto há 28 anos, pai de 2 filhos, todos casados, funcionário da Saúde há 22 anos. Referido da consulta de Medicina Familiar por polisintomatologia</a:t>
            </a:r>
          </a:p>
        </p:txBody>
      </p:sp>
      <p:sp>
        <p:nvSpPr>
          <p:cNvPr id="12" name="Retângulo 5">
            <a:extLst>
              <a:ext uri="{FF2B5EF4-FFF2-40B4-BE49-F238E27FC236}">
                <a16:creationId xmlns:a16="http://schemas.microsoft.com/office/drawing/2014/main" id="{ED98C97E-4745-40F2-BBFA-11FF494B1416}"/>
              </a:ext>
            </a:extLst>
          </p:cNvPr>
          <p:cNvSpPr/>
          <p:nvPr/>
        </p:nvSpPr>
        <p:spPr>
          <a:xfrm>
            <a:off x="4256554" y="3527057"/>
            <a:ext cx="3441122" cy="29236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pt-PT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2007- acidente de viação do tipo embate, sem outros de doença.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pt-PT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 2 anos/ 1 ano, teve dois eventos graves no trabalho que até colocava em risco o seu emprego, sendo que está situação influenciou no seu relacionamento com a mulher, embora actualmente considere bom.</a:t>
            </a:r>
          </a:p>
        </p:txBody>
      </p:sp>
      <p:sp>
        <p:nvSpPr>
          <p:cNvPr id="13" name="Retângulo 5">
            <a:extLst>
              <a:ext uri="{FF2B5EF4-FFF2-40B4-BE49-F238E27FC236}">
                <a16:creationId xmlns:a16="http://schemas.microsoft.com/office/drawing/2014/main" id="{9EA2EFAC-675A-4671-A8A5-7395EC864121}"/>
              </a:ext>
            </a:extLst>
          </p:cNvPr>
          <p:cNvSpPr/>
          <p:nvPr/>
        </p:nvSpPr>
        <p:spPr>
          <a:xfrm>
            <a:off x="86419" y="3678745"/>
            <a:ext cx="3731610" cy="2934366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pt-PT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Nesta mesma altura com insónia de inicio terminal tendo agravado para total, associado a aperto no peito, palpitações.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pt-PT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pt-PT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Foi aconselhado a procurar um psicólogo, mas sempre achou que não era necessário, porque sentia dor.....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</a:pPr>
            <a:endParaRPr lang="pt-PT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tângulo 5">
            <a:extLst>
              <a:ext uri="{FF2B5EF4-FFF2-40B4-BE49-F238E27FC236}">
                <a16:creationId xmlns:a16="http://schemas.microsoft.com/office/drawing/2014/main" id="{557C3436-3E1A-428A-AFE7-10C4529742E1}"/>
              </a:ext>
            </a:extLst>
          </p:cNvPr>
          <p:cNvSpPr/>
          <p:nvPr/>
        </p:nvSpPr>
        <p:spPr>
          <a:xfrm>
            <a:off x="7864436" y="3536185"/>
            <a:ext cx="4241145" cy="2774619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pt-PT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 hábitos toxicos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pt-PT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EP: sem alteração da sensopercepção, choro fácil, por conta da dor e muito tempo a procura de solução para seus problemas já algumas vezes pensou que tirar sua vida seria o adequado, sendo a última vez que considerou há 3 semanas, mas não sabia como poderia fazer.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D73B38A-7AF6-4543-B99E-0038CDC3F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306" y="1107774"/>
            <a:ext cx="3996282" cy="2214038"/>
          </a:xfrm>
          <a:prstGeom prst="rect">
            <a:avLst/>
          </a:prstGeom>
        </p:spPr>
      </p:pic>
      <p:sp>
        <p:nvSpPr>
          <p:cNvPr id="29" name="Retângulo 25">
            <a:extLst>
              <a:ext uri="{FF2B5EF4-FFF2-40B4-BE49-F238E27FC236}">
                <a16:creationId xmlns:a16="http://schemas.microsoft.com/office/drawing/2014/main" id="{08F4DF71-AFF6-4404-9BB0-0F62B5FA1CC2}"/>
              </a:ext>
            </a:extLst>
          </p:cNvPr>
          <p:cNvSpPr/>
          <p:nvPr/>
        </p:nvSpPr>
        <p:spPr>
          <a:xfrm>
            <a:off x="8912771" y="158759"/>
            <a:ext cx="3100815" cy="380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Caso clinico adaptado</a:t>
            </a:r>
            <a:r>
              <a:rPr lang="pt-P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7821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26266D-05E4-40A0-8D89-2EF08C5C26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594" y="1103586"/>
            <a:ext cx="5896303" cy="53287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que vêm a nossa mente quando fala-se do termo suicídio?</a:t>
            </a:r>
          </a:p>
          <a:p>
            <a:pPr algn="just"/>
            <a:endParaRPr lang="pt-PT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PT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Comportamento suicída?</a:t>
            </a:r>
          </a:p>
          <a:p>
            <a:pPr marL="0" indent="0" algn="just">
              <a:buNone/>
            </a:pPr>
            <a:endParaRPr lang="pt-PT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PT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Existem outros termos que podemos discutir que já ouvimos?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52</a:t>
            </a:fld>
            <a:endParaRPr lang="en-GB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7A8BFF6-4535-4FE2-8F14-95F31CE741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49815" y="882870"/>
            <a:ext cx="4162096" cy="445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545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474" y="365126"/>
            <a:ext cx="10835326" cy="644526"/>
          </a:xfrm>
        </p:spPr>
        <p:txBody>
          <a:bodyPr>
            <a:normAutofit/>
          </a:bodyPr>
          <a:lstStyle/>
          <a:p>
            <a:r>
              <a:rPr lang="en-US" alt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Conceitos</a:t>
            </a:r>
            <a:r>
              <a:rPr lang="en-US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344" y="1160980"/>
            <a:ext cx="11045456" cy="5015984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endParaRPr lang="en-GB" sz="39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pt-BR" sz="3900" b="1" dirty="0">
                <a:solidFill>
                  <a:schemeClr val="bg1"/>
                </a:solidFill>
              </a:rPr>
              <a:t>O comportamento suicida inclui o seguinte:</a:t>
            </a:r>
          </a:p>
          <a:p>
            <a:pPr algn="just"/>
            <a:endParaRPr lang="pt-BR" sz="3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3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Suicídio consumado.</a:t>
            </a:r>
          </a:p>
          <a:p>
            <a:pPr algn="just"/>
            <a:endParaRPr lang="pt-BR" sz="3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3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Tentativa de suicídio.</a:t>
            </a:r>
          </a:p>
          <a:p>
            <a:pPr algn="just"/>
            <a:endParaRPr lang="pt-BR" sz="3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3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Ideação suicida.</a:t>
            </a:r>
            <a:endParaRPr lang="en-GB" sz="3900" dirty="0">
              <a:solidFill>
                <a:schemeClr val="bg1"/>
              </a:solidFill>
            </a:endParaRP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765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29331-1F4B-4FA8-A211-0E24F9F3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098" y="365126"/>
            <a:ext cx="10864702" cy="644968"/>
          </a:xfrm>
        </p:spPr>
        <p:txBody>
          <a:bodyPr>
            <a:normAutofit/>
          </a:bodyPr>
          <a:lstStyle/>
          <a:p>
            <a:r>
              <a:rPr lang="en-US" alt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Conceitos</a:t>
            </a:r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EC83B-D039-4F94-85F3-1855CA56C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875" y="1150706"/>
            <a:ext cx="11653284" cy="5476125"/>
          </a:xfrm>
        </p:spPr>
        <p:txBody>
          <a:bodyPr>
            <a:normAutofit fontScale="92500" lnSpcReduction="10000"/>
          </a:bodyPr>
          <a:lstStyle/>
          <a:p>
            <a:pPr algn="just">
              <a:spcBef>
                <a:spcPts val="0"/>
              </a:spcBef>
              <a:defRPr/>
            </a:pPr>
            <a:endParaRPr lang="pt-BR" sz="2400" b="1" dirty="0">
              <a:solidFill>
                <a:srgbClr val="000000"/>
              </a:solidFill>
            </a:endParaRPr>
          </a:p>
          <a:p>
            <a:pPr algn="just">
              <a:spcBef>
                <a:spcPts val="0"/>
              </a:spcBef>
              <a:defRPr/>
            </a:pPr>
            <a:r>
              <a:rPr lang="pt-BR" sz="2400" b="1" dirty="0">
                <a:solidFill>
                  <a:srgbClr val="000000"/>
                </a:solidFill>
              </a:rPr>
              <a:t>Autoagressão: </a:t>
            </a:r>
            <a:r>
              <a:rPr lang="pt-BR" sz="2400" dirty="0">
                <a:solidFill>
                  <a:srgbClr val="000000"/>
                </a:solidFill>
              </a:rPr>
              <a:t>qualquer acto intencional de automutilação sem intenção de morte. Por vezes, as pessoas relatam que se autoagridem com o objectivo de controlar e/ou aliviar uma dor emocional.</a:t>
            </a:r>
          </a:p>
          <a:p>
            <a:pPr algn="just">
              <a:spcBef>
                <a:spcPts val="0"/>
              </a:spcBef>
              <a:defRPr/>
            </a:pPr>
            <a:endParaRPr lang="pt-BR" sz="2400" dirty="0">
              <a:solidFill>
                <a:srgbClr val="000000"/>
              </a:solidFill>
            </a:endParaRPr>
          </a:p>
          <a:p>
            <a:pPr algn="just">
              <a:spcBef>
                <a:spcPts val="0"/>
              </a:spcBef>
              <a:defRPr/>
            </a:pPr>
            <a:endParaRPr lang="pt-BR" sz="2400" b="1" dirty="0">
              <a:solidFill>
                <a:srgbClr val="000000"/>
              </a:solidFill>
            </a:endParaRPr>
          </a:p>
          <a:p>
            <a:pPr algn="just">
              <a:spcBef>
                <a:spcPts val="0"/>
              </a:spcBef>
              <a:defRPr/>
            </a:pPr>
            <a:r>
              <a:rPr lang="pt-BR" sz="2400" b="1" dirty="0">
                <a:solidFill>
                  <a:srgbClr val="000000"/>
                </a:solidFill>
              </a:rPr>
              <a:t>Ideação suicida: </a:t>
            </a:r>
            <a:r>
              <a:rPr lang="pt-BR" sz="2400" dirty="0">
                <a:solidFill>
                  <a:srgbClr val="000000"/>
                </a:solidFill>
              </a:rPr>
              <a:t>pensamentos ou ideias centradas na morte ou no suicídio.</a:t>
            </a:r>
          </a:p>
          <a:p>
            <a:pPr algn="just">
              <a:spcBef>
                <a:spcPts val="0"/>
              </a:spcBef>
              <a:defRPr/>
            </a:pPr>
            <a:endParaRPr lang="pt-BR" sz="2400" dirty="0">
              <a:solidFill>
                <a:srgbClr val="000000"/>
              </a:solidFill>
            </a:endParaRPr>
          </a:p>
          <a:p>
            <a:pPr algn="just">
              <a:spcBef>
                <a:spcPts val="0"/>
              </a:spcBef>
              <a:defRPr/>
            </a:pPr>
            <a:endParaRPr lang="pt-BR" sz="2400" dirty="0">
              <a:solidFill>
                <a:srgbClr val="000000"/>
              </a:solidFill>
            </a:endParaRPr>
          </a:p>
          <a:p>
            <a:pPr algn="just">
              <a:spcBef>
                <a:spcPts val="0"/>
              </a:spcBef>
              <a:defRPr/>
            </a:pPr>
            <a:r>
              <a:rPr lang="pt-BR" sz="2400" b="1" dirty="0">
                <a:solidFill>
                  <a:srgbClr val="000000"/>
                </a:solidFill>
              </a:rPr>
              <a:t>Tentativa de suicídio: </a:t>
            </a:r>
            <a:r>
              <a:rPr lang="pt-BR" sz="2400" dirty="0">
                <a:solidFill>
                  <a:srgbClr val="000000"/>
                </a:solidFill>
              </a:rPr>
              <a:t>o indivíduo se autoagride com a intenção de tirar a própria vida, utilizando um meio que acredite ser letal, sem resultar em morte.</a:t>
            </a:r>
          </a:p>
          <a:p>
            <a:pPr algn="just">
              <a:spcBef>
                <a:spcPts val="0"/>
              </a:spcBef>
              <a:defRPr/>
            </a:pPr>
            <a:endParaRPr lang="pt-BR" sz="2400" dirty="0">
              <a:solidFill>
                <a:srgbClr val="000000"/>
              </a:solidFill>
            </a:endParaRPr>
          </a:p>
          <a:p>
            <a:pPr algn="just">
              <a:spcBef>
                <a:spcPts val="0"/>
              </a:spcBef>
              <a:defRPr/>
            </a:pPr>
            <a:endParaRPr lang="pt-BR" sz="2400" dirty="0">
              <a:solidFill>
                <a:srgbClr val="000000"/>
              </a:solidFill>
            </a:endParaRPr>
          </a:p>
          <a:p>
            <a:pPr algn="just">
              <a:spcBef>
                <a:spcPts val="0"/>
              </a:spcBef>
              <a:defRPr/>
            </a:pPr>
            <a:r>
              <a:rPr lang="pt-BR" sz="2400" b="1" dirty="0">
                <a:solidFill>
                  <a:srgbClr val="000000"/>
                </a:solidFill>
              </a:rPr>
              <a:t>Suicídio: </a:t>
            </a:r>
            <a:r>
              <a:rPr lang="pt-BR" sz="2400" dirty="0">
                <a:solidFill>
                  <a:srgbClr val="000000"/>
                </a:solidFill>
              </a:rPr>
              <a:t>acto deliberado de tirar a própria vida, com desfecho fatal.</a:t>
            </a:r>
            <a:endParaRPr lang="en-US" sz="2400" dirty="0">
              <a:solidFill>
                <a:srgbClr val="000000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961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514EB-C9EF-4CD7-A517-4A968E58D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00" y="265113"/>
            <a:ext cx="10972800" cy="415371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pt-PT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esquemático de alguns factores no comportamento suicida</a:t>
            </a:r>
          </a:p>
        </p:txBody>
      </p:sp>
      <p:pic>
        <p:nvPicPr>
          <p:cNvPr id="27" name="Content Placeholder 3">
            <a:extLst>
              <a:ext uri="{FF2B5EF4-FFF2-40B4-BE49-F238E27FC236}">
                <a16:creationId xmlns:a16="http://schemas.microsoft.com/office/drawing/2014/main" id="{3BA1A6CE-1F5C-4FE9-AAC9-27D4D8B51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2232" y="1200168"/>
            <a:ext cx="9627915" cy="506241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4B99D10-F31C-4D18-AF49-633A9A533AC2}"/>
              </a:ext>
            </a:extLst>
          </p:cNvPr>
          <p:cNvSpPr/>
          <p:nvPr/>
        </p:nvSpPr>
        <p:spPr>
          <a:xfrm>
            <a:off x="2226930" y="6592887"/>
            <a:ext cx="7416800" cy="16568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Plano de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prevenção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suicidio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2026-2030, MISAU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7AA4ED-38FB-4C35-9A9C-F01DDAB12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703" y="856265"/>
            <a:ext cx="6858594" cy="514547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A7A21-613B-8D72-820D-6AAFF58D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C19C47-3607-7A8C-10D7-9B498303F99D}"/>
              </a:ext>
            </a:extLst>
          </p:cNvPr>
          <p:cNvSpPr txBox="1"/>
          <p:nvPr/>
        </p:nvSpPr>
        <p:spPr>
          <a:xfrm>
            <a:off x="2416994" y="221163"/>
            <a:ext cx="8453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Barreiras para a procura de cuidados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CE063B-2853-4F8E-99BD-739D7BFBE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986319"/>
            <a:ext cx="10956407" cy="5517224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Estigma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relação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doença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mental (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Trabalho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Familia….)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Perda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capacidade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lhe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o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trabalho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SUR)…….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Efeitos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colaterais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tratamento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dificuldade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aquisição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adesão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mesmo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49C5E6-BBA5-2160-534F-681DDD6D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7523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1">
            <a:extLst>
              <a:ext uri="{FF2B5EF4-FFF2-40B4-BE49-F238E27FC236}">
                <a16:creationId xmlns:a16="http://schemas.microsoft.com/office/drawing/2014/main" id="{9BFC2B4A-6765-4BE7-9CC1-C2C6E844BC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F9EC3FCC-20F5-4DF8-96BE-0DF496E620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1988" name="Title 3">
            <a:extLst>
              <a:ext uri="{FF2B5EF4-FFF2-40B4-BE49-F238E27FC236}">
                <a16:creationId xmlns:a16="http://schemas.microsoft.com/office/drawing/2014/main" id="{5FCC8A15-66B7-4F4B-B38C-F044E76E0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/>
              <a:t>Mitos e Verdades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1E020D7-BE0E-4248-95EA-62941BD2BA97}"/>
              </a:ext>
            </a:extLst>
          </p:cNvPr>
          <p:cNvSpPr/>
          <p:nvPr/>
        </p:nvSpPr>
        <p:spPr>
          <a:xfrm>
            <a:off x="838200" y="1825625"/>
            <a:ext cx="10515600" cy="45497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5400" cap="flat" cmpd="sng" algn="ctr">
            <a:solidFill>
              <a:srgbClr val="F1A21F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228600" indent="-228600" algn="just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PT" sz="1400" kern="0" dirty="0">
                <a:solidFill>
                  <a:prstClr val="black"/>
                </a:solidFill>
                <a:latin typeface="Arial Narrow" panose="020B0606020202030204" pitchFamily="34" charset="0"/>
              </a:rPr>
              <a:t>“</a:t>
            </a:r>
            <a:r>
              <a:rPr lang="pt-PT" sz="1600" kern="0" dirty="0">
                <a:solidFill>
                  <a:prstClr val="black"/>
                </a:solidFill>
                <a:latin typeface="+mn-lt"/>
              </a:rPr>
              <a:t>O suicídio é sempre impulsivo”. </a:t>
            </a:r>
            <a:r>
              <a:rPr lang="pt-PT" sz="1600" b="1" kern="0" dirty="0">
                <a:solidFill>
                  <a:prstClr val="black"/>
                </a:solidFill>
                <a:latin typeface="+mn-lt"/>
              </a:rPr>
              <a:t>Embora as vezes aconteça sem aviso, geralmente a pessoa pondera durante algum tempo durante o qual vai deixando sinais de alerta.</a:t>
            </a:r>
          </a:p>
          <a:p>
            <a:pPr algn="just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endParaRPr lang="pt-PT" sz="1600" b="1" kern="0" dirty="0">
              <a:solidFill>
                <a:prstClr val="black"/>
              </a:solidFill>
              <a:latin typeface="+mn-lt"/>
            </a:endParaRPr>
          </a:p>
          <a:p>
            <a:pPr marL="228600" indent="-228600" algn="just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PT" sz="1600" kern="0" dirty="0">
                <a:solidFill>
                  <a:prstClr val="black"/>
                </a:solidFill>
                <a:latin typeface="+mn-lt"/>
              </a:rPr>
              <a:t>“É impossível prevenir o suicídio”. </a:t>
            </a:r>
            <a:r>
              <a:rPr lang="pt-PT" sz="1600" b="1" kern="0" dirty="0">
                <a:solidFill>
                  <a:prstClr val="black"/>
                </a:solidFill>
                <a:latin typeface="+mn-lt"/>
              </a:rPr>
              <a:t>Está descrito que 90% dos casos de suicídio podem ser prevenidos.</a:t>
            </a:r>
          </a:p>
          <a:p>
            <a:pPr algn="just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endParaRPr lang="pt-PT" sz="1600" kern="0" dirty="0">
              <a:solidFill>
                <a:prstClr val="black"/>
              </a:solidFill>
              <a:latin typeface="+mn-lt"/>
            </a:endParaRPr>
          </a:p>
          <a:p>
            <a:pPr marL="228600" indent="-228600" algn="just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PT" sz="1600" kern="0" dirty="0">
                <a:solidFill>
                  <a:prstClr val="black"/>
                </a:solidFill>
                <a:latin typeface="+mn-lt"/>
              </a:rPr>
              <a:t>“É melhor não falar sobre o suicídio para não dar ideias”. </a:t>
            </a:r>
            <a:r>
              <a:rPr lang="pt-PT" sz="1600" b="1" kern="0" dirty="0">
                <a:solidFill>
                  <a:prstClr val="black"/>
                </a:solidFill>
                <a:latin typeface="+mn-lt"/>
              </a:rPr>
              <a:t>Abordar o assunto do suicídio constitui uma forma de pedir e prestar apoio a quem precisa.</a:t>
            </a:r>
          </a:p>
          <a:p>
            <a:pPr algn="just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endParaRPr lang="pt-PT" sz="1600" b="1" kern="0" dirty="0">
              <a:solidFill>
                <a:prstClr val="black"/>
              </a:solidFill>
              <a:latin typeface="+mn-lt"/>
            </a:endParaRPr>
          </a:p>
          <a:p>
            <a:pPr marL="228600" indent="-228600" algn="just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PT" sz="1600" kern="0" dirty="0">
                <a:solidFill>
                  <a:prstClr val="black"/>
                </a:solidFill>
                <a:latin typeface="+mn-lt"/>
              </a:rPr>
              <a:t>“Ele(a) só quer chamar a atenção”. </a:t>
            </a:r>
            <a:r>
              <a:rPr lang="pt-PT" sz="1600" b="1" kern="0" dirty="0">
                <a:solidFill>
                  <a:prstClr val="black"/>
                </a:solidFill>
                <a:latin typeface="+mn-lt"/>
              </a:rPr>
              <a:t>Verbalizar o desejo de morrer pode ser uma forma de pedir ajuda. Qualquer ameaça de fazer mal a si próprio deve ser levada a sério até que se prove o contrário. </a:t>
            </a:r>
          </a:p>
          <a:p>
            <a:pPr algn="just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endParaRPr lang="pt-PT" sz="1600" kern="0" dirty="0">
              <a:solidFill>
                <a:prstClr val="black"/>
              </a:solidFill>
              <a:latin typeface="+mn-lt"/>
            </a:endParaRPr>
          </a:p>
          <a:p>
            <a:pPr marL="228600" indent="-228600" algn="just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PT" sz="1600" kern="0" dirty="0">
                <a:solidFill>
                  <a:prstClr val="black"/>
                </a:solidFill>
                <a:latin typeface="+mn-lt"/>
              </a:rPr>
              <a:t>“O suicídio e um problema de família para ser resolvido em segredo”. </a:t>
            </a:r>
            <a:r>
              <a:rPr lang="pt-PT" sz="1600" b="1" kern="0" dirty="0">
                <a:solidFill>
                  <a:prstClr val="black"/>
                </a:solidFill>
                <a:latin typeface="+mn-lt"/>
              </a:rPr>
              <a:t>Nem sempre o suicídio está associado a hereditariedade, embora a sua tendência  seja hereditária e constitua </a:t>
            </a:r>
            <a:r>
              <a:rPr lang="pt-PT" sz="1600" b="1" kern="0" dirty="0" err="1">
                <a:solidFill>
                  <a:prstClr val="black"/>
                </a:solidFill>
                <a:latin typeface="+mn-lt"/>
              </a:rPr>
              <a:t>factor</a:t>
            </a:r>
            <a:r>
              <a:rPr lang="pt-PT" sz="1600" b="1" kern="0" dirty="0">
                <a:solidFill>
                  <a:prstClr val="black"/>
                </a:solidFill>
                <a:latin typeface="+mn-lt"/>
              </a:rPr>
              <a:t> de risco. É um problema de saúde pública e deve ser encarado como tal. </a:t>
            </a:r>
          </a:p>
        </p:txBody>
      </p:sp>
      <p:pic>
        <p:nvPicPr>
          <p:cNvPr id="41990" name="Picture 5">
            <a:extLst>
              <a:ext uri="{FF2B5EF4-FFF2-40B4-BE49-F238E27FC236}">
                <a16:creationId xmlns:a16="http://schemas.microsoft.com/office/drawing/2014/main" id="{BE5DACAE-F63D-4873-80F9-FDAD61286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65" y="194591"/>
            <a:ext cx="1371600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274737-F841-4EC7-BB82-C9EC17221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D4D7C32-DAA2-475A-A49B-F0F363C26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10" y="100362"/>
            <a:ext cx="11987561" cy="546409"/>
          </a:xfrm>
        </p:spPr>
        <p:txBody>
          <a:bodyPr>
            <a:normAutofit fontScale="90000"/>
          </a:bodyPr>
          <a:lstStyle/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D73176-6B1D-49A8-A34C-F3EB48CB35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00860" y="286170"/>
            <a:ext cx="10728252" cy="58222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88EFBE-D356-43BF-AC56-CF4186225E27}"/>
              </a:ext>
            </a:extLst>
          </p:cNvPr>
          <p:cNvSpPr/>
          <p:nvPr/>
        </p:nvSpPr>
        <p:spPr>
          <a:xfrm>
            <a:off x="600860" y="5880688"/>
            <a:ext cx="10728252" cy="22770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Abordagem</a:t>
            </a:r>
            <a:r>
              <a:rPr lang="en-GB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GB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suicídio</a:t>
            </a:r>
            <a:r>
              <a:rPr lang="en-GB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GB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contextos</a:t>
            </a:r>
            <a:r>
              <a:rPr lang="en-GB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humanitários-Guia</a:t>
            </a:r>
            <a:r>
              <a:rPr lang="en-GB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orientador</a:t>
            </a:r>
            <a:r>
              <a:rPr lang="en-GB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-IASC 2022.</a:t>
            </a:r>
          </a:p>
        </p:txBody>
      </p:sp>
    </p:spTree>
    <p:extLst>
      <p:ext uri="{BB962C8B-B14F-4D97-AF65-F5344CB8AC3E}">
        <p14:creationId xmlns:p14="http://schemas.microsoft.com/office/powerpoint/2010/main" val="334457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EF744-ECF8-7C40-64AC-2FE1F92F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1ECD0E-566E-2A0A-350D-3A67ACF9EEBA}"/>
              </a:ext>
            </a:extLst>
          </p:cNvPr>
          <p:cNvSpPr txBox="1"/>
          <p:nvPr/>
        </p:nvSpPr>
        <p:spPr>
          <a:xfrm>
            <a:off x="2416995" y="169792"/>
            <a:ext cx="65215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Bibliografia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0D3B6-465F-4402-B117-630554D9E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83" y="842481"/>
            <a:ext cx="11712539" cy="5907640"/>
          </a:xfrm>
        </p:spPr>
        <p:txBody>
          <a:bodyPr/>
          <a:lstStyle/>
          <a:p>
            <a:pPr algn="just"/>
            <a:endParaRPr lang="pt-PT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Nardi, Antonio Egidio; Da Silva Antonio Geraldo; Quevedo Joao; Tratado de psiquiatria da associacao brasileira; artmed; Porto Alegre 2022.</a:t>
            </a:r>
          </a:p>
          <a:p>
            <a:pPr algn="just"/>
            <a:endParaRPr lang="pt-PT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Patrocinio, Manoel C. A.; Rodrigues, Camila H.S.; et al; Psicofarmacologia e Psiquiatria Geral para pós graduados e medicos generalistas;Unichristus; fortaleza ceara 2019.</a:t>
            </a:r>
          </a:p>
          <a:p>
            <a:pPr algn="just"/>
            <a:endParaRPr lang="pt-PT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American Psychiatry association; Manual diagnostico e estatistico de transtornos mentais- DSM5, 5ª edição; Artemed 2014.</a:t>
            </a:r>
          </a:p>
          <a:p>
            <a:pPr algn="just"/>
            <a:endParaRPr lang="pt-PT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KAPLAN E SADOCK. Compêndio de Psiquiatria. Ciência do pensamento e do Comportamento e psiquiatria clínica. Editora artemed 11ª Edição. Porto alegre 2017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Plano de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prevenção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suicicidio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2026- 2030, MISAU 2025.</a:t>
            </a:r>
          </a:p>
          <a:p>
            <a:pPr algn="just"/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Abordagem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suicídio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contextos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humanitários-Guia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orientador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-IASC 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Genebra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2022.</a:t>
            </a:r>
          </a:p>
          <a:p>
            <a:pPr algn="just"/>
            <a:endParaRPr lang="en-GB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Artigos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cientificos</a:t>
            </a: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GB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EBB7CC-EE86-0B54-8DE3-BC8BF572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01918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3">
            <a:extLst>
              <a:ext uri="{FF2B5EF4-FFF2-40B4-BE49-F238E27FC236}">
                <a16:creationId xmlns:a16="http://schemas.microsoft.com/office/drawing/2014/main" id="{ED9512A6-4B03-4E2D-B89A-2C313E59E00C}"/>
              </a:ext>
            </a:extLst>
          </p:cNvPr>
          <p:cNvSpPr txBox="1"/>
          <p:nvPr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CaixaDeTexto 3">
            <a:extLst>
              <a:ext uri="{FF2B5EF4-FFF2-40B4-BE49-F238E27FC236}">
                <a16:creationId xmlns:a16="http://schemas.microsoft.com/office/drawing/2014/main" id="{9A4DD2E7-4F49-8D49-8B50-82758105787C}"/>
              </a:ext>
            </a:extLst>
          </p:cNvPr>
          <p:cNvSpPr txBox="1"/>
          <p:nvPr/>
        </p:nvSpPr>
        <p:spPr>
          <a:xfrm>
            <a:off x="1787703" y="2274283"/>
            <a:ext cx="9185095" cy="115471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!”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07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16439</TotalTime>
  <Words>1338</Words>
  <Application>Microsoft Office PowerPoint</Application>
  <PresentationFormat>Widescreen</PresentationFormat>
  <Paragraphs>272</Paragraphs>
  <Slides>60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3" baseType="lpstr">
      <vt:lpstr>MS PGothic</vt:lpstr>
      <vt:lpstr>MS PGothic</vt:lpstr>
      <vt:lpstr>Aptos</vt:lpstr>
      <vt:lpstr>Arial</vt:lpstr>
      <vt:lpstr>Arial Narrow</vt:lpstr>
      <vt:lpstr>Arial Unicode MS</vt:lpstr>
      <vt:lpstr>Calibri</vt:lpstr>
      <vt:lpstr>Century Gothic</vt:lpstr>
      <vt:lpstr>Garet Bold</vt:lpstr>
      <vt:lpstr>Garet Bold Italics</vt:lpstr>
      <vt:lpstr>Times New Roman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Conceitos…..</vt:lpstr>
      <vt:lpstr>Conceitos</vt:lpstr>
      <vt:lpstr>Modelo esquemático de alguns factores no comportamento suicida</vt:lpstr>
      <vt:lpstr>PowerPoint Presentation</vt:lpstr>
      <vt:lpstr>Mitos e Verdades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Administrator</cp:lastModifiedBy>
  <cp:revision>164</cp:revision>
  <dcterms:created xsi:type="dcterms:W3CDTF">2025-07-14T08:03:00Z</dcterms:created>
  <dcterms:modified xsi:type="dcterms:W3CDTF">2026-10-08T12:35:48Z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