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333" r:id="rId4"/>
    <p:sldId id="355" r:id="rId5"/>
    <p:sldId id="356" r:id="rId6"/>
    <p:sldId id="345" r:id="rId7"/>
    <p:sldId id="346" r:id="rId8"/>
    <p:sldId id="347" r:id="rId9"/>
    <p:sldId id="348" r:id="rId10"/>
    <p:sldId id="349" r:id="rId11"/>
    <p:sldId id="354" r:id="rId12"/>
    <p:sldId id="350" r:id="rId13"/>
    <p:sldId id="357" r:id="rId14"/>
    <p:sldId id="360" r:id="rId15"/>
    <p:sldId id="351" r:id="rId16"/>
    <p:sldId id="352" r:id="rId17"/>
    <p:sldId id="358" r:id="rId18"/>
    <p:sldId id="359" r:id="rId19"/>
    <p:sldId id="353" r:id="rId20"/>
    <p:sldId id="343" r:id="rId21"/>
  </p:sldIdLst>
  <p:sldSz cx="12192000" cy="6858000"/>
  <p:notesSz cx="6858000" cy="9144000"/>
  <p:custDataLst>
    <p:tags r:id="rId24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797C8-0E34-4105-B43A-9473771095AA}" v="45" dt="2026-09-17T12:31:44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Timbana" userId="7ed9e01f-347d-41e7-8ac4-53e49369b88d" providerId="ADAL" clId="{C333D178-E2ED-4FA8-9CC0-19F94F3C9C94}"/>
    <pc:docChg chg="undo redo custSel addSld delSld modSld modMainMaster">
      <pc:chgData name="Cristovao Timbana" userId="7ed9e01f-347d-41e7-8ac4-53e49369b88d" providerId="ADAL" clId="{C333D178-E2ED-4FA8-9CC0-19F94F3C9C94}" dt="2026-09-17T12:33:38.596" v="857" actId="478"/>
      <pc:docMkLst>
        <pc:docMk/>
      </pc:docMkLst>
      <pc:sldChg chg="addSp delSp modSp mod">
        <pc:chgData name="Cristovao Timbana" userId="7ed9e01f-347d-41e7-8ac4-53e49369b88d" providerId="ADAL" clId="{C333D178-E2ED-4FA8-9CC0-19F94F3C9C94}" dt="2026-09-17T12:33:38.596" v="857" actId="478"/>
        <pc:sldMkLst>
          <pc:docMk/>
          <pc:sldMk cId="0" sldId="256"/>
        </pc:sldMkLst>
        <pc:spChg chg="del">
          <ac:chgData name="Cristovao Timbana" userId="7ed9e01f-347d-41e7-8ac4-53e49369b88d" providerId="ADAL" clId="{C333D178-E2ED-4FA8-9CC0-19F94F3C9C94}" dt="2026-09-17T11:50:53.089" v="832" actId="478"/>
          <ac:spMkLst>
            <pc:docMk/>
            <pc:sldMk cId="0" sldId="256"/>
            <ac:spMk id="2" creationId="{FFD33A6C-1A3E-2E73-14C7-652256455583}"/>
          </ac:spMkLst>
        </pc:spChg>
        <pc:spChg chg="del">
          <ac:chgData name="Cristovao Timbana" userId="7ed9e01f-347d-41e7-8ac4-53e49369b88d" providerId="ADAL" clId="{C333D178-E2ED-4FA8-9CC0-19F94F3C9C94}" dt="2026-09-17T12:33:38.596" v="857" actId="478"/>
          <ac:spMkLst>
            <pc:docMk/>
            <pc:sldMk cId="0" sldId="256"/>
            <ac:spMk id="3" creationId="{AD795669-CAE4-E51E-24B2-B7B861015AFB}"/>
          </ac:spMkLst>
        </pc:spChg>
      </pc:sldChg>
      <pc:sldChg chg="addSp delSp modSp mod setBg">
        <pc:chgData name="Cristovao Timbana" userId="7ed9e01f-347d-41e7-8ac4-53e49369b88d" providerId="ADAL" clId="{C333D178-E2ED-4FA8-9CC0-19F94F3C9C94}" dt="2026-09-17T11:49:49.820" v="829" actId="20577"/>
        <pc:sldMkLst>
          <pc:docMk/>
          <pc:sldMk cId="0" sldId="258"/>
        </pc:sldMkLst>
        <pc:spChg chg="mod">
          <ac:chgData name="Cristovao Timbana" userId="7ed9e01f-347d-41e7-8ac4-53e49369b88d" providerId="ADAL" clId="{C333D178-E2ED-4FA8-9CC0-19F94F3C9C94}" dt="2026-09-14T12:44:59.074" v="678" actId="313"/>
          <ac:spMkLst>
            <pc:docMk/>
            <pc:sldMk cId="0" sldId="258"/>
            <ac:spMk id="13" creationId="{DF74C49A-5555-F6DF-2344-48955F797FD8}"/>
          </ac:spMkLst>
        </pc:spChg>
        <pc:spChg chg="mod">
          <ac:chgData name="Cristovao Timbana" userId="7ed9e01f-347d-41e7-8ac4-53e49369b88d" providerId="ADAL" clId="{C333D178-E2ED-4FA8-9CC0-19F94F3C9C94}" dt="2026-09-14T12:40:01.838" v="504" actId="1076"/>
          <ac:spMkLst>
            <pc:docMk/>
            <pc:sldMk cId="0" sldId="258"/>
            <ac:spMk id="24578" creationId="{A4012CFA-58F9-3F43-704D-7C6D4C70C954}"/>
          </ac:spMkLst>
        </pc:spChg>
        <pc:spChg chg="mod">
          <ac:chgData name="Cristovao Timbana" userId="7ed9e01f-347d-41e7-8ac4-53e49369b88d" providerId="ADAL" clId="{C333D178-E2ED-4FA8-9CC0-19F94F3C9C94}" dt="2026-09-17T11:49:49.820" v="829" actId="20577"/>
          <ac:spMkLst>
            <pc:docMk/>
            <pc:sldMk cId="0" sldId="258"/>
            <ac:spMk id="24579" creationId="{5C866598-F616-1F5F-A9F9-9B89097F1884}"/>
          </ac:spMkLst>
        </pc:spChg>
        <pc:picChg chg="mod">
          <ac:chgData name="Cristovao Timbana" userId="7ed9e01f-347d-41e7-8ac4-53e49369b88d" providerId="ADAL" clId="{C333D178-E2ED-4FA8-9CC0-19F94F3C9C94}" dt="2026-09-14T12:39:47.360" v="500" actId="14100"/>
          <ac:picMkLst>
            <pc:docMk/>
            <pc:sldMk cId="0" sldId="258"/>
            <ac:picMk id="24580" creationId="{FA5EF871-EDDE-BAD2-1693-91DAF3A24833}"/>
          </ac:picMkLst>
        </pc:picChg>
      </pc:sldChg>
      <pc:sldChg chg="addSp delSp modSp mod">
        <pc:chgData name="Cristovao Timbana" userId="7ed9e01f-347d-41e7-8ac4-53e49369b88d" providerId="ADAL" clId="{C333D178-E2ED-4FA8-9CC0-19F94F3C9C94}" dt="2026-09-17T12:27:18.592" v="839" actId="6549"/>
        <pc:sldMkLst>
          <pc:docMk/>
          <pc:sldMk cId="2765791685" sldId="333"/>
        </pc:sldMkLst>
        <pc:spChg chg="add del mod">
          <ac:chgData name="Cristovao Timbana" userId="7ed9e01f-347d-41e7-8ac4-53e49369b88d" providerId="ADAL" clId="{C333D178-E2ED-4FA8-9CC0-19F94F3C9C94}" dt="2026-09-17T10:57:07.481" v="805" actId="478"/>
          <ac:spMkLst>
            <pc:docMk/>
            <pc:sldMk cId="2765791685" sldId="333"/>
            <ac:spMk id="3" creationId="{B5363E4B-0714-D58C-AAE8-8426F8D6EE5B}"/>
          </ac:spMkLst>
        </pc:spChg>
        <pc:spChg chg="add mod">
          <ac:chgData name="Cristovao Timbana" userId="7ed9e01f-347d-41e7-8ac4-53e49369b88d" providerId="ADAL" clId="{C333D178-E2ED-4FA8-9CC0-19F94F3C9C94}" dt="2026-09-17T12:27:18.592" v="839" actId="6549"/>
          <ac:spMkLst>
            <pc:docMk/>
            <pc:sldMk cId="2765791685" sldId="333"/>
            <ac:spMk id="4" creationId="{0232D695-7911-9AB7-1525-6B0B63590185}"/>
          </ac:spMkLst>
        </pc:spChg>
        <pc:spChg chg="add mod">
          <ac:chgData name="Cristovao Timbana" userId="7ed9e01f-347d-41e7-8ac4-53e49369b88d" providerId="ADAL" clId="{C333D178-E2ED-4FA8-9CC0-19F94F3C9C94}" dt="2026-09-14T12:50:44.858" v="713" actId="20577"/>
          <ac:spMkLst>
            <pc:docMk/>
            <pc:sldMk cId="2765791685" sldId="333"/>
            <ac:spMk id="6" creationId="{B5678C29-B991-E318-C6A6-550E6CF7E735}"/>
          </ac:spMkLst>
        </pc:spChg>
        <pc:spChg chg="del mod">
          <ac:chgData name="Cristovao Timbana" userId="7ed9e01f-347d-41e7-8ac4-53e49369b88d" providerId="ADAL" clId="{C333D178-E2ED-4FA8-9CC0-19F94F3C9C94}" dt="2026-09-17T10:58:00.612" v="806" actId="478"/>
          <ac:spMkLst>
            <pc:docMk/>
            <pc:sldMk cId="2765791685" sldId="333"/>
            <ac:spMk id="94213" creationId="{00000000-0000-0000-0000-000000000000}"/>
          </ac:spMkLst>
        </pc:spChg>
      </pc:sldChg>
      <pc:sldChg chg="addSp delSp modSp add mod">
        <pc:chgData name="Cristovao Timbana" userId="7ed9e01f-347d-41e7-8ac4-53e49369b88d" providerId="ADAL" clId="{C333D178-E2ED-4FA8-9CC0-19F94F3C9C94}" dt="2026-09-14T13:33:11.462" v="755" actId="14100"/>
        <pc:sldMkLst>
          <pc:docMk/>
          <pc:sldMk cId="469607465" sldId="343"/>
        </pc:sldMkLst>
        <pc:spChg chg="add mod">
          <ac:chgData name="Cristovao Timbana" userId="7ed9e01f-347d-41e7-8ac4-53e49369b88d" providerId="ADAL" clId="{C333D178-E2ED-4FA8-9CC0-19F94F3C9C94}" dt="2026-09-14T13:33:11.462" v="755" actId="14100"/>
          <ac:spMkLst>
            <pc:docMk/>
            <pc:sldMk cId="469607465" sldId="343"/>
            <ac:spMk id="6" creationId="{9A4DD2E7-4F49-8D49-8B50-82758105787C}"/>
          </ac:spMkLst>
        </pc:spChg>
      </pc:sldChg>
      <pc:sldChg chg="add">
        <pc:chgData name="Cristovao Timbana" userId="7ed9e01f-347d-41e7-8ac4-53e49369b88d" providerId="ADAL" clId="{C333D178-E2ED-4FA8-9CC0-19F94F3C9C94}" dt="2026-09-17T10:56:01.239" v="762"/>
        <pc:sldMkLst>
          <pc:docMk/>
          <pc:sldMk cId="547752343" sldId="344"/>
        </pc:sldMkLst>
      </pc:sldChg>
      <pc:sldChg chg="new del">
        <pc:chgData name="Cristovao Timbana" userId="7ed9e01f-347d-41e7-8ac4-53e49369b88d" providerId="ADAL" clId="{C333D178-E2ED-4FA8-9CC0-19F94F3C9C94}" dt="2026-09-17T10:55:37.417" v="759" actId="680"/>
        <pc:sldMkLst>
          <pc:docMk/>
          <pc:sldMk cId="735031126" sldId="344"/>
        </pc:sldMkLst>
      </pc:sldChg>
      <pc:sldChg chg="new del">
        <pc:chgData name="Cristovao Timbana" userId="7ed9e01f-347d-41e7-8ac4-53e49369b88d" providerId="ADAL" clId="{C333D178-E2ED-4FA8-9CC0-19F94F3C9C94}" dt="2026-09-17T10:55:33.065" v="757" actId="680"/>
        <pc:sldMkLst>
          <pc:docMk/>
          <pc:sldMk cId="1154063898" sldId="344"/>
        </pc:sldMkLst>
      </pc:sldChg>
      <pc:sldChg chg="new del">
        <pc:chgData name="Cristovao Timbana" userId="7ed9e01f-347d-41e7-8ac4-53e49369b88d" providerId="ADAL" clId="{C333D178-E2ED-4FA8-9CC0-19F94F3C9C94}" dt="2026-09-17T10:55:49.877" v="761" actId="47"/>
        <pc:sldMkLst>
          <pc:docMk/>
          <pc:sldMk cId="3033654734" sldId="344"/>
        </pc:sldMkLst>
      </pc:sldChg>
      <pc:sldChg chg="add">
        <pc:chgData name="Cristovao Timbana" userId="7ed9e01f-347d-41e7-8ac4-53e49369b88d" providerId="ADAL" clId="{C333D178-E2ED-4FA8-9CC0-19F94F3C9C94}" dt="2026-09-17T10:56:15.760" v="763"/>
        <pc:sldMkLst>
          <pc:docMk/>
          <pc:sldMk cId="34944693" sldId="345"/>
        </pc:sldMkLst>
      </pc:sldChg>
      <pc:sldChg chg="add">
        <pc:chgData name="Cristovao Timbana" userId="7ed9e01f-347d-41e7-8ac4-53e49369b88d" providerId="ADAL" clId="{C333D178-E2ED-4FA8-9CC0-19F94F3C9C94}" dt="2026-09-17T10:56:17.733" v="764"/>
        <pc:sldMkLst>
          <pc:docMk/>
          <pc:sldMk cId="1497063838" sldId="346"/>
        </pc:sldMkLst>
      </pc:sldChg>
      <pc:sldChg chg="add">
        <pc:chgData name="Cristovao Timbana" userId="7ed9e01f-347d-41e7-8ac4-53e49369b88d" providerId="ADAL" clId="{C333D178-E2ED-4FA8-9CC0-19F94F3C9C94}" dt="2026-09-17T10:56:18.186" v="765"/>
        <pc:sldMkLst>
          <pc:docMk/>
          <pc:sldMk cId="2501639224" sldId="347"/>
        </pc:sldMkLst>
      </pc:sldChg>
      <pc:sldChg chg="add">
        <pc:chgData name="Cristovao Timbana" userId="7ed9e01f-347d-41e7-8ac4-53e49369b88d" providerId="ADAL" clId="{C333D178-E2ED-4FA8-9CC0-19F94F3C9C94}" dt="2026-09-17T10:56:18.499" v="766"/>
        <pc:sldMkLst>
          <pc:docMk/>
          <pc:sldMk cId="3638549593" sldId="348"/>
        </pc:sldMkLst>
      </pc:sldChg>
      <pc:sldChg chg="add">
        <pc:chgData name="Cristovao Timbana" userId="7ed9e01f-347d-41e7-8ac4-53e49369b88d" providerId="ADAL" clId="{C333D178-E2ED-4FA8-9CC0-19F94F3C9C94}" dt="2026-09-17T10:56:18.805" v="767"/>
        <pc:sldMkLst>
          <pc:docMk/>
          <pc:sldMk cId="2197821340" sldId="349"/>
        </pc:sldMkLst>
      </pc:sldChg>
      <pc:sldChg chg="add">
        <pc:chgData name="Cristovao Timbana" userId="7ed9e01f-347d-41e7-8ac4-53e49369b88d" providerId="ADAL" clId="{C333D178-E2ED-4FA8-9CC0-19F94F3C9C94}" dt="2026-09-17T10:56:19.111" v="768"/>
        <pc:sldMkLst>
          <pc:docMk/>
          <pc:sldMk cId="1853454506" sldId="350"/>
        </pc:sldMkLst>
      </pc:sldChg>
      <pc:sldChg chg="add">
        <pc:chgData name="Cristovao Timbana" userId="7ed9e01f-347d-41e7-8ac4-53e49369b88d" providerId="ADAL" clId="{C333D178-E2ED-4FA8-9CC0-19F94F3C9C94}" dt="2026-09-17T10:56:19.425" v="769"/>
        <pc:sldMkLst>
          <pc:docMk/>
          <pc:sldMk cId="3582967992" sldId="351"/>
        </pc:sldMkLst>
      </pc:sldChg>
      <pc:sldChg chg="add">
        <pc:chgData name="Cristovao Timbana" userId="7ed9e01f-347d-41e7-8ac4-53e49369b88d" providerId="ADAL" clId="{C333D178-E2ED-4FA8-9CC0-19F94F3C9C94}" dt="2026-09-17T10:56:19.718" v="770"/>
        <pc:sldMkLst>
          <pc:docMk/>
          <pc:sldMk cId="1758350371" sldId="352"/>
        </pc:sldMkLst>
      </pc:sldChg>
      <pc:sldChg chg="add">
        <pc:chgData name="Cristovao Timbana" userId="7ed9e01f-347d-41e7-8ac4-53e49369b88d" providerId="ADAL" clId="{C333D178-E2ED-4FA8-9CC0-19F94F3C9C94}" dt="2026-09-17T10:56:19.982" v="771"/>
        <pc:sldMkLst>
          <pc:docMk/>
          <pc:sldMk cId="1089052141" sldId="353"/>
        </pc:sldMkLst>
      </pc:sldChg>
      <pc:sldChg chg="add">
        <pc:chgData name="Cristovao Timbana" userId="7ed9e01f-347d-41e7-8ac4-53e49369b88d" providerId="ADAL" clId="{C333D178-E2ED-4FA8-9CC0-19F94F3C9C94}" dt="2026-09-17T10:56:20.222" v="772"/>
        <pc:sldMkLst>
          <pc:docMk/>
          <pc:sldMk cId="380524703" sldId="354"/>
        </pc:sldMkLst>
      </pc:sldChg>
      <pc:sldChg chg="add">
        <pc:chgData name="Cristovao Timbana" userId="7ed9e01f-347d-41e7-8ac4-53e49369b88d" providerId="ADAL" clId="{C333D178-E2ED-4FA8-9CC0-19F94F3C9C94}" dt="2026-09-17T10:56:39.686" v="777"/>
        <pc:sldMkLst>
          <pc:docMk/>
          <pc:sldMk cId="1832960446" sldId="355"/>
        </pc:sldMkLst>
      </pc:sldChg>
      <pc:sldChg chg="new del">
        <pc:chgData name="Cristovao Timbana" userId="7ed9e01f-347d-41e7-8ac4-53e49369b88d" providerId="ADAL" clId="{C333D178-E2ED-4FA8-9CC0-19F94F3C9C94}" dt="2026-09-17T10:56:33.062" v="776" actId="47"/>
        <pc:sldMkLst>
          <pc:docMk/>
          <pc:sldMk cId="2033519868" sldId="355"/>
        </pc:sldMkLst>
      </pc:sldChg>
      <pc:sldChg chg="new del">
        <pc:chgData name="Cristovao Timbana" userId="7ed9e01f-347d-41e7-8ac4-53e49369b88d" providerId="ADAL" clId="{C333D178-E2ED-4FA8-9CC0-19F94F3C9C94}" dt="2026-09-17T10:56:28.117" v="774" actId="47"/>
        <pc:sldMkLst>
          <pc:docMk/>
          <pc:sldMk cId="3055353711" sldId="355"/>
        </pc:sldMkLst>
      </pc:sldChg>
      <pc:sldChg chg="add">
        <pc:chgData name="Cristovao Timbana" userId="7ed9e01f-347d-41e7-8ac4-53e49369b88d" providerId="ADAL" clId="{C333D178-E2ED-4FA8-9CC0-19F94F3C9C94}" dt="2026-09-17T10:56:39.994" v="778"/>
        <pc:sldMkLst>
          <pc:docMk/>
          <pc:sldMk cId="658250921" sldId="356"/>
        </pc:sldMkLst>
      </pc:sldChg>
      <pc:sldChg chg="add">
        <pc:chgData name="Cristovao Timbana" userId="7ed9e01f-347d-41e7-8ac4-53e49369b88d" providerId="ADAL" clId="{C333D178-E2ED-4FA8-9CC0-19F94F3C9C94}" dt="2026-09-17T10:56:40.228" v="779"/>
        <pc:sldMkLst>
          <pc:docMk/>
          <pc:sldMk cId="4235754278" sldId="357"/>
        </pc:sldMkLst>
      </pc:sldChg>
      <pc:sldChg chg="add">
        <pc:chgData name="Cristovao Timbana" userId="7ed9e01f-347d-41e7-8ac4-53e49369b88d" providerId="ADAL" clId="{C333D178-E2ED-4FA8-9CC0-19F94F3C9C94}" dt="2026-09-17T10:56:40.433" v="780"/>
        <pc:sldMkLst>
          <pc:docMk/>
          <pc:sldMk cId="3735663537" sldId="358"/>
        </pc:sldMkLst>
      </pc:sldChg>
      <pc:sldChg chg="add">
        <pc:chgData name="Cristovao Timbana" userId="7ed9e01f-347d-41e7-8ac4-53e49369b88d" providerId="ADAL" clId="{C333D178-E2ED-4FA8-9CC0-19F94F3C9C94}" dt="2026-09-17T10:56:40.641" v="781"/>
        <pc:sldMkLst>
          <pc:docMk/>
          <pc:sldMk cId="3596886858" sldId="359"/>
        </pc:sldMkLst>
      </pc:sldChg>
      <pc:sldChg chg="add">
        <pc:chgData name="Cristovao Timbana" userId="7ed9e01f-347d-41e7-8ac4-53e49369b88d" providerId="ADAL" clId="{C333D178-E2ED-4FA8-9CC0-19F94F3C9C94}" dt="2026-09-17T10:56:40.883" v="782"/>
        <pc:sldMkLst>
          <pc:docMk/>
          <pc:sldMk cId="2614747318" sldId="360"/>
        </pc:sldMkLst>
      </pc:sldChg>
      <pc:sldChg chg="add">
        <pc:chgData name="Cristovao Timbana" userId="7ed9e01f-347d-41e7-8ac4-53e49369b88d" providerId="ADAL" clId="{C333D178-E2ED-4FA8-9CC0-19F94F3C9C94}" dt="2026-09-17T10:56:41.075" v="783"/>
        <pc:sldMkLst>
          <pc:docMk/>
          <pc:sldMk cId="3807395142" sldId="361"/>
        </pc:sldMkLst>
      </pc:sldChg>
      <pc:sldChg chg="add">
        <pc:chgData name="Cristovao Timbana" userId="7ed9e01f-347d-41e7-8ac4-53e49369b88d" providerId="ADAL" clId="{C333D178-E2ED-4FA8-9CC0-19F94F3C9C94}" dt="2026-09-17T10:56:41.287" v="784"/>
        <pc:sldMkLst>
          <pc:docMk/>
          <pc:sldMk cId="582488949" sldId="362"/>
        </pc:sldMkLst>
      </pc:sldChg>
      <pc:sldChg chg="add">
        <pc:chgData name="Cristovao Timbana" userId="7ed9e01f-347d-41e7-8ac4-53e49369b88d" providerId="ADAL" clId="{C333D178-E2ED-4FA8-9CC0-19F94F3C9C94}" dt="2026-09-17T10:56:41.516" v="785"/>
        <pc:sldMkLst>
          <pc:docMk/>
          <pc:sldMk cId="236667484" sldId="363"/>
        </pc:sldMkLst>
      </pc:sldChg>
      <pc:sldChg chg="add">
        <pc:chgData name="Cristovao Timbana" userId="7ed9e01f-347d-41e7-8ac4-53e49369b88d" providerId="ADAL" clId="{C333D178-E2ED-4FA8-9CC0-19F94F3C9C94}" dt="2026-09-17T10:56:41.733" v="786"/>
        <pc:sldMkLst>
          <pc:docMk/>
          <pc:sldMk cId="2595629959" sldId="364"/>
        </pc:sldMkLst>
      </pc:sldChg>
      <pc:sldChg chg="add">
        <pc:chgData name="Cristovao Timbana" userId="7ed9e01f-347d-41e7-8ac4-53e49369b88d" providerId="ADAL" clId="{C333D178-E2ED-4FA8-9CC0-19F94F3C9C94}" dt="2026-09-17T10:56:41.979" v="787"/>
        <pc:sldMkLst>
          <pc:docMk/>
          <pc:sldMk cId="4182679524" sldId="365"/>
        </pc:sldMkLst>
      </pc:sldChg>
      <pc:sldChg chg="add">
        <pc:chgData name="Cristovao Timbana" userId="7ed9e01f-347d-41e7-8ac4-53e49369b88d" providerId="ADAL" clId="{C333D178-E2ED-4FA8-9CC0-19F94F3C9C94}" dt="2026-09-17T10:56:42.213" v="788"/>
        <pc:sldMkLst>
          <pc:docMk/>
          <pc:sldMk cId="4204660213" sldId="366"/>
        </pc:sldMkLst>
      </pc:sldChg>
      <pc:sldChg chg="add">
        <pc:chgData name="Cristovao Timbana" userId="7ed9e01f-347d-41e7-8ac4-53e49369b88d" providerId="ADAL" clId="{C333D178-E2ED-4FA8-9CC0-19F94F3C9C94}" dt="2026-09-17T10:56:42.519" v="789"/>
        <pc:sldMkLst>
          <pc:docMk/>
          <pc:sldMk cId="1700438258" sldId="367"/>
        </pc:sldMkLst>
      </pc:sldChg>
      <pc:sldChg chg="add">
        <pc:chgData name="Cristovao Timbana" userId="7ed9e01f-347d-41e7-8ac4-53e49369b88d" providerId="ADAL" clId="{C333D178-E2ED-4FA8-9CC0-19F94F3C9C94}" dt="2026-09-17T10:56:43.314" v="790"/>
        <pc:sldMkLst>
          <pc:docMk/>
          <pc:sldMk cId="1564572949" sldId="368"/>
        </pc:sldMkLst>
      </pc:sldChg>
      <pc:sldChg chg="add">
        <pc:chgData name="Cristovao Timbana" userId="7ed9e01f-347d-41e7-8ac4-53e49369b88d" providerId="ADAL" clId="{C333D178-E2ED-4FA8-9CC0-19F94F3C9C94}" dt="2026-09-17T10:56:44.212" v="791"/>
        <pc:sldMkLst>
          <pc:docMk/>
          <pc:sldMk cId="589840149" sldId="369"/>
        </pc:sldMkLst>
      </pc:sldChg>
      <pc:sldChg chg="add">
        <pc:chgData name="Cristovao Timbana" userId="7ed9e01f-347d-41e7-8ac4-53e49369b88d" providerId="ADAL" clId="{C333D178-E2ED-4FA8-9CC0-19F94F3C9C94}" dt="2026-09-17T10:56:44.494" v="792"/>
        <pc:sldMkLst>
          <pc:docMk/>
          <pc:sldMk cId="2157610477" sldId="370"/>
        </pc:sldMkLst>
      </pc:sldChg>
      <pc:sldChg chg="add">
        <pc:chgData name="Cristovao Timbana" userId="7ed9e01f-347d-41e7-8ac4-53e49369b88d" providerId="ADAL" clId="{C333D178-E2ED-4FA8-9CC0-19F94F3C9C94}" dt="2026-09-17T10:56:45.723" v="793"/>
        <pc:sldMkLst>
          <pc:docMk/>
          <pc:sldMk cId="3632426442" sldId="371"/>
        </pc:sldMkLst>
      </pc:sldChg>
      <pc:sldChg chg="add">
        <pc:chgData name="Cristovao Timbana" userId="7ed9e01f-347d-41e7-8ac4-53e49369b88d" providerId="ADAL" clId="{C333D178-E2ED-4FA8-9CC0-19F94F3C9C94}" dt="2026-09-17T10:56:46.357" v="794"/>
        <pc:sldMkLst>
          <pc:docMk/>
          <pc:sldMk cId="2708606754" sldId="372"/>
        </pc:sldMkLst>
      </pc:sldChg>
      <pc:sldChg chg="add">
        <pc:chgData name="Cristovao Timbana" userId="7ed9e01f-347d-41e7-8ac4-53e49369b88d" providerId="ADAL" clId="{C333D178-E2ED-4FA8-9CC0-19F94F3C9C94}" dt="2026-09-17T10:56:48.531" v="795"/>
        <pc:sldMkLst>
          <pc:docMk/>
          <pc:sldMk cId="2156134829" sldId="373"/>
        </pc:sldMkLst>
      </pc:sldChg>
      <pc:sldChg chg="add">
        <pc:chgData name="Cristovao Timbana" userId="7ed9e01f-347d-41e7-8ac4-53e49369b88d" providerId="ADAL" clId="{C333D178-E2ED-4FA8-9CC0-19F94F3C9C94}" dt="2026-09-17T10:56:48.827" v="796"/>
        <pc:sldMkLst>
          <pc:docMk/>
          <pc:sldMk cId="726855858" sldId="374"/>
        </pc:sldMkLst>
      </pc:sldChg>
      <pc:sldChg chg="add">
        <pc:chgData name="Cristovao Timbana" userId="7ed9e01f-347d-41e7-8ac4-53e49369b88d" providerId="ADAL" clId="{C333D178-E2ED-4FA8-9CC0-19F94F3C9C94}" dt="2026-09-17T10:56:49.024" v="797"/>
        <pc:sldMkLst>
          <pc:docMk/>
          <pc:sldMk cId="2528353065" sldId="375"/>
        </pc:sldMkLst>
      </pc:sldChg>
      <pc:sldChg chg="add">
        <pc:chgData name="Cristovao Timbana" userId="7ed9e01f-347d-41e7-8ac4-53e49369b88d" providerId="ADAL" clId="{C333D178-E2ED-4FA8-9CC0-19F94F3C9C94}" dt="2026-09-17T10:56:49.206" v="798"/>
        <pc:sldMkLst>
          <pc:docMk/>
          <pc:sldMk cId="3487515266" sldId="376"/>
        </pc:sldMkLst>
      </pc:sldChg>
      <pc:sldChg chg="add">
        <pc:chgData name="Cristovao Timbana" userId="7ed9e01f-347d-41e7-8ac4-53e49369b88d" providerId="ADAL" clId="{C333D178-E2ED-4FA8-9CC0-19F94F3C9C94}" dt="2026-09-17T10:56:50.249" v="799"/>
        <pc:sldMkLst>
          <pc:docMk/>
          <pc:sldMk cId="1823102031" sldId="377"/>
        </pc:sldMkLst>
      </pc:sldChg>
      <pc:sldChg chg="add">
        <pc:chgData name="Cristovao Timbana" userId="7ed9e01f-347d-41e7-8ac4-53e49369b88d" providerId="ADAL" clId="{C333D178-E2ED-4FA8-9CC0-19F94F3C9C94}" dt="2026-09-17T10:56:50.477" v="800"/>
        <pc:sldMkLst>
          <pc:docMk/>
          <pc:sldMk cId="3252894241" sldId="378"/>
        </pc:sldMkLst>
      </pc:sldChg>
      <pc:sldChg chg="add">
        <pc:chgData name="Cristovao Timbana" userId="7ed9e01f-347d-41e7-8ac4-53e49369b88d" providerId="ADAL" clId="{C333D178-E2ED-4FA8-9CC0-19F94F3C9C94}" dt="2026-09-17T10:56:51.061" v="801"/>
        <pc:sldMkLst>
          <pc:docMk/>
          <pc:sldMk cId="3661190063" sldId="379"/>
        </pc:sldMkLst>
      </pc:sldChg>
      <pc:sldChg chg="add">
        <pc:chgData name="Cristovao Timbana" userId="7ed9e01f-347d-41e7-8ac4-53e49369b88d" providerId="ADAL" clId="{C333D178-E2ED-4FA8-9CC0-19F94F3C9C94}" dt="2026-09-17T10:56:52.130" v="802"/>
        <pc:sldMkLst>
          <pc:docMk/>
          <pc:sldMk cId="1217614434" sldId="380"/>
        </pc:sldMkLst>
      </pc:sldChg>
      <pc:sldChg chg="add">
        <pc:chgData name="Cristovao Timbana" userId="7ed9e01f-347d-41e7-8ac4-53e49369b88d" providerId="ADAL" clId="{C333D178-E2ED-4FA8-9CC0-19F94F3C9C94}" dt="2026-09-17T12:31:44.805" v="844"/>
        <pc:sldMkLst>
          <pc:docMk/>
          <pc:sldMk cId="1580191887" sldId="381"/>
        </pc:sldMkLst>
      </pc:sldChg>
      <pc:sldMasterChg chg="modSp mod delSldLayout modSldLayout sldLayoutOrd">
        <pc:chgData name="Cristovao Timbana" userId="7ed9e01f-347d-41e7-8ac4-53e49369b88d" providerId="ADAL" clId="{C333D178-E2ED-4FA8-9CC0-19F94F3C9C94}" dt="2026-09-17T12:33:05.340" v="856" actId="1076"/>
        <pc:sldMasterMkLst>
          <pc:docMk/>
          <pc:sldMasterMk cId="0" sldId="2147483648"/>
        </pc:sldMasterMkLst>
        <pc:grpChg chg="mod">
          <ac:chgData name="Cristovao Timbana" userId="7ed9e01f-347d-41e7-8ac4-53e49369b88d" providerId="ADAL" clId="{C333D178-E2ED-4FA8-9CC0-19F94F3C9C94}" dt="2026-09-14T12:46:47.922" v="693" actId="14100"/>
          <ac:grpSpMkLst>
            <pc:docMk/>
            <pc:sldMasterMk cId="0" sldId="2147483648"/>
            <ac:grpSpMk id="1031" creationId="{6B13CA1E-7907-9AB6-908D-32161B0BD304}"/>
          </ac:grpSpMkLst>
        </pc:grpChg>
        <pc:sldLayoutChg chg="addSp delSp modSp mod ord">
          <pc:chgData name="Cristovao Timbana" userId="7ed9e01f-347d-41e7-8ac4-53e49369b88d" providerId="ADAL" clId="{C333D178-E2ED-4FA8-9CC0-19F94F3C9C94}" dt="2026-09-17T12:33:05.340" v="856" actId="1076"/>
          <pc:sldLayoutMkLst>
            <pc:docMk/>
            <pc:sldMasterMk cId="0" sldId="2147483648"/>
            <pc:sldLayoutMk cId="1999378594" sldId="2147483688"/>
          </pc:sldLayoutMkLst>
          <pc:spChg chg="add del mod">
            <ac:chgData name="Cristovao Timbana" userId="7ed9e01f-347d-41e7-8ac4-53e49369b88d" providerId="ADAL" clId="{C333D178-E2ED-4FA8-9CC0-19F94F3C9C94}" dt="2026-09-17T12:32:52.792" v="855" actId="478"/>
            <ac:spMkLst>
              <pc:docMk/>
              <pc:sldMasterMk cId="0" sldId="2147483648"/>
              <pc:sldLayoutMk cId="1999378594" sldId="2147483688"/>
              <ac:spMk id="7" creationId="{FB9F9FCB-AFA8-6B21-9813-216D79301FC5}"/>
            </ac:spMkLst>
          </pc:spChg>
          <pc:spChg chg="mod">
            <ac:chgData name="Cristovao Timbana" userId="7ed9e01f-347d-41e7-8ac4-53e49369b88d" providerId="ADAL" clId="{C333D178-E2ED-4FA8-9CC0-19F94F3C9C94}" dt="2026-09-17T12:33:05.340" v="856" actId="1076"/>
            <ac:spMkLst>
              <pc:docMk/>
              <pc:sldMasterMk cId="0" sldId="2147483648"/>
              <pc:sldLayoutMk cId="1999378594" sldId="2147483688"/>
              <ac:spMk id="9" creationId="{4D3E06F1-1F79-6D72-8F24-50EB1D5F08C6}"/>
            </ac:spMkLst>
          </pc:spChg>
          <pc:spChg chg="add mod">
            <ac:chgData name="Cristovao Timbana" userId="7ed9e01f-347d-41e7-8ac4-53e49369b88d" providerId="ADAL" clId="{C333D178-E2ED-4FA8-9CC0-19F94F3C9C94}" dt="2026-09-14T12:25:38.056" v="325" actId="14100"/>
            <ac:spMkLst>
              <pc:docMk/>
              <pc:sldMasterMk cId="0" sldId="2147483648"/>
              <pc:sldLayoutMk cId="1999378594" sldId="2147483688"/>
              <ac:spMk id="11" creationId="{DC6E4D48-D476-9079-8A1D-DE51783549FE}"/>
            </ac:spMkLst>
          </pc:spChg>
          <pc:spChg chg="add mod">
            <ac:chgData name="Cristovao Timbana" userId="7ed9e01f-347d-41e7-8ac4-53e49369b88d" providerId="ADAL" clId="{C333D178-E2ED-4FA8-9CC0-19F94F3C9C94}" dt="2026-09-17T12:32:50.103" v="853" actId="1076"/>
            <ac:spMkLst>
              <pc:docMk/>
              <pc:sldMasterMk cId="0" sldId="2147483648"/>
              <pc:sldLayoutMk cId="1999378594" sldId="2147483688"/>
              <ac:spMk id="19" creationId="{B6A6BFBD-9882-3474-49D7-A2C5B31EDF50}"/>
            </ac:spMkLst>
          </pc:spChg>
          <pc:picChg chg="mod">
            <ac:chgData name="Cristovao Timbana" userId="7ed9e01f-347d-41e7-8ac4-53e49369b88d" providerId="ADAL" clId="{C333D178-E2ED-4FA8-9CC0-19F94F3C9C94}" dt="2026-09-14T12:26:18.653" v="329" actId="1076"/>
            <ac:picMkLst>
              <pc:docMk/>
              <pc:sldMasterMk cId="0" sldId="2147483648"/>
              <pc:sldLayoutMk cId="1999378594" sldId="2147483688"/>
              <ac:picMk id="5" creationId="{9BFB0EC2-6DD9-15D4-D949-F84E4666B124}"/>
            </ac:picMkLst>
          </pc:picChg>
          <pc:picChg chg="add mod ord">
            <ac:chgData name="Cristovao Timbana" userId="7ed9e01f-347d-41e7-8ac4-53e49369b88d" providerId="ADAL" clId="{C333D178-E2ED-4FA8-9CC0-19F94F3C9C94}" dt="2026-09-17T12:32:10.379" v="847" actId="1076"/>
            <ac:picMkLst>
              <pc:docMk/>
              <pc:sldMasterMk cId="0" sldId="2147483648"/>
              <pc:sldLayoutMk cId="1999378594" sldId="2147483688"/>
              <ac:picMk id="6" creationId="{A7E0ECDB-78A6-E0EE-99D8-DB08368F4D3C}"/>
            </ac:picMkLst>
          </pc:picChg>
        </pc:sldLayoutChg>
        <pc:sldLayoutChg chg="addSp delSp modSp mod">
          <pc:chgData name="Cristovao Timbana" userId="7ed9e01f-347d-41e7-8ac4-53e49369b88d" providerId="ADAL" clId="{C333D178-E2ED-4FA8-9CC0-19F94F3C9C94}" dt="2026-09-17T11:50:42.447" v="831" actId="478"/>
          <pc:sldLayoutMkLst>
            <pc:docMk/>
            <pc:sldMasterMk cId="0" sldId="2147483648"/>
            <pc:sldLayoutMk cId="3541848229" sldId="2147483693"/>
          </pc:sldLayoutMkLst>
          <pc:spChg chg="mod">
            <ac:chgData name="Cristovao Timbana" userId="7ed9e01f-347d-41e7-8ac4-53e49369b88d" providerId="ADAL" clId="{C333D178-E2ED-4FA8-9CC0-19F94F3C9C94}" dt="2026-09-14T12:23:06.942" v="313" actId="339"/>
            <ac:spMkLst>
              <pc:docMk/>
              <pc:sldMasterMk cId="0" sldId="2147483648"/>
              <pc:sldLayoutMk cId="3541848229" sldId="2147483693"/>
              <ac:spMk id="2" creationId="{D2A2499E-EE88-5471-CDB1-8A3B7D4CA3A5}"/>
            </ac:spMkLst>
          </pc:spChg>
          <pc:spChg chg="mod">
            <ac:chgData name="Cristovao Timbana" userId="7ed9e01f-347d-41e7-8ac4-53e49369b88d" providerId="ADAL" clId="{C333D178-E2ED-4FA8-9CC0-19F94F3C9C94}" dt="2026-09-14T12:11:09.626" v="213" actId="20577"/>
            <ac:spMkLst>
              <pc:docMk/>
              <pc:sldMasterMk cId="0" sldId="2147483648"/>
              <pc:sldLayoutMk cId="3541848229" sldId="2147483693"/>
              <ac:spMk id="3" creationId="{89E0EDC5-73C9-2395-68B4-8A503E64085A}"/>
            </ac:spMkLst>
          </pc:spChg>
          <pc:spChg chg="del mod">
            <ac:chgData name="Cristovao Timbana" userId="7ed9e01f-347d-41e7-8ac4-53e49369b88d" providerId="ADAL" clId="{C333D178-E2ED-4FA8-9CC0-19F94F3C9C94}" dt="2026-09-17T11:50:42.447" v="831" actId="478"/>
            <ac:spMkLst>
              <pc:docMk/>
              <pc:sldMasterMk cId="0" sldId="2147483648"/>
              <pc:sldLayoutMk cId="3541848229" sldId="2147483693"/>
              <ac:spMk id="10" creationId="{1A7BCD35-98A6-BECA-628F-EDC92ACB735E}"/>
            </ac:spMkLst>
          </pc:spChg>
          <pc:spChg chg="mod">
            <ac:chgData name="Cristovao Timbana" userId="7ed9e01f-347d-41e7-8ac4-53e49369b88d" providerId="ADAL" clId="{C333D178-E2ED-4FA8-9CC0-19F94F3C9C94}" dt="2026-09-14T12:49:27" v="700" actId="14100"/>
            <ac:spMkLst>
              <pc:docMk/>
              <pc:sldMasterMk cId="0" sldId="2147483648"/>
              <pc:sldLayoutMk cId="3541848229" sldId="2147483693"/>
              <ac:spMk id="11" creationId="{CB842B1E-3AA6-EB75-2CDE-F4F8C35B6A1D}"/>
            </ac:spMkLst>
          </pc:spChg>
          <pc:spChg chg="add del mod">
            <ac:chgData name="Cristovao Timbana" userId="7ed9e01f-347d-41e7-8ac4-53e49369b88d" providerId="ADAL" clId="{C333D178-E2ED-4FA8-9CC0-19F94F3C9C94}" dt="2026-09-17T11:50:26.374" v="830" actId="478"/>
            <ac:spMkLst>
              <pc:docMk/>
              <pc:sldMasterMk cId="0" sldId="2147483648"/>
              <pc:sldLayoutMk cId="3541848229" sldId="2147483693"/>
              <ac:spMk id="15" creationId="{7905DA00-A162-3296-6C7B-0562A0E78709}"/>
            </ac:spMkLst>
          </pc:spChg>
          <pc:spChg chg="add mod">
            <ac:chgData name="Cristovao Timbana" userId="7ed9e01f-347d-41e7-8ac4-53e49369b88d" providerId="ADAL" clId="{C333D178-E2ED-4FA8-9CC0-19F94F3C9C94}" dt="2026-09-14T12:21:25.995" v="310" actId="339"/>
            <ac:spMkLst>
              <pc:docMk/>
              <pc:sldMasterMk cId="0" sldId="2147483648"/>
              <pc:sldLayoutMk cId="3541848229" sldId="2147483693"/>
              <ac:spMk id="19" creationId="{79861ADA-BA1A-DC7E-389F-A3336FE57971}"/>
            </ac:spMkLst>
          </pc:spChg>
        </pc:sldLayoutChg>
        <pc:sldLayoutChg chg="addSp delSp modSp mod">
          <pc:chgData name="Cristovao Timbana" userId="7ed9e01f-347d-41e7-8ac4-53e49369b88d" providerId="ADAL" clId="{C333D178-E2ED-4FA8-9CC0-19F94F3C9C94}" dt="2026-09-14T13:32:45.845" v="743" actId="21"/>
          <pc:sldLayoutMkLst>
            <pc:docMk/>
            <pc:sldMasterMk cId="0" sldId="2147483648"/>
            <pc:sldLayoutMk cId="2796597292" sldId="2147483705"/>
          </pc:sldLayoutMkLst>
          <pc:spChg chg="add">
            <ac:chgData name="Cristovao Timbana" userId="7ed9e01f-347d-41e7-8ac4-53e49369b88d" providerId="ADAL" clId="{C333D178-E2ED-4FA8-9CC0-19F94F3C9C94}" dt="2026-09-14T13:25:53.474" v="715" actId="22"/>
            <ac:spMkLst>
              <pc:docMk/>
              <pc:sldMasterMk cId="0" sldId="2147483648"/>
              <pc:sldLayoutMk cId="2796597292" sldId="2147483705"/>
              <ac:spMk id="4" creationId="{29228B11-0A5F-34E2-20F3-CD5ECDEADF7B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Folha3!$A$8</c:f>
              <c:strCache>
                <c:ptCount val="1"/>
                <c:pt idx="0">
                  <c:v>Bom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Folha3!$B$7:$E$7</c:f>
              <c:strCache>
                <c:ptCount val="4"/>
                <c:pt idx="0">
                  <c:v>Banco de Socorros</c:v>
                </c:pt>
                <c:pt idx="1">
                  <c:v>Maternidade</c:v>
                </c:pt>
                <c:pt idx="2">
                  <c:v>Laboratório</c:v>
                </c:pt>
                <c:pt idx="3">
                  <c:v>Farmácia</c:v>
                </c:pt>
              </c:strCache>
            </c:strRef>
          </c:cat>
          <c:val>
            <c:numRef>
              <c:f>Folha3!$B$8:$E$8</c:f>
              <c:numCache>
                <c:formatCode>0.00%</c:formatCode>
                <c:ptCount val="4"/>
                <c:pt idx="0" formatCode="0%">
                  <c:v>0.89</c:v>
                </c:pt>
                <c:pt idx="1">
                  <c:v>0.97199999999999998</c:v>
                </c:pt>
                <c:pt idx="2" formatCode="0%">
                  <c:v>0.96</c:v>
                </c:pt>
                <c:pt idx="3">
                  <c:v>0.96299999999999997</c:v>
                </c:pt>
              </c:numCache>
            </c:numRef>
          </c:val>
        </c:ser>
        <c:ser>
          <c:idx val="1"/>
          <c:order val="1"/>
          <c:tx>
            <c:strRef>
              <c:f>Folha3!$A$9</c:f>
              <c:strCache>
                <c:ptCount val="1"/>
                <c:pt idx="0">
                  <c:v>Razoável</c:v>
                </c:pt>
              </c:strCache>
            </c:strRef>
          </c:tx>
          <c:spPr>
            <a:solidFill>
              <a:srgbClr val="FFFF00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/>
            <a:sp3d>
              <a:contourClr>
                <a:schemeClr val="accent5">
                  <a:lumMod val="20000"/>
                  <a:lumOff val="80000"/>
                </a:schemeClr>
              </a:contourClr>
            </a:sp3d>
          </c:spPr>
          <c:invertIfNegative val="0"/>
          <c:dPt>
            <c:idx val="2"/>
            <c:invertIfNegative val="0"/>
            <c:bubble3D val="0"/>
            <c:spPr>
              <a:solidFill>
                <a:srgbClr val="FFFF00"/>
              </a:solidFill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  <a:effectLst/>
              <a:sp3d>
                <a:contourClr>
                  <a:schemeClr val="accent5">
                    <a:lumMod val="20000"/>
                    <a:lumOff val="80000"/>
                  </a:schemeClr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Folha3!$B$7:$E$7</c:f>
              <c:strCache>
                <c:ptCount val="4"/>
                <c:pt idx="0">
                  <c:v>Banco de Socorros</c:v>
                </c:pt>
                <c:pt idx="1">
                  <c:v>Maternidade</c:v>
                </c:pt>
                <c:pt idx="2">
                  <c:v>Laboratório</c:v>
                </c:pt>
                <c:pt idx="3">
                  <c:v>Farmácia</c:v>
                </c:pt>
              </c:strCache>
            </c:strRef>
          </c:cat>
          <c:val>
            <c:numRef>
              <c:f>Folha3!$B$9:$E$9</c:f>
              <c:numCache>
                <c:formatCode>0.00%</c:formatCode>
                <c:ptCount val="4"/>
                <c:pt idx="0" formatCode="0%">
                  <c:v>9.6000000000000002E-2</c:v>
                </c:pt>
                <c:pt idx="1">
                  <c:v>2.8000000000000001E-2</c:v>
                </c:pt>
                <c:pt idx="2">
                  <c:v>2.1999999999999999E-2</c:v>
                </c:pt>
                <c:pt idx="3">
                  <c:v>2.8000000000000001E-2</c:v>
                </c:pt>
              </c:numCache>
            </c:numRef>
          </c:val>
        </c:ser>
        <c:ser>
          <c:idx val="2"/>
          <c:order val="2"/>
          <c:tx>
            <c:strRef>
              <c:f>Folha3!$A$10</c:f>
              <c:strCache>
                <c:ptCount val="1"/>
                <c:pt idx="0">
                  <c:v>Mau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  <a:effectLst/>
            <a:sp3d>
              <a:contourClr>
                <a:srgbClr val="FF0000"/>
              </a:contourClr>
            </a:sp3d>
          </c:spPr>
          <c:invertIfNegative val="0"/>
          <c:dLbls>
            <c:dLbl>
              <c:idx val="0"/>
              <c:layout>
                <c:manualLayout>
                  <c:x val="3.1638371412633731E-2"/>
                  <c:y val="-0.127481037283691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2.3092344010799855E-2"/>
                  <c:y val="-0.115230044125037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8521674600350983E-2"/>
                  <c:y val="-0.132985510880386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8.0527059403014915E-3"/>
                  <c:y val="-0.123575604899759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Folha3!$B$7:$E$7</c:f>
              <c:strCache>
                <c:ptCount val="4"/>
                <c:pt idx="0">
                  <c:v>Banco de Socorros</c:v>
                </c:pt>
                <c:pt idx="1">
                  <c:v>Maternidade</c:v>
                </c:pt>
                <c:pt idx="2">
                  <c:v>Laboratório</c:v>
                </c:pt>
                <c:pt idx="3">
                  <c:v>Farmácia</c:v>
                </c:pt>
              </c:strCache>
            </c:strRef>
          </c:cat>
          <c:val>
            <c:numRef>
              <c:f>Folha3!$B$10:$E$10</c:f>
              <c:numCache>
                <c:formatCode>0%</c:formatCode>
                <c:ptCount val="4"/>
                <c:pt idx="0" formatCode="0.00%">
                  <c:v>1.4E-2</c:v>
                </c:pt>
                <c:pt idx="1">
                  <c:v>0</c:v>
                </c:pt>
                <c:pt idx="2" formatCode="0.00%">
                  <c:v>1.7999999999999999E-2</c:v>
                </c:pt>
                <c:pt idx="3" formatCode="0.00%">
                  <c:v>8.9999999999999993E-3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gapDepth val="59"/>
        <c:shape val="cylinder"/>
        <c:axId val="397998944"/>
        <c:axId val="405056872"/>
        <c:axId val="0"/>
      </c:bar3DChart>
      <c:catAx>
        <c:axId val="39799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405056872"/>
        <c:crosses val="autoZero"/>
        <c:auto val="1"/>
        <c:lblAlgn val="ctr"/>
        <c:lblOffset val="100"/>
        <c:noMultiLvlLbl val="0"/>
      </c:catAx>
      <c:valAx>
        <c:axId val="405056872"/>
        <c:scaling>
          <c:orientation val="minMax"/>
          <c:min val="0.68000000000000016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97998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="" xmlns:a16="http://schemas.microsoft.com/office/drawing/2014/main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="" xmlns:a16="http://schemas.microsoft.com/office/drawing/2014/main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46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=""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=""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=""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975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=""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=""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=""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=""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=""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=""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=""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=""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=""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=""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=""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=""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=""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=""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=""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=""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=""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908" y="5639666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=""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=""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=""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98643" y="3575878"/>
            <a:ext cx="10705672" cy="104749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2000" b="1" dirty="0">
                <a:ea typeface="MS PGothic" panose="020B0600070205080204" pitchFamily="34" charset="-128"/>
              </a:rPr>
              <a:t>Tema: </a:t>
            </a: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Qualidade, Segurança e Humanização dos Cuidados: </a:t>
            </a:r>
            <a:r>
              <a:rPr lang="pt-PT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Desafios </a:t>
            </a: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PT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intervenções </a:t>
            </a: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melhores </a:t>
            </a:r>
            <a:r>
              <a:rPr lang="pt-PT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r>
              <a:rPr lang="en-US" altLang="en-US" sz="2000" b="1" dirty="0" smtClean="0">
                <a:ea typeface="MS PGothic" panose="020B0600070205080204" pitchFamily="34" charset="-128"/>
              </a:rPr>
              <a:t> </a:t>
            </a:r>
            <a:endParaRPr lang="pt-BR" sz="20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1149927" y="27707"/>
            <a:ext cx="11042073" cy="872837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Aft>
                <a:spcPts val="5675"/>
              </a:spcAft>
            </a:pPr>
            <a:r>
              <a:rPr lang="pt-PT" altLang="en-US" sz="2800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REDE SANITÁRIA DO HOSPITAL GERAL DE CHAMANCULO</a:t>
            </a:r>
          </a:p>
        </p:txBody>
      </p:sp>
      <p:sp>
        <p:nvSpPr>
          <p:cNvPr id="10" name="Rectangle 5"/>
          <p:cNvSpPr/>
          <p:nvPr/>
        </p:nvSpPr>
        <p:spPr bwMode="auto">
          <a:xfrm>
            <a:off x="7865294" y="1381326"/>
            <a:ext cx="3414489" cy="445627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eaLnBrk="1" hangingPunct="1">
              <a:lnSpc>
                <a:spcPct val="150000"/>
              </a:lnSpc>
            </a:pP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LIMITES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GEOGRAFICOS</a:t>
            </a:r>
          </a:p>
          <a:p>
            <a:pPr marL="0" lvl="1" defTabSz="450056">
              <a:lnSpc>
                <a:spcPct val="150000"/>
              </a:lnSpc>
              <a:spcAft>
                <a:spcPct val="15000"/>
              </a:spcAft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Aeroporto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Moçambique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defTabSz="450056">
              <a:lnSpc>
                <a:spcPct val="150000"/>
              </a:lnSpc>
              <a:spcAft>
                <a:spcPct val="15000"/>
              </a:spcAft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Sul: Complexo Ferro Portuário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defTabSz="450056">
              <a:lnSpc>
                <a:spcPct val="150000"/>
              </a:lnSpc>
              <a:spcAft>
                <a:spcPct val="15000"/>
              </a:spcAft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Este: Distrito KaMubukuane atravez da Av. De Moçambique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defTabSz="450056">
              <a:lnSpc>
                <a:spcPct val="150000"/>
              </a:lnSpc>
              <a:spcAft>
                <a:spcPct val="15000"/>
              </a:spcAft>
              <a:defRPr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Maputo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Clr>
                <a:srgbClr val="2D2D8A">
                  <a:lumMod val="75000"/>
                </a:srgbClr>
              </a:buClr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607" y="1381326"/>
            <a:ext cx="3231896" cy="44562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4294184" y="1381326"/>
            <a:ext cx="3536334" cy="4431983"/>
          </a:xfrm>
          <a:prstGeom prst="rect">
            <a:avLst/>
          </a:prstGeom>
          <a:ln>
            <a:solidFill>
              <a:srgbClr val="003E1C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LOCALIZAÇÃO  </a:t>
            </a:r>
          </a:p>
          <a:p>
            <a:pPr>
              <a:lnSpc>
                <a:spcPct val="150000"/>
              </a:lnSpc>
            </a:pPr>
            <a:r>
              <a:rPr lang="pt-PT" sz="2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Município </a:t>
            </a:r>
            <a:r>
              <a:rPr lang="pt-PT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Maputo, Distrito Municipal de Nlhamankulo, Av. De Trabalho número 1064, Bairro de Chamanculo B. Tem uma população de captação direta de </a:t>
            </a:r>
            <a:r>
              <a:rPr lang="pt-PT" sz="2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169209 </a:t>
            </a:r>
            <a:r>
              <a:rPr lang="pt-PT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PT" sz="2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abitantes </a:t>
            </a:r>
            <a:r>
              <a:rPr lang="pt-PT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presta cuidados de </a:t>
            </a:r>
            <a:r>
              <a:rPr lang="pt-PT" sz="2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Saúde </a:t>
            </a:r>
            <a:r>
              <a:rPr lang="pt-PT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</a:t>
            </a:r>
            <a:r>
              <a:rPr lang="pt-PT" sz="2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ível Secundário</a:t>
            </a:r>
            <a:r>
              <a:rPr lang="pt-PT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pt-PT" sz="21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79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1186775" y="121109"/>
            <a:ext cx="10966315" cy="746468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dirty="0" err="1" smtClean="0">
                <a:solidFill>
                  <a:srgbClr val="0B3D42"/>
                </a:solidFill>
                <a:latin typeface="Cambria" pitchFamily="34" charset="0"/>
                <a:ea typeface="Cambria" pitchFamily="34" charset="-122"/>
              </a:rPr>
              <a:t>Tópicos</a:t>
            </a:r>
            <a:r>
              <a:rPr lang="en-US" dirty="0" smtClean="0">
                <a:solidFill>
                  <a:srgbClr val="0B3D42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dirty="0" smtClean="0">
                <a:solidFill>
                  <a:srgbClr val="0B3D42"/>
                </a:solidFill>
                <a:latin typeface="Cambria" pitchFamily="34" charset="0"/>
                <a:ea typeface="Cambria" pitchFamily="34" charset="-122"/>
              </a:rPr>
              <a:t>da Apresentação </a:t>
            </a:r>
            <a:endParaRPr lang="en-US" dirty="0"/>
          </a:p>
        </p:txBody>
      </p:sp>
      <p:sp>
        <p:nvSpPr>
          <p:cNvPr id="7" name="TextBox 2"/>
          <p:cNvSpPr txBox="1"/>
          <p:nvPr/>
        </p:nvSpPr>
        <p:spPr>
          <a:xfrm>
            <a:off x="1186775" y="1136082"/>
            <a:ext cx="10196623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2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ituação </a:t>
            </a: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qualidade dos cuidados e os principais indicadores de desempenho assistencial.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Avaliar o cumprimento das normas e protocolos, a segurança e a humanização dos cuidados prestados.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Conhecer a experiência, a satisfação e as preocupações dos utentes em relação aos cuidados recebidos.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Identificar as principais lacunas, os desafios e as boas práticas nas unidades sanitárias.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Apresentar intervenções e prioridades para a melhoria da qualidade, segurança e humanização dos cuidados de saúde</a:t>
            </a:r>
            <a:r>
              <a:rPr lang="pt-BR" sz="2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0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5678C29-B991-E318-C6A6-550E6CF7E735}"/>
              </a:ext>
            </a:extLst>
          </p:cNvPr>
          <p:cNvSpPr txBox="1"/>
          <p:nvPr/>
        </p:nvSpPr>
        <p:spPr>
          <a:xfrm>
            <a:off x="2416995" y="312603"/>
            <a:ext cx="6169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3200" b="1" dirty="0" smtClean="0">
                <a:solidFill>
                  <a:srgbClr val="0B3D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5" name="TextBox 2"/>
          <p:cNvSpPr txBox="1"/>
          <p:nvPr/>
        </p:nvSpPr>
        <p:spPr>
          <a:xfrm>
            <a:off x="958287" y="1163247"/>
            <a:ext cx="1046198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qualidade, a segurança e a humanização dos cuidados são dimensões interligadas e essenciais para uma prestação de serviços de saúde eficaz. </a:t>
            </a:r>
            <a:r>
              <a:rPr lang="pt-PT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 </a:t>
            </a:r>
            <a:r>
              <a:rPr lang="pt-PT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contexto, torna-se fundamental analisar os indicadores de desempenho assistencial, identificar lacunas e definir intervenções prioritárias que contribuam para melhores resultados em saúde e uma experiência positiva do </a:t>
            </a:r>
            <a:r>
              <a:rPr lang="pt-PT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utente.</a:t>
            </a:r>
            <a:endParaRPr lang="pt-PT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99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06D8B86-B83D-4C8D-3792-B16F375CBE53}"/>
              </a:ext>
            </a:extLst>
          </p:cNvPr>
          <p:cNvSpPr txBox="1"/>
          <p:nvPr/>
        </p:nvSpPr>
        <p:spPr>
          <a:xfrm>
            <a:off x="1851660" y="335463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3200" b="1" dirty="0" err="1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Três</a:t>
            </a:r>
            <a:r>
              <a:rPr lang="en-US" sz="32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dimensões</a:t>
            </a:r>
            <a:r>
              <a:rPr lang="en-US" sz="32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, um mesmo </a:t>
            </a:r>
            <a:r>
              <a:rPr lang="en-US" sz="3200" b="1" dirty="0" err="1" smtClean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compromisso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5" name="Text 5"/>
          <p:cNvSpPr txBox="1"/>
          <p:nvPr/>
        </p:nvSpPr>
        <p:spPr>
          <a:xfrm>
            <a:off x="284564" y="1876230"/>
            <a:ext cx="40546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Grau em que os cuidados aumentam a probabilidade de bons resultados e seguem o conhecimento científico atual. Assenta na eficácia (fazer o que funciona), na eficiência (usar bem os recursos) e na melhoria contínua: medir, analisar, corrigir e voltar a medir.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380306" y="1372596"/>
            <a:ext cx="2350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Qualidade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9"/>
          <p:cNvSpPr txBox="1"/>
          <p:nvPr/>
        </p:nvSpPr>
        <p:spPr>
          <a:xfrm>
            <a:off x="4884621" y="1344440"/>
            <a:ext cx="2704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Segurança do doente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/>
          <p:cNvSpPr txBox="1"/>
          <p:nvPr/>
        </p:nvSpPr>
        <p:spPr>
          <a:xfrm>
            <a:off x="4635726" y="1899090"/>
            <a:ext cx="357571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Prevenção, redução e gestão de riscos e danos evitáveis. Parte de um princípio: os erros nascem de fragilidades do sistema, não apenas de falhas individuais. Exige barreiras (protocolos, dupla conferência, identificação correta) e uma cultura que incentive a notificação.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4"/>
          <p:cNvSpPr txBox="1"/>
          <p:nvPr/>
        </p:nvSpPr>
        <p:spPr>
          <a:xfrm>
            <a:off x="8906023" y="1372596"/>
            <a:ext cx="2350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Humanização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5"/>
          <p:cNvSpPr txBox="1"/>
          <p:nvPr/>
        </p:nvSpPr>
        <p:spPr>
          <a:xfrm>
            <a:off x="8507940" y="1881233"/>
            <a:ext cx="3431647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Relação empática, valorização do cidadão e ambiente acolhedor. Reconhece o doente como pessoa, com história, medos e contexto social, e não como um diagnóstico. Inclui cuidar dos profissionais: equipas não apoiadas têm mais dificuldade em acolher.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B1C7059-FD03-7587-4203-038EDFDDC552}"/>
              </a:ext>
            </a:extLst>
          </p:cNvPr>
          <p:cNvSpPr txBox="1"/>
          <p:nvPr/>
        </p:nvSpPr>
        <p:spPr>
          <a:xfrm>
            <a:off x="2416995" y="221163"/>
            <a:ext cx="6169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32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Principais </a:t>
            </a:r>
            <a:r>
              <a:rPr lang="en-US" sz="3200" b="1" dirty="0" err="1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desafios</a:t>
            </a:r>
            <a:r>
              <a:rPr lang="en-US" sz="3200" b="1" dirty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na </a:t>
            </a:r>
            <a:r>
              <a:rPr lang="en-US" sz="3200" b="1" dirty="0" err="1" smtClean="0">
                <a:solidFill>
                  <a:srgbClr val="0B3C4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assistência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4" name="Text 3"/>
          <p:cNvSpPr txBox="1"/>
          <p:nvPr/>
        </p:nvSpPr>
        <p:spPr>
          <a:xfrm>
            <a:off x="682345" y="1411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/>
          <p:cNvSpPr txBox="1"/>
          <p:nvPr/>
        </p:nvSpPr>
        <p:spPr>
          <a:xfrm>
            <a:off x="1367171" y="125245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Sobrecarga e burnout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687294" y="1347376"/>
            <a:ext cx="70915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Rácio inadequado entre profissionais e doentes gera exaustão: </a:t>
            </a:r>
            <a:r>
              <a:rPr lang="en-US" sz="2000" dirty="0" err="1" smtClean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menos</a:t>
            </a:r>
            <a:r>
              <a:rPr lang="en-US" sz="2000" dirty="0" smtClean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disponibilidade emocional. </a:t>
            </a:r>
            <a:r>
              <a:rPr lang="en-US" sz="2000" dirty="0" err="1" smtClean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Afecta</a:t>
            </a:r>
            <a:r>
              <a:rPr lang="en-US" sz="2000" dirty="0" smtClean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segurança, qualidade e humanização em simultâneo.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680609" y="2375502"/>
            <a:ext cx="440648" cy="40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304137" y="22843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Cultura punitiva do erro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3687294" y="2409154"/>
            <a:ext cx="70915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Culpar o indivíduo em vez de analisar a falha do sistema impede a notificação. Sem dados transparentes, repetem-se os mesmos erros de segurança.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3"/>
          <p:cNvSpPr txBox="1"/>
          <p:nvPr/>
        </p:nvSpPr>
        <p:spPr>
          <a:xfrm>
            <a:off x="682345" y="334444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4"/>
          <p:cNvSpPr txBox="1"/>
          <p:nvPr/>
        </p:nvSpPr>
        <p:spPr>
          <a:xfrm>
            <a:off x="1317992" y="333641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Mecanização e burocracia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5"/>
          <p:cNvSpPr txBox="1"/>
          <p:nvPr/>
        </p:nvSpPr>
        <p:spPr>
          <a:xfrm>
            <a:off x="3687294" y="3407807"/>
            <a:ext cx="70915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 foco em registos eletrónicos e metas administrativas afasta o profissional do contacto direto e visual com o doente, que se sente ignorado.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8"/>
          <p:cNvSpPr txBox="1"/>
          <p:nvPr/>
        </p:nvSpPr>
        <p:spPr>
          <a:xfrm>
            <a:off x="680609" y="435529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9"/>
          <p:cNvSpPr txBox="1"/>
          <p:nvPr/>
        </p:nvSpPr>
        <p:spPr>
          <a:xfrm>
            <a:off x="1302401" y="436111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Visão estritamente biomédica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0"/>
          <p:cNvSpPr txBox="1"/>
          <p:nvPr/>
        </p:nvSpPr>
        <p:spPr>
          <a:xfrm>
            <a:off x="3701149" y="4460213"/>
            <a:ext cx="70776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Cuidado fragmentado, centrado na doença e menos na pessoa; </a:t>
            </a:r>
            <a:r>
              <a:rPr lang="en-US" sz="2000" dirty="0" err="1" smtClean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factores</a:t>
            </a:r>
            <a:r>
              <a:rPr lang="en-US" sz="2000" dirty="0" smtClean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sociais e emocionais ficam fora da avaliação e a jornada do doente desumaniza-se.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23"/>
          <p:cNvSpPr txBox="1"/>
          <p:nvPr/>
        </p:nvSpPr>
        <p:spPr>
          <a:xfrm>
            <a:off x="680609" y="5479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24"/>
          <p:cNvSpPr txBox="1"/>
          <p:nvPr/>
        </p:nvSpPr>
        <p:spPr>
          <a:xfrm>
            <a:off x="1325744" y="5609983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Limitações estruturais e literacia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5"/>
          <p:cNvSpPr txBox="1"/>
          <p:nvPr/>
        </p:nvSpPr>
        <p:spPr>
          <a:xfrm>
            <a:off x="3685558" y="5612102"/>
            <a:ext cx="70932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Falta de recursos técnicos e materiais, somada ao baixo letramento em saúde dos utentes, limita a </a:t>
            </a:r>
            <a:r>
              <a:rPr lang="en-US" sz="2000" dirty="0" err="1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participação</a:t>
            </a: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activa</a:t>
            </a:r>
            <a:r>
              <a:rPr lang="en-US" sz="2000" dirty="0" smtClean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 paciente no seu cuidado.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4109F61-7516-D6FF-0B58-876EAC067054}"/>
              </a:ext>
            </a:extLst>
          </p:cNvPr>
          <p:cNvSpPr txBox="1"/>
          <p:nvPr/>
        </p:nvSpPr>
        <p:spPr>
          <a:xfrm>
            <a:off x="2416994" y="221163"/>
            <a:ext cx="74128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Cumprimento de normas e </a:t>
            </a:r>
            <a:r>
              <a:rPr lang="pt-PT" sz="3200" b="1" dirty="0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4" name="Rectangle 1"/>
          <p:cNvSpPr/>
          <p:nvPr/>
        </p:nvSpPr>
        <p:spPr>
          <a:xfrm>
            <a:off x="832620" y="980817"/>
            <a:ext cx="1099916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Hospitais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devem dispor de protocolos e normas técnicas para orientar a prestação dos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cuidados, os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protocolos devem estar afixados e disponíveis nos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sectores, permitindo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fácil consulta pelos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profissionais. Devem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 rigorosamente seguidos durante o atendimento,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diagnóstico e tratamento.</a:t>
            </a:r>
            <a:endParaRPr lang="pt-B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Devem abranger os diferentes procedimentos clínicos e as principais patologias atendidas na unidade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sanitária. A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aplicação dos protocolos contribui para a padronização dos cuidados, segurança do doente e melhoria da qualidade da assistência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BB1DAB2-44BE-44E1-05E5-0CDD90CB9EBB}"/>
              </a:ext>
            </a:extLst>
          </p:cNvPr>
          <p:cNvSpPr txBox="1"/>
          <p:nvPr/>
        </p:nvSpPr>
        <p:spPr>
          <a:xfrm>
            <a:off x="1096327" y="235018"/>
            <a:ext cx="108432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Acolhimento, comunicação, privacidade, dignidade e respeito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sp>
        <p:nvSpPr>
          <p:cNvPr id="4" name="Rectangle 1"/>
          <p:cNvSpPr/>
          <p:nvPr/>
        </p:nvSpPr>
        <p:spPr>
          <a:xfrm>
            <a:off x="841966" y="1160035"/>
            <a:ext cx="1084520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acolhimento dos </a:t>
            </a:r>
            <a:r>
              <a:rPr lang="pt-PT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utentes deve iniciar </a:t>
            </a: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aceitação geral onde todos os pacientes tem como porta de entrada e posteriormente são encaminhados aos gabinetes de atendimento de acordo com a área da assistência necessária. </a:t>
            </a:r>
          </a:p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 utente </a:t>
            </a:r>
            <a:r>
              <a:rPr lang="pt-PT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 receber </a:t>
            </a: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atendimento holístico criando assim uma relação de confiança, segurança e respeito. </a:t>
            </a:r>
          </a:p>
        </p:txBody>
      </p:sp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AF187D9-43B4-BCEC-1672-FD9EE13C5993}"/>
              </a:ext>
            </a:extLst>
          </p:cNvPr>
          <p:cNvSpPr txBox="1"/>
          <p:nvPr/>
        </p:nvSpPr>
        <p:spPr>
          <a:xfrm>
            <a:off x="1693980" y="284958"/>
            <a:ext cx="97750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Satisfação e percepção dos cuidados recebidos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4" name="TextBox 1"/>
          <p:cNvSpPr txBox="1"/>
          <p:nvPr/>
        </p:nvSpPr>
        <p:spPr>
          <a:xfrm>
            <a:off x="1310237" y="1198190"/>
            <a:ext cx="10376937" cy="3245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satisfação e a percepção positiva dos cuidados contribuem para a confiança no serviço de saúde, adesão ao tratamento e melhoria da relação entre profissionais e utentes. E através de satisfatomentros alocados nos sectores, os pacientes avaliam a qualidade de </a:t>
            </a:r>
            <a:r>
              <a:rPr lang="pt-PT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assistência que recebem</a:t>
            </a:r>
            <a:r>
              <a:rPr lang="pt-P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val="219782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AF187D9-43B4-BCEC-1672-FD9EE13C5993}"/>
              </a:ext>
            </a:extLst>
          </p:cNvPr>
          <p:cNvSpPr txBox="1"/>
          <p:nvPr/>
        </p:nvSpPr>
        <p:spPr>
          <a:xfrm>
            <a:off x="1693980" y="284958"/>
            <a:ext cx="97750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Satisfação dos Utentes no HGC  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2400472"/>
              </p:ext>
            </p:extLst>
          </p:nvPr>
        </p:nvGraphicFramePr>
        <p:xfrm>
          <a:off x="1312891" y="1209024"/>
          <a:ext cx="9225222" cy="4637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8978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1382234" y="221163"/>
            <a:ext cx="99733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Resposta das unidades às preocupações dos utentes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400"/>
            <a:endParaRPr lang="pt-BR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08793" y="1180162"/>
            <a:ext cx="1069203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Unidades Sanitárias dispõem de um Gabinete de Atendimento ao Utente, destinado a acolher, ouvir e encaminhar as preocupações, sugestões e reclamações dos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utentes.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gabinete tem como objetivo garantir que as preocupações dos utentes sejam registadas, analisadas e encaminhadas para a devida resolução.</a:t>
            </a:r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funcionar em articulação directa com a Direção da Unidade Sanitária, permitindo que os problemas identificados sejam avaliados e tomadas as medidas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necessárias.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informação recolhida junto dos utentes deve servir para identificar falhas e oportunidades de melhoria na prestação de serviços e cuidados de saúde.</a:t>
            </a:r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45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93114C0-E92A-2665-4919-33C14DF9AAFA}"/>
              </a:ext>
            </a:extLst>
          </p:cNvPr>
          <p:cNvSpPr txBox="1"/>
          <p:nvPr/>
        </p:nvSpPr>
        <p:spPr>
          <a:xfrm>
            <a:off x="1382234" y="221163"/>
            <a:ext cx="99733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Queixas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Elogios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notificados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HGC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400"/>
            <a:endParaRPr lang="pt-BR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graphicFrame>
        <p:nvGraphicFramePr>
          <p:cNvPr id="5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478727"/>
              </p:ext>
            </p:extLst>
          </p:nvPr>
        </p:nvGraphicFramePr>
        <p:xfrm>
          <a:off x="1403985" y="1003569"/>
          <a:ext cx="935480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702">
                  <a:extLst>
                    <a:ext uri="{9D8B030D-6E8A-4147-A177-3AD203B41FA5}">
                      <a16:colId xmlns:a16="http://schemas.microsoft.com/office/drawing/2014/main" xmlns="" val="970857801"/>
                    </a:ext>
                  </a:extLst>
                </a:gridCol>
                <a:gridCol w="2738760">
                  <a:extLst>
                    <a:ext uri="{9D8B030D-6E8A-4147-A177-3AD203B41FA5}">
                      <a16:colId xmlns:a16="http://schemas.microsoft.com/office/drawing/2014/main" xmlns="" val="3863712291"/>
                    </a:ext>
                  </a:extLst>
                </a:gridCol>
                <a:gridCol w="1938643">
                  <a:extLst>
                    <a:ext uri="{9D8B030D-6E8A-4147-A177-3AD203B41FA5}">
                      <a16:colId xmlns:a16="http://schemas.microsoft.com/office/drawing/2014/main" xmlns="" val="3335548998"/>
                    </a:ext>
                  </a:extLst>
                </a:gridCol>
                <a:gridCol w="2338702">
                  <a:extLst>
                    <a:ext uri="{9D8B030D-6E8A-4147-A177-3AD203B41FA5}">
                      <a16:colId xmlns:a16="http://schemas.microsoft.com/office/drawing/2014/main" xmlns="" val="988174814"/>
                    </a:ext>
                  </a:extLst>
                </a:gridCol>
              </a:tblGrid>
              <a:tr h="610931">
                <a:tc>
                  <a:txBody>
                    <a:bodyPr/>
                    <a:lstStyle/>
                    <a:p>
                      <a:r>
                        <a:rPr lang="pt-BR" dirty="0" smtClean="0"/>
                        <a:t>Elogios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Livro de sugestões e reclamações 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Chamadas 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Total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67267614"/>
                  </a:ext>
                </a:extLst>
              </a:tr>
              <a:tr h="353952">
                <a:tc>
                  <a:txBody>
                    <a:bodyPr/>
                    <a:lstStyle/>
                    <a:p>
                      <a:r>
                        <a:rPr lang="pt-BR" dirty="0" smtClean="0"/>
                        <a:t>                   58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               12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                02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       72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4853651"/>
                  </a:ext>
                </a:extLst>
              </a:tr>
            </a:tbl>
          </a:graphicData>
        </a:graphic>
      </p:graphicFrame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1401976" y="2152948"/>
            <a:ext cx="4609716" cy="438912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Principais queixas: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Demora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atendimento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  consultas Centro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aúde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PT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traso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início da actividade na consulta TARV centro de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saúde;</a:t>
            </a:r>
            <a:endParaRPr lang="pt-P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emora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atendimento na consulta de Medicina onde foi dada prioridade aos idosos;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usência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técnico na consulta de segunda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linha;</a:t>
            </a:r>
            <a:endParaRPr lang="en-US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usência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técnico na consulta de segunda linha;</a:t>
            </a:r>
            <a:endParaRPr lang="en-US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6232718" y="2128758"/>
            <a:ext cx="4609716" cy="4389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Principais Elogios: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atendimento na  Enfermaria de Medicina.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atendimento na porta </a:t>
            </a: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Centro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Saúde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atendimento na enfermaria de Maternidade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logio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o Banco de Socorros</a:t>
            </a:r>
            <a:r>
              <a:rPr lang="pt-PT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pt-PT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6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F31C6384-2FC1-1791-932E-01958C6FBA32}"/>
              </a:ext>
            </a:extLst>
          </p:cNvPr>
          <p:cNvSpPr>
            <a:spLocks noGrp="1"/>
          </p:cNvSpPr>
          <p:nvPr/>
        </p:nvSpPr>
        <p:spPr>
          <a:xfrm>
            <a:off x="1403985" y="280335"/>
            <a:ext cx="10100048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dirty="0" err="1">
                <a:solidFill>
                  <a:srgbClr val="14312B"/>
                </a:solidFill>
                <a:ea typeface="Arial" pitchFamily="34" charset="-122"/>
                <a:cs typeface="Arial" pitchFamily="34" charset="-120"/>
              </a:rPr>
              <a:t>Fluxo</a:t>
            </a:r>
            <a:r>
              <a:rPr lang="en-US" dirty="0">
                <a:solidFill>
                  <a:srgbClr val="14312B"/>
                </a:solidFill>
                <a:ea typeface="Arial" pitchFamily="34" charset="-122"/>
                <a:cs typeface="Arial" pitchFamily="34" charset="-120"/>
              </a:rPr>
              <a:t> de Gestão das </a:t>
            </a:r>
            <a:r>
              <a:rPr lang="en-US" dirty="0" err="1">
                <a:solidFill>
                  <a:srgbClr val="14312B"/>
                </a:solidFill>
                <a:ea typeface="Arial" pitchFamily="34" charset="-122"/>
                <a:cs typeface="Arial" pitchFamily="34" charset="-120"/>
              </a:rPr>
              <a:t>Queixas</a:t>
            </a:r>
            <a:r>
              <a:rPr lang="en-US" dirty="0">
                <a:solidFill>
                  <a:srgbClr val="14312B"/>
                </a:solidFill>
                <a:ea typeface="Arial" pitchFamily="34" charset="-122"/>
                <a:cs typeface="Arial" pitchFamily="34" charset="-120"/>
              </a:rPr>
              <a:t> dos </a:t>
            </a:r>
            <a:r>
              <a:rPr lang="en-US" dirty="0" err="1">
                <a:solidFill>
                  <a:srgbClr val="14312B"/>
                </a:solidFill>
                <a:ea typeface="Arial" pitchFamily="34" charset="-122"/>
                <a:cs typeface="Arial" pitchFamily="34" charset="-120"/>
              </a:rPr>
              <a:t>Utentes</a:t>
            </a:r>
            <a:endParaRPr lang="en-US" sz="2400" dirty="0"/>
          </a:p>
        </p:txBody>
      </p:sp>
      <p:sp>
        <p:nvSpPr>
          <p:cNvPr id="10" name="Shape 1"/>
          <p:cNvSpPr/>
          <p:nvPr/>
        </p:nvSpPr>
        <p:spPr>
          <a:xfrm>
            <a:off x="854271" y="2054116"/>
            <a:ext cx="1606550" cy="1739721"/>
          </a:xfrm>
          <a:prstGeom prst="roundRect">
            <a:avLst>
              <a:gd name="adj" fmla="val 6140"/>
            </a:avLst>
          </a:prstGeom>
          <a:solidFill>
            <a:srgbClr val="1A6B5F"/>
          </a:solidFill>
          <a:ln/>
        </p:spPr>
      </p:sp>
      <p:sp>
        <p:nvSpPr>
          <p:cNvPr id="11" name="Text 2"/>
          <p:cNvSpPr/>
          <p:nvPr/>
        </p:nvSpPr>
        <p:spPr>
          <a:xfrm>
            <a:off x="990600" y="2190930"/>
            <a:ext cx="1349988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C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3"/>
          <p:cNvSpPr/>
          <p:nvPr/>
        </p:nvSpPr>
        <p:spPr>
          <a:xfrm>
            <a:off x="990600" y="2491401"/>
            <a:ext cx="1349988" cy="21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Entrada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/>
          <p:cNvSpPr/>
          <p:nvPr/>
        </p:nvSpPr>
        <p:spPr>
          <a:xfrm>
            <a:off x="990600" y="2770260"/>
            <a:ext cx="1349988" cy="75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Queixa, reclamação, sugestão ou elogio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034615" y="1920442"/>
            <a:ext cx="1657711" cy="1850087"/>
          </a:xfrm>
          <a:prstGeom prst="roundRect">
            <a:avLst>
              <a:gd name="adj" fmla="val 5937"/>
            </a:avLst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3213858" y="2362056"/>
            <a:ext cx="1350024" cy="21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5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Recepção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3273802" y="2659965"/>
            <a:ext cx="1232930" cy="937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36906" indent="-136906" algn="l">
              <a:lnSpc>
                <a:spcPts val="1690"/>
              </a:lnSpc>
              <a:buSzPct val="100000"/>
              <a:buChar char="•"/>
            </a:pPr>
            <a:r>
              <a:rPr lang="en-US" sz="10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Telefone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6906" indent="-136906" algn="l">
              <a:lnSpc>
                <a:spcPts val="1690"/>
              </a:lnSpc>
              <a:buSzPct val="100000"/>
              <a:buChar char="•"/>
            </a:pPr>
            <a:r>
              <a:rPr lang="en-US" sz="10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Livro de reclamações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6906" indent="-136906" algn="l">
              <a:lnSpc>
                <a:spcPts val="1690"/>
              </a:lnSpc>
              <a:buSzPct val="100000"/>
              <a:buChar char="•"/>
            </a:pPr>
            <a:r>
              <a:rPr lang="en-US" sz="10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Atendimento presencial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5262526" y="2007935"/>
            <a:ext cx="1657675" cy="1675137"/>
          </a:xfrm>
          <a:prstGeom prst="roundRect">
            <a:avLst>
              <a:gd name="adj" fmla="val 5938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423804" y="2035910"/>
            <a:ext cx="1349988" cy="300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500" b="1" dirty="0">
                <a:solidFill>
                  <a:srgbClr val="1A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441770" y="2316199"/>
            <a:ext cx="1349988" cy="405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5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Registo e análise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5501592" y="2738509"/>
            <a:ext cx="1349988" cy="57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Gabinete de Atendimento ao Utente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7490402" y="1602329"/>
            <a:ext cx="1657711" cy="2486350"/>
          </a:xfrm>
          <a:prstGeom prst="roundRect">
            <a:avLst>
              <a:gd name="adj" fmla="val 5937"/>
            </a:avLst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669646" y="1781572"/>
            <a:ext cx="1350024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b="1" dirty="0">
                <a:solidFill>
                  <a:srgbClr val="1A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669646" y="2082042"/>
            <a:ext cx="1350024" cy="21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0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Resolução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669646" y="2360901"/>
            <a:ext cx="1350024" cy="75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Caso simples:</a:t>
            </a:r>
            <a:r>
              <a:rPr lang="en-US" sz="12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resolvido pelo responsável do gabinete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7669646" y="3179618"/>
            <a:ext cx="1350024" cy="75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Caso complexo:</a:t>
            </a:r>
            <a:r>
              <a:rPr lang="en-US" sz="12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encaminhado à Directora para decisão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9589834" y="1759490"/>
            <a:ext cx="1914199" cy="2329189"/>
          </a:xfrm>
          <a:prstGeom prst="roundRect">
            <a:avLst>
              <a:gd name="adj" fmla="val 5937"/>
            </a:avLst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871921" y="1900057"/>
            <a:ext cx="1350024" cy="278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500" b="1" dirty="0">
                <a:solidFill>
                  <a:srgbClr val="1A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9897558" y="2267202"/>
            <a:ext cx="1350024" cy="405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500" b="1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Feedback ao utente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9897558" y="2693771"/>
            <a:ext cx="1350024" cy="75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ts val="1690"/>
              </a:lnSpc>
              <a:buNone/>
            </a:pPr>
            <a:r>
              <a:rPr lang="en-US" sz="1500" dirty="0">
                <a:solidFill>
                  <a:srgbClr val="1431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Comunicação do desfecho e pedido de desculpas, quando aplicável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812800" y="4498254"/>
            <a:ext cx="10566400" cy="904659"/>
          </a:xfrm>
          <a:prstGeom prst="roundRect">
            <a:avLst>
              <a:gd name="adj" fmla="val 11231"/>
            </a:avLst>
          </a:prstGeom>
          <a:solidFill>
            <a:srgbClr val="14312B"/>
          </a:solidFill>
          <a:ln/>
        </p:spPr>
      </p:sp>
      <p:sp>
        <p:nvSpPr>
          <p:cNvPr id="31" name="Text 27"/>
          <p:cNvSpPr/>
          <p:nvPr/>
        </p:nvSpPr>
        <p:spPr>
          <a:xfrm>
            <a:off x="1117600" y="4701454"/>
            <a:ext cx="10255504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000" b="1" dirty="0">
                <a:solidFill>
                  <a:srgbClr val="F3C5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Medidas aplicáveis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1117600" y="4989224"/>
            <a:ext cx="10255504" cy="235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Resolução, procedimento administrativo/legal e responsabilização, quando necessário.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"/>
          <p:cNvSpPr/>
          <p:nvPr/>
        </p:nvSpPr>
        <p:spPr>
          <a:xfrm>
            <a:off x="3166506" y="2074286"/>
            <a:ext cx="1349988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C58A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eta para a direita 33"/>
          <p:cNvSpPr/>
          <p:nvPr/>
        </p:nvSpPr>
        <p:spPr>
          <a:xfrm>
            <a:off x="2645966" y="2845485"/>
            <a:ext cx="310861" cy="179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5" name="Seta para a direita 34"/>
          <p:cNvSpPr/>
          <p:nvPr/>
        </p:nvSpPr>
        <p:spPr>
          <a:xfrm>
            <a:off x="9244450" y="2803264"/>
            <a:ext cx="310861" cy="179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Seta para a direita 35"/>
          <p:cNvSpPr/>
          <p:nvPr/>
        </p:nvSpPr>
        <p:spPr>
          <a:xfrm>
            <a:off x="7114111" y="2818480"/>
            <a:ext cx="310861" cy="179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Seta para a direita 36"/>
          <p:cNvSpPr/>
          <p:nvPr/>
        </p:nvSpPr>
        <p:spPr>
          <a:xfrm>
            <a:off x="4876117" y="2808551"/>
            <a:ext cx="310861" cy="179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198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71E5213-67D7-62F9-547B-DF0C7F4D6C54}"/>
              </a:ext>
            </a:extLst>
          </p:cNvPr>
          <p:cNvSpPr txBox="1"/>
          <p:nvPr/>
        </p:nvSpPr>
        <p:spPr>
          <a:xfrm>
            <a:off x="2416994" y="221163"/>
            <a:ext cx="77264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impacto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da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centralidade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no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paciente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sp>
        <p:nvSpPr>
          <p:cNvPr id="5" name="Text 2"/>
          <p:cNvSpPr txBox="1"/>
          <p:nvPr/>
        </p:nvSpPr>
        <p:spPr>
          <a:xfrm>
            <a:off x="552350" y="1321747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1239546" y="1321747"/>
            <a:ext cx="656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Maior adesão terapêutica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Pacientes informados e envolvidos em decisões partilhadas compreendem melhor o diagnóstico e cumprem as prescrições de forma mais rigorosa.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35747" y="285667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1247465" y="2835493"/>
            <a:ext cx="65552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Redução de incidentes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família atua como barreira extra de segurança: valida procedimentos e medicamentos e relata alterações no estado do paciente em tempo real.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16954" y="4397149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1147133" y="4375500"/>
            <a:ext cx="66555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Resultados clínicos positivos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1D2D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Ambientes humanizados diminuem o stress hospitalar, o que pode contribuir para menor tempo de internamento e maior satisfação global.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13183" y="1191492"/>
            <a:ext cx="3660552" cy="466898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379553" y="1321747"/>
            <a:ext cx="3225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Na prática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476262" y="1763198"/>
            <a:ext cx="3334394" cy="374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Explicar diagnóstico e opções em linguagem acessível.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Confirmar a compreensão: pedir ao doente que explique por palavras suas.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Envolver a família quando adequado.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Respeitar preferências e valores.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Recolher regularmente a opinião dos utentes.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7354D0C-5457-C632-DE00-A712CE83E86E}"/>
              </a:ext>
            </a:extLst>
          </p:cNvPr>
          <p:cNvSpPr txBox="1"/>
          <p:nvPr/>
        </p:nvSpPr>
        <p:spPr>
          <a:xfrm>
            <a:off x="2416994" y="221163"/>
            <a:ext cx="8662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Intervenções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para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melhores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resultados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sp>
        <p:nvSpPr>
          <p:cNvPr id="4" name="Text 2"/>
          <p:cNvSpPr txBox="1"/>
          <p:nvPr/>
        </p:nvSpPr>
        <p:spPr>
          <a:xfrm>
            <a:off x="1258126" y="91881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Qualidade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/>
          <p:cNvSpPr txBox="1"/>
          <p:nvPr/>
        </p:nvSpPr>
        <p:spPr>
          <a:xfrm>
            <a:off x="193965" y="1462556"/>
            <a:ext cx="3214253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5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Monitorização e auditoria contínua de indicadores de saúde, com ciclos de melhoria como rotina.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Prontuários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Eletrónicos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do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Paciente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(PEP)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integrados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com formação e atenção à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usabilidade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Protocolos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baseados em evidência científica, padronizados mas flexíveis à realidade local.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/>
          <p:cNvSpPr txBox="1"/>
          <p:nvPr/>
        </p:nvSpPr>
        <p:spPr>
          <a:xfrm>
            <a:off x="3963658" y="9577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Segurança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3963657" y="1462556"/>
            <a:ext cx="358707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5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Cumprimento rigoroso das Metas Internacionais de Segurança do Doente (confirmar a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lista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actual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Sistema de notificação e análise de incidentes simples, confidencial e não punitivo.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Medicação segura, higiene das mãos e prevenção de infeções e quedas.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/>
          <p:cNvSpPr txBox="1"/>
          <p:nvPr/>
        </p:nvSpPr>
        <p:spPr>
          <a:xfrm>
            <a:off x="8093121" y="930087"/>
            <a:ext cx="2809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Humanização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2"/>
          <p:cNvSpPr txBox="1"/>
          <p:nvPr/>
        </p:nvSpPr>
        <p:spPr>
          <a:xfrm>
            <a:off x="7966364" y="1440873"/>
            <a:ext cx="3934691" cy="281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5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Escuta sistemática e anamnese que considere fatores socioemocionais.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Equipas multidisciplinares focadas no cuidado holístico.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SzPct val="100000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Adequação ambiental (privacidade, sinalização, conforto) e acolhimento estruturado de doentes e familiares.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50" y="1317836"/>
            <a:ext cx="2496444" cy="433134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4" t="12780" b="16773"/>
          <a:stretch/>
        </p:blipFill>
        <p:spPr>
          <a:xfrm>
            <a:off x="373765" y="1317836"/>
            <a:ext cx="2540885" cy="4331348"/>
          </a:xfrm>
          <a:prstGeom prst="rect">
            <a:avLst/>
          </a:prstGeom>
        </p:spPr>
      </p:pic>
      <p:pic>
        <p:nvPicPr>
          <p:cNvPr id="8" name="Picture 2" descr="C:\Users\MISAU\Documents\dr fotos\FOTOS DE CHAMANCULO\fotossss\IMG_1356.jpg"/>
          <p:cNvPicPr>
            <a:picLocks noChangeAspect="1" noChangeArrowheads="1"/>
          </p:cNvPicPr>
          <p:nvPr/>
        </p:nvPicPr>
        <p:blipFill rotWithShape="1">
          <a:blip r:embed="rId4" cstate="print"/>
          <a:srcRect l="24658"/>
          <a:stretch/>
        </p:blipFill>
        <p:spPr bwMode="auto">
          <a:xfrm>
            <a:off x="8634838" y="1317836"/>
            <a:ext cx="3052337" cy="4331348"/>
          </a:xfrm>
          <a:prstGeom prst="rect">
            <a:avLst/>
          </a:prstGeom>
          <a:noFill/>
        </p:spPr>
      </p:pic>
      <p:sp>
        <p:nvSpPr>
          <p:cNvPr id="2" name="Retângulo 1"/>
          <p:cNvSpPr/>
          <p:nvPr/>
        </p:nvSpPr>
        <p:spPr>
          <a:xfrm>
            <a:off x="8989878" y="948504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Satisfatometro</a:t>
            </a:r>
            <a:endParaRPr lang="pt-PT" dirty="0"/>
          </a:p>
        </p:txBody>
      </p:sp>
      <p:sp>
        <p:nvSpPr>
          <p:cNvPr id="9" name="Retângulo 8"/>
          <p:cNvSpPr/>
          <p:nvPr/>
        </p:nvSpPr>
        <p:spPr>
          <a:xfrm>
            <a:off x="2550746" y="948504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Contactos e linha verde</a:t>
            </a:r>
            <a:endParaRPr lang="pt-PT" dirty="0"/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4" t="24370" r="12560" b="42857"/>
          <a:stretch/>
        </p:blipFill>
        <p:spPr>
          <a:xfrm>
            <a:off x="5411094" y="1317836"/>
            <a:ext cx="3223744" cy="4331348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4162872" y="158757"/>
            <a:ext cx="8395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Acções de Melhorias</a:t>
            </a:r>
            <a:endParaRPr lang="pt-PT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46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601" y="1708317"/>
            <a:ext cx="2822134" cy="461107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735" y="1729154"/>
            <a:ext cx="2542780" cy="461107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3130" y="1765301"/>
            <a:ext cx="2516107" cy="4538784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6" r="38906" b="8686"/>
          <a:stretch/>
        </p:blipFill>
        <p:spPr>
          <a:xfrm>
            <a:off x="612401" y="1765301"/>
            <a:ext cx="3378200" cy="4538784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6912173" y="1100896"/>
            <a:ext cx="2408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Divulgação dos direitos e deveres de utentes</a:t>
            </a:r>
            <a:endParaRPr lang="pt-PT" dirty="0"/>
          </a:p>
        </p:txBody>
      </p:sp>
      <p:sp>
        <p:nvSpPr>
          <p:cNvPr id="12" name="Retângulo 11"/>
          <p:cNvSpPr/>
          <p:nvPr/>
        </p:nvSpPr>
        <p:spPr>
          <a:xfrm>
            <a:off x="1432806" y="1338985"/>
            <a:ext cx="21595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Livro de Reclamação</a:t>
            </a:r>
            <a:endParaRPr lang="pt-PT" dirty="0"/>
          </a:p>
        </p:txBody>
      </p:sp>
      <p:sp>
        <p:nvSpPr>
          <p:cNvPr id="13" name="Retângulo 12"/>
          <p:cNvSpPr/>
          <p:nvPr/>
        </p:nvSpPr>
        <p:spPr>
          <a:xfrm>
            <a:off x="4319013" y="13598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Normas de </a:t>
            </a:r>
            <a:r>
              <a:rPr lang="pt-PT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Cortezia</a:t>
            </a:r>
            <a:endParaRPr lang="pt-PT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3918372" y="305648"/>
            <a:ext cx="8395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Acções de Melhorias</a:t>
            </a:r>
            <a:endParaRPr lang="pt-PT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04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5CDCB32-7B67-C829-2FFC-548D4B30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AE5259F-4583-3753-18AE-3ED376E2130C}"/>
              </a:ext>
            </a:extLst>
          </p:cNvPr>
          <p:cNvSpPr txBox="1"/>
          <p:nvPr/>
        </p:nvSpPr>
        <p:spPr>
          <a:xfrm>
            <a:off x="2416995" y="221163"/>
            <a:ext cx="6169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8409460-626D-3C44-B40F-F7CB58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sp>
        <p:nvSpPr>
          <p:cNvPr id="4" name="Rectangle 1"/>
          <p:cNvSpPr/>
          <p:nvPr/>
        </p:nvSpPr>
        <p:spPr>
          <a:xfrm>
            <a:off x="1027864" y="1125872"/>
            <a:ext cx="1065931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 conclusão as acções de melhoria na qualidade, segurança e humanização dos cuidados incluem capacitar os profissionais, melhorar a comunicação, prever erros, cumprir com protocolos de segurança, respeitar e ouvir os pacientes, garantir um ambiente adequado, promover o trabalho em equipe e utilizar reclamações e sugestões para corrigir falhas e melhorar continuamente os serviços de saúde.</a:t>
            </a:r>
            <a:endParaRPr lang="pt-PT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05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="" xmlns:a16="http://schemas.microsoft.com/office/drawing/2014/main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="" xmlns:a16="http://schemas.microsoft.com/office/drawing/2014/main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Obrigada</a:t>
            </a:r>
            <a:r>
              <a:rPr 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9415</TotalTime>
  <Words>1432</Words>
  <Application>Microsoft Office PowerPoint</Application>
  <PresentationFormat>Ecrã Panorâmico</PresentationFormat>
  <Paragraphs>167</Paragraphs>
  <Slides>20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20</vt:i4>
      </vt:variant>
    </vt:vector>
  </HeadingPairs>
  <TitlesOfParts>
    <vt:vector size="35" baseType="lpstr">
      <vt:lpstr>Arial Unicode MS</vt:lpstr>
      <vt:lpstr>MS PGothic</vt:lpstr>
      <vt:lpstr>Aptos</vt:lpstr>
      <vt:lpstr>Arial</vt:lpstr>
      <vt:lpstr>Arial Narrow</vt:lpstr>
      <vt:lpstr>Calibri</vt:lpstr>
      <vt:lpstr>Cambria</vt:lpstr>
      <vt:lpstr>Century Gothic</vt:lpstr>
      <vt:lpstr>Comic Sans MS</vt:lpstr>
      <vt:lpstr>Garet Bold</vt:lpstr>
      <vt:lpstr>Garet Bold Italics</vt:lpstr>
      <vt:lpstr>Times New Roman</vt:lpstr>
      <vt:lpstr>Wingdings</vt:lpstr>
      <vt:lpstr>Wingdings 3</vt:lpstr>
      <vt:lpstr>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Artur</cp:lastModifiedBy>
  <cp:revision>156</cp:revision>
  <dcterms:created xsi:type="dcterms:W3CDTF">2025-07-14T08:03:00Z</dcterms:created>
  <dcterms:modified xsi:type="dcterms:W3CDTF">2026-10-11T08:04:26Z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