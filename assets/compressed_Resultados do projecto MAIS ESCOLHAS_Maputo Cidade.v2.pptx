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tiff" ContentType="image/tiff"/>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4"/>
    <p:sldMasterId id="2147483663" r:id="rId5"/>
    <p:sldMasterId id="2147483676" r:id="rId6"/>
  </p:sldMasterIdLst>
  <p:notesMasterIdLst>
    <p:notesMasterId r:id="rId32"/>
  </p:notesMasterIdLst>
  <p:sldIdLst>
    <p:sldId id="259" r:id="rId7"/>
    <p:sldId id="327" r:id="rId8"/>
    <p:sldId id="267" r:id="rId9"/>
    <p:sldId id="4219" r:id="rId10"/>
    <p:sldId id="4220" r:id="rId11"/>
    <p:sldId id="4221" r:id="rId12"/>
    <p:sldId id="4222" r:id="rId13"/>
    <p:sldId id="4226" r:id="rId14"/>
    <p:sldId id="4224" r:id="rId15"/>
    <p:sldId id="4227" r:id="rId16"/>
    <p:sldId id="4228" r:id="rId17"/>
    <p:sldId id="4229" r:id="rId18"/>
    <p:sldId id="4230" r:id="rId19"/>
    <p:sldId id="4231" r:id="rId20"/>
    <p:sldId id="4201" r:id="rId21"/>
    <p:sldId id="320" r:id="rId22"/>
    <p:sldId id="321" r:id="rId23"/>
    <p:sldId id="322" r:id="rId24"/>
    <p:sldId id="256" r:id="rId25"/>
    <p:sldId id="4216" r:id="rId26"/>
    <p:sldId id="4204" r:id="rId27"/>
    <p:sldId id="4203" r:id="rId28"/>
    <p:sldId id="4202" r:id="rId29"/>
    <p:sldId id="4205" r:id="rId30"/>
    <p:sldId id="4217" r:id="rId31"/>
  </p:sldIdLst>
  <p:sldSz cx="9144000" cy="5143500" type="screen16x9"/>
  <p:notesSz cx="5143500" cy="9144000"/>
  <p:embeddedFontLst>
    <p:embeddedFont>
      <p:font typeface="Amasis MT Pro Black" panose="02040A04050005020304" pitchFamily="18" charset="0"/>
      <p:bold r:id="rId33"/>
      <p:boldItalic r:id="rId34"/>
    </p:embeddedFont>
    <p:embeddedFont>
      <p:font typeface="Biome" panose="020B0503030204020804" pitchFamily="34" charset="0"/>
      <p:regular r:id="rId35"/>
    </p:embeddedFont>
    <p:embeddedFont>
      <p:font typeface="Georgia" panose="02040502050405020303" pitchFamily="18" charset="0"/>
      <p:regular r:id="rId36"/>
      <p:bold r:id="rId37"/>
      <p:italic r:id="rId38"/>
      <p:boldItalic r:id="rId39"/>
    </p:embeddedFont>
    <p:embeddedFont>
      <p:font typeface="Montserrat" panose="00000500000000000000" pitchFamily="2" charset="0"/>
      <p:regular r:id="rId40"/>
      <p:bold r:id="rId41"/>
      <p:italic r:id="rId42"/>
      <p:boldItalic r:id="rId43"/>
    </p:embeddedFont>
    <p:embeddedFont>
      <p:font typeface="Montserrat ExtraBold" panose="00000900000000000000" pitchFamily="2" charset="0"/>
      <p:bold r:id="rId44"/>
      <p:boldItalic r:id="rId45"/>
    </p:embeddedFont>
    <p:embeddedFont>
      <p:font typeface="Montserrat Medium" panose="00000600000000000000" pitchFamily="2" charset="0"/>
      <p:regular r:id="rId46"/>
      <p:italic r:id="rId47"/>
    </p:embeddedFont>
    <p:embeddedFont>
      <p:font typeface="Open Sans" panose="020B0606030504020204" pitchFamily="34" charset="0"/>
      <p:regular r:id="rId48"/>
      <p:bold r:id="rId49"/>
      <p:italic r:id="rId50"/>
      <p:boldItalic r:id="rId51"/>
    </p:embeddedFont>
    <p:embeddedFont>
      <p:font typeface="Roboto" panose="02000000000000000000" pitchFamily="2" charset="0"/>
      <p:regular r:id="rId52"/>
      <p:bold r:id="rId53"/>
    </p:embeddedFont>
    <p:embeddedFont>
      <p:font typeface="Segoe UI Emoji" panose="020B0502040204020203" pitchFamily="34" charset="0"/>
      <p:regular r:id="rId54"/>
    </p:embeddedFont>
    <p:embeddedFont>
      <p:font typeface="Segoe UI Symbol" panose="020B0502040204020203" pitchFamily="34" charset="0"/>
      <p:regular r:id="rId55"/>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44">
          <p15:clr>
            <a:srgbClr val="747775"/>
          </p15:clr>
        </p15:guide>
        <p15:guide id="2" pos="5616">
          <p15:clr>
            <a:srgbClr val="747775"/>
          </p15:clr>
        </p15:guide>
        <p15:guide id="3" pos="144">
          <p15:clr>
            <a:srgbClr val="747775"/>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77" roundtripDataSignature="AMtx7mir/eDa+h7nZdtuDmBcfRolRNsIDg=="/>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BA4ED209-ED4A-2A6B-71FF-48528146A3F7}" name="Luc Veken" initials="LV" userId="S::LVanderVeken@pathfinder.org::b2a348fa-ce5f-4070-9244-64f6e6570b02" providerId="AD"/>
  <p188:author id="{71E8B914-D77F-8381-7750-139B73612BB4}" name="Joaquim Fernando" initials="JF" userId="S::joaquim.fernando@pathfinder.org::b0252514-e776-43a9-8bde-d3949212ef55" providerId="AD"/>
  <p188:author id="{40ED84A9-4DAF-882B-CC12-405E69688E00}" name="Almeida Ribeiro" initials="AR" userId="S::aribeiro@pathfinder.org::f56ad00f-0c13-4a2d-968f-3224e86024a8" providerId="AD"/>
  <p188:author id="{72743DBC-9227-02EF-CD43-9755BE31A891}" name="Baltazar Chilundo" initials="BC" userId="S::baltazar.chilundo@pathfinder.org::d2ba15e7-ad0a-4096-bbd2-6674f2f36059"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3FCFF"/>
    <a:srgbClr val="E1F7FF"/>
    <a:srgbClr val="D1F3FF"/>
    <a:srgbClr val="0B2E6B"/>
    <a:srgbClr val="2F80ED"/>
    <a:srgbClr val="D0F0FE"/>
    <a:srgbClr val="0CCEC5"/>
    <a:srgbClr val="3B5CFF"/>
    <a:srgbClr val="BFDB49"/>
    <a:srgbClr val="C0E2C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8" d="100"/>
          <a:sy n="78" d="100"/>
        </p:scale>
        <p:origin x="940" y="52"/>
      </p:cViewPr>
      <p:guideLst>
        <p:guide orient="horz" pos="144"/>
        <p:guide pos="5616"/>
        <p:guide pos="144"/>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7.xml"/><Relationship Id="rId18" Type="http://schemas.openxmlformats.org/officeDocument/2006/relationships/slide" Target="slides/slide12.xml"/><Relationship Id="rId26" Type="http://schemas.openxmlformats.org/officeDocument/2006/relationships/slide" Target="slides/slide20.xml"/><Relationship Id="rId39" Type="http://schemas.openxmlformats.org/officeDocument/2006/relationships/font" Target="fonts/font7.fntdata"/><Relationship Id="rId21" Type="http://schemas.openxmlformats.org/officeDocument/2006/relationships/slide" Target="slides/slide15.xml"/><Relationship Id="rId34" Type="http://schemas.openxmlformats.org/officeDocument/2006/relationships/font" Target="fonts/font2.fntdata"/><Relationship Id="rId42" Type="http://schemas.openxmlformats.org/officeDocument/2006/relationships/font" Target="fonts/font10.fntdata"/><Relationship Id="rId47" Type="http://schemas.openxmlformats.org/officeDocument/2006/relationships/font" Target="fonts/font15.fntdata"/><Relationship Id="rId50" Type="http://schemas.openxmlformats.org/officeDocument/2006/relationships/font" Target="fonts/font18.fntdata"/><Relationship Id="rId55" Type="http://schemas.openxmlformats.org/officeDocument/2006/relationships/font" Target="fonts/font23.fntdata"/><Relationship Id="rId7" Type="http://schemas.openxmlformats.org/officeDocument/2006/relationships/slide" Target="slides/slide1.xml"/><Relationship Id="rId2" Type="http://schemas.openxmlformats.org/officeDocument/2006/relationships/customXml" Target="../customXml/item2.xml"/><Relationship Id="rId16" Type="http://schemas.openxmlformats.org/officeDocument/2006/relationships/slide" Target="slides/slide10.xml"/><Relationship Id="rId29" Type="http://schemas.openxmlformats.org/officeDocument/2006/relationships/slide" Target="slides/slide23.xml"/><Relationship Id="rId11" Type="http://schemas.openxmlformats.org/officeDocument/2006/relationships/slide" Target="slides/slide5.xml"/><Relationship Id="rId24" Type="http://schemas.openxmlformats.org/officeDocument/2006/relationships/slide" Target="slides/slide18.xml"/><Relationship Id="rId32" Type="http://schemas.openxmlformats.org/officeDocument/2006/relationships/notesMaster" Target="notesMasters/notesMaster1.xml"/><Relationship Id="rId37" Type="http://schemas.openxmlformats.org/officeDocument/2006/relationships/font" Target="fonts/font5.fntdata"/><Relationship Id="rId40" Type="http://schemas.openxmlformats.org/officeDocument/2006/relationships/font" Target="fonts/font8.fntdata"/><Relationship Id="rId45" Type="http://schemas.openxmlformats.org/officeDocument/2006/relationships/font" Target="fonts/font13.fntdata"/><Relationship Id="rId53" Type="http://schemas.openxmlformats.org/officeDocument/2006/relationships/font" Target="fonts/font21.fntdata"/><Relationship Id="rId79" Type="http://schemas.openxmlformats.org/officeDocument/2006/relationships/viewProps" Target="viewProps.xml"/><Relationship Id="rId5" Type="http://schemas.openxmlformats.org/officeDocument/2006/relationships/slideMaster" Target="slideMasters/slideMaster2.xml"/><Relationship Id="rId82" Type="http://schemas.microsoft.com/office/2018/10/relationships/authors" Target="authors.xml"/><Relationship Id="rId19" Type="http://schemas.openxmlformats.org/officeDocument/2006/relationships/slide" Target="slides/slide13.xml"/><Relationship Id="rId14" Type="http://schemas.openxmlformats.org/officeDocument/2006/relationships/slide" Target="slides/slide8.xml"/><Relationship Id="rId22" Type="http://schemas.openxmlformats.org/officeDocument/2006/relationships/slide" Target="slides/slide16.xml"/><Relationship Id="rId27" Type="http://schemas.openxmlformats.org/officeDocument/2006/relationships/slide" Target="slides/slide21.xml"/><Relationship Id="rId30" Type="http://schemas.openxmlformats.org/officeDocument/2006/relationships/slide" Target="slides/slide24.xml"/><Relationship Id="rId35" Type="http://schemas.openxmlformats.org/officeDocument/2006/relationships/font" Target="fonts/font3.fntdata"/><Relationship Id="rId43" Type="http://schemas.openxmlformats.org/officeDocument/2006/relationships/font" Target="fonts/font11.fntdata"/><Relationship Id="rId48" Type="http://schemas.openxmlformats.org/officeDocument/2006/relationships/font" Target="fonts/font16.fntdata"/><Relationship Id="rId77" Type="http://customschemas.google.com/relationships/presentationmetadata" Target="metadata"/><Relationship Id="rId8" Type="http://schemas.openxmlformats.org/officeDocument/2006/relationships/slide" Target="slides/slide2.xml"/><Relationship Id="rId51" Type="http://schemas.openxmlformats.org/officeDocument/2006/relationships/font" Target="fonts/font19.fntdata"/><Relationship Id="rId80" Type="http://schemas.openxmlformats.org/officeDocument/2006/relationships/theme" Target="theme/theme1.xml"/><Relationship Id="rId3" Type="http://schemas.openxmlformats.org/officeDocument/2006/relationships/customXml" Target="../customXml/item3.xml"/><Relationship Id="rId12" Type="http://schemas.openxmlformats.org/officeDocument/2006/relationships/slide" Target="slides/slide6.xml"/><Relationship Id="rId17" Type="http://schemas.openxmlformats.org/officeDocument/2006/relationships/slide" Target="slides/slide11.xml"/><Relationship Id="rId25" Type="http://schemas.openxmlformats.org/officeDocument/2006/relationships/slide" Target="slides/slide19.xml"/><Relationship Id="rId33" Type="http://schemas.openxmlformats.org/officeDocument/2006/relationships/font" Target="fonts/font1.fntdata"/><Relationship Id="rId38" Type="http://schemas.openxmlformats.org/officeDocument/2006/relationships/font" Target="fonts/font6.fntdata"/><Relationship Id="rId46" Type="http://schemas.openxmlformats.org/officeDocument/2006/relationships/font" Target="fonts/font14.fntdata"/><Relationship Id="rId20" Type="http://schemas.openxmlformats.org/officeDocument/2006/relationships/slide" Target="slides/slide14.xml"/><Relationship Id="rId41" Type="http://schemas.openxmlformats.org/officeDocument/2006/relationships/font" Target="fonts/font9.fntdata"/><Relationship Id="rId54" Type="http://schemas.openxmlformats.org/officeDocument/2006/relationships/font" Target="fonts/font22.fntdata"/><Relationship Id="rId1" Type="http://schemas.openxmlformats.org/officeDocument/2006/relationships/customXml" Target="../customXml/item1.xml"/><Relationship Id="rId6" Type="http://schemas.openxmlformats.org/officeDocument/2006/relationships/slideMaster" Target="slideMasters/slideMaster3.xml"/><Relationship Id="rId15" Type="http://schemas.openxmlformats.org/officeDocument/2006/relationships/slide" Target="slides/slide9.xml"/><Relationship Id="rId23" Type="http://schemas.openxmlformats.org/officeDocument/2006/relationships/slide" Target="slides/slide17.xml"/><Relationship Id="rId28" Type="http://schemas.openxmlformats.org/officeDocument/2006/relationships/slide" Target="slides/slide22.xml"/><Relationship Id="rId36" Type="http://schemas.openxmlformats.org/officeDocument/2006/relationships/font" Target="fonts/font4.fntdata"/><Relationship Id="rId49" Type="http://schemas.openxmlformats.org/officeDocument/2006/relationships/font" Target="fonts/font17.fntdata"/><Relationship Id="rId10" Type="http://schemas.openxmlformats.org/officeDocument/2006/relationships/slide" Target="slides/slide4.xml"/><Relationship Id="rId31" Type="http://schemas.openxmlformats.org/officeDocument/2006/relationships/slide" Target="slides/slide25.xml"/><Relationship Id="rId44" Type="http://schemas.openxmlformats.org/officeDocument/2006/relationships/font" Target="fonts/font12.fntdata"/><Relationship Id="rId52" Type="http://schemas.openxmlformats.org/officeDocument/2006/relationships/font" Target="fonts/font20.fntdata"/><Relationship Id="rId78" Type="http://schemas.openxmlformats.org/officeDocument/2006/relationships/presProps" Target="presProps.xml"/><Relationship Id="rId81"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88456618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
        <p:cNvGrpSpPr/>
        <p:nvPr/>
      </p:nvGrpSpPr>
      <p:grpSpPr>
        <a:xfrm>
          <a:off x="0" y="0"/>
          <a:ext cx="0" cy="0"/>
          <a:chOff x="0" y="0"/>
          <a:chExt cx="0" cy="0"/>
        </a:xfrm>
      </p:grpSpPr>
      <p:sp>
        <p:nvSpPr>
          <p:cNvPr id="112" name="Google Shape;112;g389d0d1ae5c_0_6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pt-PT"/>
          </a:p>
        </p:txBody>
      </p:sp>
      <p:sp>
        <p:nvSpPr>
          <p:cNvPr id="113" name="Google Shape;113;g389d0d1ae5c_0_6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pt" i="1"/>
              <a:t>Esta é a continuação de uma parceria de longa data com a Noruega para avançar nos direitos, escolhas e saúde sexual e reprodutiva de adolescentes e jovens em Moçambique.</a:t>
            </a:r>
          </a:p>
        </p:txBody>
      </p:sp>
      <p:sp>
        <p:nvSpPr>
          <p:cNvPr id="114" name="Google Shape;114;g389d0d1ae5c_0_6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pt-PT"/>
          </a:p>
        </p:txBody>
      </p:sp>
      <p:sp>
        <p:nvSpPr>
          <p:cNvPr id="3" name="Notes Placeholder 2"/>
          <p:cNvSpPr>
            <a:spLocks noGrp="1"/>
          </p:cNvSpPr>
          <p:nvPr>
            <p:ph type="body" idx="1"/>
          </p:nvPr>
        </p:nvSpPr>
        <p:spPr/>
        <p:txBody>
          <a:bodyPr/>
          <a:lstStyle/>
          <a:p>
            <a:r>
              <a:rPr lang="pt"/>
              <a:t>O que é Pathfinder? 7 provinces</a:t>
            </a:r>
          </a:p>
          <a:p>
            <a:endParaRPr lang="en-GB"/>
          </a:p>
          <a:p>
            <a:r>
              <a:rPr lang="pt"/>
              <a:t>Por que Mais Escolhas → O que a Noruega possibilitou → O que mudou para as meninas → O que mudou nos serviços → O que mudou no sistema → O que aprendemos → Por que a agenda inacabada importa.</a:t>
            </a:r>
          </a:p>
        </p:txBody>
      </p:sp>
      <p:sp>
        <p:nvSpPr>
          <p:cNvPr id="4" name="Slide Number Placeholder 3"/>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smtClean="0">
                <a:solidFill>
                  <a:schemeClr val="dk1"/>
                </a:solidFill>
                <a:latin typeface="Calibri"/>
                <a:ea typeface="Calibri"/>
                <a:cs typeface="Calibri"/>
                <a:sym typeface="Calibri"/>
              </a:rPr>
              <a:t>2</a:t>
            </a:fld>
            <a:endParaRPr lang="en-U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849984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059809-12B1-333D-4219-A8FC730132D5}"/>
            </a:ext>
          </a:extLst>
        </p:cNvPr>
        <p:cNvGrpSpPr/>
        <p:nvPr/>
      </p:nvGrpSpPr>
      <p:grpSpPr>
        <a:xfrm>
          <a:off x="0" y="0"/>
          <a:ext cx="0" cy="0"/>
          <a:chOff x="0" y="0"/>
          <a:chExt cx="0" cy="0"/>
        </a:xfrm>
      </p:grpSpPr>
      <p:sp>
        <p:nvSpPr>
          <p:cNvPr id="2" name="Marcador de Posição da Imagem do Diapositivo 1">
            <a:extLst>
              <a:ext uri="{FF2B5EF4-FFF2-40B4-BE49-F238E27FC236}">
                <a16:creationId xmlns:a16="http://schemas.microsoft.com/office/drawing/2014/main" id="{E63339F0-4B17-755D-AE95-F351E7E0CA88}"/>
              </a:ext>
            </a:extLst>
          </p:cNvPr>
          <p:cNvSpPr>
            <a:spLocks noGrp="1" noRot="1" noChangeAspect="1"/>
          </p:cNvSpPr>
          <p:nvPr>
            <p:ph type="sldImg"/>
          </p:nvPr>
        </p:nvSpPr>
        <p:spPr>
          <a:xfrm>
            <a:off x="-171450" y="1143000"/>
            <a:ext cx="5486400" cy="3086100"/>
          </a:xfrm>
          <a:prstGeom prst="rect">
            <a:avLst/>
          </a:prstGeom>
          <a:noFill/>
          <a:ln w="12700">
            <a:solidFill>
              <a:prstClr val="black"/>
            </a:solidFill>
          </a:ln>
        </p:spPr>
      </p:sp>
      <p:sp>
        <p:nvSpPr>
          <p:cNvPr id="3" name="Marcador de Posição de Notas 2">
            <a:extLst>
              <a:ext uri="{FF2B5EF4-FFF2-40B4-BE49-F238E27FC236}">
                <a16:creationId xmlns:a16="http://schemas.microsoft.com/office/drawing/2014/main" id="{ADC70412-4426-11DF-D129-1866D56F616E}"/>
              </a:ext>
            </a:extLst>
          </p:cNvPr>
          <p:cNvSpPr>
            <a:spLocks noGrp="1"/>
          </p:cNvSpPr>
          <p:nvPr>
            <p:ph type="body" idx="1"/>
          </p:nvPr>
        </p:nvSpPr>
        <p:spPr>
          <a:xfrm>
            <a:off x="514350" y="4400550"/>
            <a:ext cx="4114800" cy="3600450"/>
          </a:xfrm>
          <a:prstGeom prst="rect">
            <a:avLst/>
          </a:prstGeom>
        </p:spPr>
        <p:txBody>
          <a:bodyPr/>
          <a:lstStyle/>
          <a:p>
            <a:endParaRPr lang="pt-PT" dirty="0"/>
          </a:p>
        </p:txBody>
      </p:sp>
    </p:spTree>
    <p:extLst>
      <p:ext uri="{BB962C8B-B14F-4D97-AF65-F5344CB8AC3E}">
        <p14:creationId xmlns:p14="http://schemas.microsoft.com/office/powerpoint/2010/main" val="372948147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pt-PT"/>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smtClean="0">
                <a:solidFill>
                  <a:schemeClr val="dk1"/>
                </a:solidFill>
                <a:latin typeface="Calibri"/>
                <a:ea typeface="Calibri"/>
                <a:cs typeface="Calibri"/>
                <a:sym typeface="Calibri"/>
              </a:rPr>
              <a:t>16</a:t>
            </a:fld>
            <a:endParaRPr lang="en-U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76692905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pt-PT"/>
          </a:p>
        </p:txBody>
      </p:sp>
      <p:sp>
        <p:nvSpPr>
          <p:cNvPr id="3" name="Notes Placeholder 2"/>
          <p:cNvSpPr>
            <a:spLocks noGrp="1"/>
          </p:cNvSpPr>
          <p:nvPr>
            <p:ph type="body" idx="1"/>
          </p:nvPr>
        </p:nvSpPr>
        <p:spPr/>
        <p:txBody>
          <a:bodyPr/>
          <a:lstStyle/>
          <a:p>
            <a:endParaRPr lang="pt" dirty="0"/>
          </a:p>
        </p:txBody>
      </p:sp>
      <p:sp>
        <p:nvSpPr>
          <p:cNvPr id="4" name="Slide Number Placeholder 3"/>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smtClean="0">
                <a:solidFill>
                  <a:schemeClr val="dk1"/>
                </a:solidFill>
                <a:latin typeface="Calibri"/>
                <a:ea typeface="Calibri"/>
                <a:cs typeface="Calibri"/>
                <a:sym typeface="Calibri"/>
              </a:rPr>
              <a:t>17</a:t>
            </a:fld>
            <a:endParaRPr lang="en-U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420777671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pt-PT"/>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smtClean="0">
                <a:solidFill>
                  <a:schemeClr val="dk1"/>
                </a:solidFill>
                <a:latin typeface="Calibri"/>
                <a:ea typeface="Calibri"/>
                <a:cs typeface="Calibri"/>
                <a:sym typeface="Calibri"/>
              </a:rPr>
              <a:t>18</a:t>
            </a:fld>
            <a:endParaRPr lang="en-U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78536724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pt-PT"/>
          </a:p>
        </p:txBody>
      </p:sp>
      <p:sp>
        <p:nvSpPr>
          <p:cNvPr id="3" name="Notes Placeholder 2"/>
          <p:cNvSpPr>
            <a:spLocks noGrp="1"/>
          </p:cNvSpPr>
          <p:nvPr>
            <p:ph type="body" idx="1"/>
          </p:nvPr>
        </p:nvSpPr>
        <p:spPr/>
        <p:txBody>
          <a:bodyPr/>
          <a:lstStyle/>
          <a:p>
            <a:endParaRPr lang="pt" dirty="0"/>
          </a:p>
        </p:txBody>
      </p:sp>
      <p:sp>
        <p:nvSpPr>
          <p:cNvPr id="4" name="Slide Number Placeholder 3"/>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smtClean="0">
                <a:solidFill>
                  <a:schemeClr val="dk1"/>
                </a:solidFill>
                <a:latin typeface="Calibri"/>
                <a:ea typeface="Calibri"/>
                <a:cs typeface="Calibri"/>
                <a:sym typeface="Calibri"/>
              </a:rPr>
              <a:t>19</a:t>
            </a:fld>
            <a:endParaRPr lang="en-U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110618109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71450" y="1143000"/>
            <a:ext cx="5486400" cy="3086100"/>
          </a:xfrm>
          <a:prstGeom prst="rect">
            <a:avLst/>
          </a:prstGeom>
          <a:noFill/>
          <a:ln w="12700">
            <a:solidFill>
              <a:prstClr val="black"/>
            </a:solidFill>
          </a:ln>
        </p:spPr>
        <p:txBody>
          <a:bodyPr/>
          <a:lstStyle/>
          <a:p>
            <a:endParaRPr lang="pt-PT"/>
          </a:p>
        </p:txBody>
      </p:sp>
      <p:sp>
        <p:nvSpPr>
          <p:cNvPr id="3" name="Notes Placeholder 2"/>
          <p:cNvSpPr>
            <a:spLocks noGrp="1"/>
          </p:cNvSpPr>
          <p:nvPr>
            <p:ph type="body" idx="1"/>
          </p:nvPr>
        </p:nvSpPr>
        <p:spPr>
          <a:xfrm>
            <a:off x="514350" y="4400550"/>
            <a:ext cx="4114800" cy="3600450"/>
          </a:xfrm>
          <a:prstGeom prst="rect">
            <a:avLst/>
          </a:prstGeom>
        </p:spPr>
        <p:txBody>
          <a:bodyPr/>
          <a:lstStyle/>
          <a:p>
            <a:r>
              <a:rPr lang="en-US" dirty="0"/>
              <a:t>“</a:t>
            </a:r>
            <a:r>
              <a:rPr lang="en-US" dirty="0" err="1"/>
              <a:t>Os</a:t>
            </a:r>
            <a:r>
              <a:rPr lang="en-US" dirty="0"/>
              <a:t/>
            </a:r>
            <a:r>
              <a:rPr lang="en-US" dirty="0" err="1"/>
              <a:t>resultados</a:t>
            </a:r>
            <a:r>
              <a:rPr lang="en-US" dirty="0"/>
              <a:t/>
            </a:r>
            <a:r>
              <a:rPr lang="en-US" dirty="0" err="1"/>
              <a:t>alcançados</a:t>
            </a:r>
            <a:r>
              <a:rPr lang="en-US" dirty="0"/>
              <a:t/>
            </a:r>
            <a:r>
              <a:rPr lang="en-US" dirty="0" err="1"/>
              <a:t>são</a:t>
            </a:r>
            <a:r>
              <a:rPr lang="en-US" dirty="0"/>
              <a:t/>
            </a:r>
            <a:r>
              <a:rPr lang="en-US" dirty="0" err="1"/>
              <a:t>importantes</a:t>
            </a:r>
            <a:r>
              <a:rPr lang="en-US" dirty="0"/>
              <a:t>, mas </a:t>
            </a:r>
            <a:r>
              <a:rPr lang="en-US" dirty="0" err="1"/>
              <a:t>também</a:t>
            </a:r>
            <a:r>
              <a:rPr lang="en-US" dirty="0"/>
              <a:t/>
            </a:r>
            <a:r>
              <a:rPr lang="en-US" dirty="0" err="1"/>
              <a:t>nos</a:t>
            </a:r>
            <a:r>
              <a:rPr lang="en-US" dirty="0"/>
              <a:t/>
            </a:r>
            <a:r>
              <a:rPr lang="en-US" dirty="0" err="1"/>
              <a:t>permitem</a:t>
            </a:r>
            <a:r>
              <a:rPr lang="en-US" dirty="0"/>
              <a:t/>
            </a:r>
            <a:r>
              <a:rPr lang="en-US" dirty="0" err="1"/>
              <a:t>identificar</a:t>
            </a:r>
            <a:r>
              <a:rPr lang="en-US" dirty="0"/>
              <a:t/>
            </a:r>
            <a:r>
              <a:rPr lang="en-US" dirty="0" err="1"/>
              <a:t>desafios</a:t>
            </a:r>
            <a:r>
              <a:rPr lang="en-US" dirty="0"/>
              <a:t/>
            </a:r>
            <a:r>
              <a:rPr lang="en-US" dirty="0" err="1"/>
              <a:t>que</a:t>
            </a:r>
            <a:r>
              <a:rPr lang="en-US" dirty="0"/>
              <a:t/>
            </a:r>
            <a:r>
              <a:rPr lang="en-US" dirty="0" err="1"/>
              <a:t>precisam</a:t>
            </a:r>
            <a:r>
              <a:rPr lang="en-US" dirty="0"/>
              <a:t> de </a:t>
            </a:r>
            <a:r>
              <a:rPr lang="en-US" dirty="0" err="1"/>
              <a:t>atenção</a:t>
            </a:r>
            <a:r>
              <a:rPr lang="en-US" dirty="0"/>
              <a:t/>
            </a:r>
            <a:r>
              <a:rPr lang="en-US" dirty="0" err="1"/>
              <a:t>durante</a:t>
            </a:r>
            <a:r>
              <a:rPr lang="en-US" dirty="0"/>
              <a:t> a </a:t>
            </a:r>
            <a:r>
              <a:rPr lang="en-US" dirty="0" err="1"/>
              <a:t>fase</a:t>
            </a:r>
            <a:r>
              <a:rPr lang="en-US" dirty="0"/>
              <a:t> de </a:t>
            </a:r>
            <a:r>
              <a:rPr lang="en-US" dirty="0" err="1"/>
              <a:t>consolidação</a:t>
            </a:r>
            <a:r>
              <a:rPr lang="en-US" dirty="0"/>
              <a:t>.</a:t>
            </a:r>
          </a:p>
          <a:p>
            <a:r>
              <a:rPr lang="en-US" b="1" dirty="0"/>
              <a:t>O </a:t>
            </a:r>
            <a:r>
              <a:rPr lang="en-US" b="1" dirty="0" err="1"/>
              <a:t>primeiro</a:t>
            </a:r>
            <a:r>
              <a:rPr lang="en-US" b="1" dirty="0"/>
              <a:t> é a </a:t>
            </a:r>
            <a:r>
              <a:rPr lang="en-US" b="1" dirty="0" err="1"/>
              <a:t>disponibilidade</a:t>
            </a:r>
            <a:r>
              <a:rPr lang="en-US" b="1" dirty="0"/>
              <a:t> de </a:t>
            </a:r>
            <a:r>
              <a:rPr lang="en-US" b="1" dirty="0" err="1"/>
              <a:t>insumos</a:t>
            </a:r>
            <a:r>
              <a:rPr lang="en-US" b="1" dirty="0"/>
              <a:t>.</a:t>
            </a:r>
            <a:r>
              <a:rPr lang="en-US" dirty="0"/>
              <a:t> A </a:t>
            </a:r>
            <a:r>
              <a:rPr lang="en-US" dirty="0" err="1"/>
              <a:t>continuidade</a:t>
            </a:r>
            <a:r>
              <a:rPr lang="en-US" dirty="0"/>
              <a:t> dos </a:t>
            </a:r>
            <a:r>
              <a:rPr lang="en-US" dirty="0" err="1"/>
              <a:t>serviços</a:t>
            </a:r>
            <a:r>
              <a:rPr lang="en-US" dirty="0"/>
              <a:t/>
            </a:r>
            <a:r>
              <a:rPr lang="en-US" dirty="0" err="1"/>
              <a:t>depende</a:t>
            </a:r>
            <a:r>
              <a:rPr lang="en-US" dirty="0"/>
              <a:t> de contraceptivos, </a:t>
            </a:r>
            <a:r>
              <a:rPr lang="en-US" dirty="0" err="1"/>
              <a:t>medicamentos</a:t>
            </a:r>
            <a:r>
              <a:rPr lang="en-US" dirty="0"/>
              <a:t> e outros </a:t>
            </a:r>
            <a:r>
              <a:rPr lang="en-US" dirty="0" err="1"/>
              <a:t>consumíveis</a:t>
            </a:r>
            <a:r>
              <a:rPr lang="en-US" dirty="0"/>
              <a:t/>
            </a:r>
            <a:r>
              <a:rPr lang="en-US" dirty="0" err="1"/>
              <a:t>estarem</a:t>
            </a:r>
            <a:r>
              <a:rPr lang="en-US" dirty="0"/>
              <a:t/>
            </a:r>
            <a:r>
              <a:rPr lang="en-US" dirty="0" err="1"/>
              <a:t>disponíveis</a:t>
            </a:r>
            <a:r>
              <a:rPr lang="en-US" dirty="0"/>
              <a:t/>
            </a:r>
            <a:r>
              <a:rPr lang="en-US" dirty="0" err="1"/>
              <a:t>quando</a:t>
            </a:r>
            <a:r>
              <a:rPr lang="en-US" dirty="0"/>
              <a:t> e </a:t>
            </a:r>
            <a:r>
              <a:rPr lang="en-US" dirty="0" err="1"/>
              <a:t>onde</a:t>
            </a:r>
            <a:r>
              <a:rPr lang="en-US" dirty="0"/>
              <a:t/>
            </a:r>
            <a:r>
              <a:rPr lang="en-US" dirty="0" err="1"/>
              <a:t>são</a:t>
            </a:r>
            <a:r>
              <a:rPr lang="en-US" dirty="0"/>
              <a:t/>
            </a:r>
            <a:r>
              <a:rPr lang="en-US" dirty="0" err="1"/>
              <a:t>necessários</a:t>
            </a:r>
            <a:r>
              <a:rPr lang="en-US" dirty="0"/>
              <a:t>. A </a:t>
            </a:r>
            <a:r>
              <a:rPr lang="en-US" dirty="0" err="1"/>
              <a:t>experiência</a:t>
            </a:r>
            <a:r>
              <a:rPr lang="en-US" dirty="0"/>
              <a:t/>
            </a:r>
            <a:r>
              <a:rPr lang="en-US" dirty="0" err="1"/>
              <a:t>recente</a:t>
            </a:r>
            <a:r>
              <a:rPr lang="en-US" dirty="0"/>
              <a:t/>
            </a:r>
            <a:r>
              <a:rPr lang="en-US" dirty="0" err="1"/>
              <a:t>mostrou-nos</a:t>
            </a:r>
            <a:r>
              <a:rPr lang="en-US" dirty="0"/>
              <a:t/>
            </a:r>
            <a:r>
              <a:rPr lang="en-US" dirty="0" err="1"/>
              <a:t>como</a:t>
            </a:r>
            <a:r>
              <a:rPr lang="en-US" dirty="0"/>
              <a:t/>
            </a:r>
            <a:r>
              <a:rPr lang="en-US" dirty="0" err="1"/>
              <a:t>os</a:t>
            </a:r>
            <a:r>
              <a:rPr lang="en-US" dirty="0"/>
              <a:t/>
            </a:r>
            <a:r>
              <a:rPr lang="en-US" dirty="0" err="1"/>
              <a:t>resultados</a:t>
            </a:r>
            <a:r>
              <a:rPr lang="en-US" dirty="0"/>
              <a:t/>
            </a:r>
            <a:r>
              <a:rPr lang="en-US" dirty="0" err="1"/>
              <a:t>podem</a:t>
            </a:r>
            <a:r>
              <a:rPr lang="en-US" dirty="0"/>
              <a:t> ser </a:t>
            </a:r>
            <a:r>
              <a:rPr lang="en-US" dirty="0" err="1"/>
              <a:t>afectados</a:t>
            </a:r>
            <a:r>
              <a:rPr lang="en-US" dirty="0"/>
              <a:t/>
            </a:r>
            <a:r>
              <a:rPr lang="en-US" dirty="0" err="1"/>
              <a:t>quando</a:t>
            </a:r>
            <a:r>
              <a:rPr lang="en-US" dirty="0"/>
              <a:t/>
            </a:r>
            <a:r>
              <a:rPr lang="en-US" dirty="0" err="1"/>
              <a:t>esta</a:t>
            </a:r>
            <a:r>
              <a:rPr lang="en-US" dirty="0"/>
              <a:t/>
            </a:r>
            <a:r>
              <a:rPr lang="en-US" dirty="0" err="1"/>
              <a:t>cadeia</a:t>
            </a:r>
            <a:r>
              <a:rPr lang="en-US" dirty="0"/>
              <a:t> é </a:t>
            </a:r>
            <a:r>
              <a:rPr lang="en-US" dirty="0" err="1"/>
              <a:t>interrompida</a:t>
            </a:r>
            <a:r>
              <a:rPr lang="en-US" dirty="0"/>
              <a:t>.</a:t>
            </a:r>
          </a:p>
          <a:p>
            <a:r>
              <a:rPr lang="en-US" b="1" dirty="0"/>
              <a:t>O </a:t>
            </a:r>
            <a:r>
              <a:rPr lang="en-US" b="1" dirty="0" err="1"/>
              <a:t>segundo</a:t>
            </a:r>
            <a:r>
              <a:rPr lang="en-US" b="1" dirty="0"/>
              <a:t/>
            </a:r>
            <a:r>
              <a:rPr lang="en-US" b="1" dirty="0" err="1"/>
              <a:t>desafio</a:t>
            </a:r>
            <a:r>
              <a:rPr lang="en-US" b="1" dirty="0"/>
              <a:t> é a </a:t>
            </a:r>
            <a:r>
              <a:rPr lang="en-US" b="1" dirty="0" err="1"/>
              <a:t>logística</a:t>
            </a:r>
            <a:r>
              <a:rPr lang="en-US" b="1" dirty="0"/>
              <a:t>.</a:t>
            </a:r>
            <a:r>
              <a:rPr lang="en-US" dirty="0"/>
              <a:t> Em Cabo Delgado, </a:t>
            </a:r>
            <a:r>
              <a:rPr lang="en-US" dirty="0" err="1"/>
              <a:t>prestar</a:t>
            </a:r>
            <a:r>
              <a:rPr lang="en-US" dirty="0"/>
              <a:t/>
            </a:r>
            <a:r>
              <a:rPr lang="en-US" dirty="0" err="1"/>
              <a:t>serviços</a:t>
            </a:r>
            <a:r>
              <a:rPr lang="en-US" dirty="0"/>
              <a:t/>
            </a:r>
            <a:r>
              <a:rPr lang="en-US" dirty="0" err="1"/>
              <a:t>significa</a:t>
            </a:r>
            <a:r>
              <a:rPr lang="en-US" dirty="0"/>
              <a:t/>
            </a:r>
            <a:r>
              <a:rPr lang="en-US" dirty="0" err="1"/>
              <a:t>muitas</a:t>
            </a:r>
            <a:r>
              <a:rPr lang="en-US" dirty="0"/>
              <a:t/>
            </a:r>
            <a:r>
              <a:rPr lang="en-US" dirty="0" err="1"/>
              <a:t>vezes</a:t>
            </a:r>
            <a:r>
              <a:rPr lang="en-US" dirty="0"/>
              <a:t/>
            </a:r>
            <a:r>
              <a:rPr lang="en-US" dirty="0" err="1"/>
              <a:t>percorrer</a:t>
            </a:r>
            <a:r>
              <a:rPr lang="en-US" dirty="0"/>
              <a:t/>
            </a:r>
            <a:r>
              <a:rPr lang="en-US" dirty="0" err="1"/>
              <a:t>grandes</a:t>
            </a:r>
            <a:r>
              <a:rPr lang="en-US" dirty="0"/>
              <a:t/>
            </a:r>
            <a:r>
              <a:rPr lang="en-US" dirty="0" err="1"/>
              <a:t>distâncias</a:t>
            </a:r>
            <a:r>
              <a:rPr lang="en-US" dirty="0"/>
              <a:t> e </a:t>
            </a:r>
            <a:r>
              <a:rPr lang="en-US" dirty="0" err="1"/>
              <a:t>chegar</a:t>
            </a:r>
            <a:r>
              <a:rPr lang="en-US" dirty="0"/>
              <a:t> a comunidades </a:t>
            </a:r>
            <a:r>
              <a:rPr lang="en-US" dirty="0" err="1"/>
              <a:t>remotas</a:t>
            </a:r>
            <a:r>
              <a:rPr lang="en-US" dirty="0"/>
              <a:t/>
            </a:r>
            <a:r>
              <a:rPr lang="en-US" dirty="0" err="1"/>
              <a:t>ou</a:t>
            </a:r>
            <a:r>
              <a:rPr lang="en-US" dirty="0"/>
              <a:t/>
            </a:r>
            <a:r>
              <a:rPr lang="en-US" dirty="0" err="1"/>
              <a:t>populações</a:t>
            </a:r>
            <a:r>
              <a:rPr lang="en-US" dirty="0"/>
              <a:t/>
            </a:r>
            <a:r>
              <a:rPr lang="en-US" dirty="0" err="1"/>
              <a:t>deslocadas</a:t>
            </a:r>
            <a:r>
              <a:rPr lang="en-US" dirty="0"/>
              <a:t>. </a:t>
            </a:r>
            <a:r>
              <a:rPr lang="en-US" dirty="0" err="1"/>
              <a:t>Isso</a:t>
            </a:r>
            <a:r>
              <a:rPr lang="en-US" dirty="0"/>
              <a:t/>
            </a:r>
            <a:r>
              <a:rPr lang="en-US" dirty="0" err="1"/>
              <a:t>requer</a:t>
            </a:r>
            <a:r>
              <a:rPr lang="en-US" dirty="0"/>
              <a:t/>
            </a:r>
            <a:r>
              <a:rPr lang="en-US" dirty="0" err="1"/>
              <a:t>viaturas</a:t>
            </a:r>
            <a:r>
              <a:rPr lang="en-US" dirty="0"/>
              <a:t/>
            </a:r>
            <a:r>
              <a:rPr lang="en-US" dirty="0" err="1"/>
              <a:t>disponíveis</a:t>
            </a:r>
            <a:r>
              <a:rPr lang="en-US" dirty="0"/>
              <a:t>, </a:t>
            </a:r>
            <a:r>
              <a:rPr lang="en-US" dirty="0" err="1"/>
              <a:t>combustível</a:t>
            </a:r>
            <a:r>
              <a:rPr lang="en-US" dirty="0"/>
              <a:t>, </a:t>
            </a:r>
            <a:r>
              <a:rPr lang="en-US" dirty="0" err="1"/>
              <a:t>manutenção</a:t>
            </a:r>
            <a:r>
              <a:rPr lang="en-US" dirty="0"/>
              <a:t> e </a:t>
            </a:r>
            <a:r>
              <a:rPr lang="en-US" dirty="0" err="1"/>
              <a:t>capacidade</a:t>
            </a:r>
            <a:r>
              <a:rPr lang="en-US" dirty="0"/>
              <a:t/>
            </a:r>
            <a:r>
              <a:rPr lang="en-US" dirty="0" err="1"/>
              <a:t>operacional</a:t>
            </a:r>
            <a:r>
              <a:rPr lang="en-US" dirty="0"/>
              <a:t> para </a:t>
            </a:r>
            <a:r>
              <a:rPr lang="en-US" dirty="0" err="1"/>
              <a:t>movimentar</a:t>
            </a:r>
            <a:r>
              <a:rPr lang="en-US" dirty="0"/>
              <a:t/>
            </a:r>
            <a:r>
              <a:rPr lang="en-US" dirty="0" err="1"/>
              <a:t>equipas</a:t>
            </a:r>
            <a:r>
              <a:rPr lang="en-US" dirty="0"/>
              <a:t> e </a:t>
            </a:r>
            <a:r>
              <a:rPr lang="en-US" dirty="0" err="1"/>
              <a:t>insumos</a:t>
            </a:r>
            <a:r>
              <a:rPr lang="en-US" dirty="0"/>
              <a:t>.</a:t>
            </a:r>
          </a:p>
          <a:p>
            <a:r>
              <a:rPr lang="en-US" b="1" dirty="0"/>
              <a:t>O </a:t>
            </a:r>
            <a:r>
              <a:rPr lang="en-US" b="1" dirty="0" err="1"/>
              <a:t>terceiro</a:t>
            </a:r>
            <a:r>
              <a:rPr lang="en-US" b="1" dirty="0"/>
              <a:t> é a </a:t>
            </a:r>
            <a:r>
              <a:rPr lang="en-US" b="1" dirty="0" err="1"/>
              <a:t>continuidade</a:t>
            </a:r>
            <a:r>
              <a:rPr lang="en-US" b="1" dirty="0"/>
              <a:t> dos </a:t>
            </a:r>
            <a:r>
              <a:rPr lang="en-US" b="1" dirty="0" err="1"/>
              <a:t>serviços</a:t>
            </a:r>
            <a:r>
              <a:rPr lang="en-US" b="1" dirty="0"/>
              <a:t>.</a:t>
            </a:r>
            <a:r>
              <a:rPr lang="en-US" dirty="0"/>
              <a:t> A </a:t>
            </a:r>
            <a:r>
              <a:rPr lang="en-US" dirty="0" err="1"/>
              <a:t>redução</a:t>
            </a:r>
            <a:r>
              <a:rPr lang="en-US" dirty="0"/>
              <a:t> de </a:t>
            </a:r>
            <a:r>
              <a:rPr lang="en-US" dirty="0" err="1"/>
              <a:t>alguns</a:t>
            </a:r>
            <a:r>
              <a:rPr lang="en-US" dirty="0"/>
              <a:t/>
            </a:r>
            <a:r>
              <a:rPr lang="en-US" dirty="0" err="1"/>
              <a:t>indicadores</a:t>
            </a:r>
            <a:r>
              <a:rPr lang="en-US" dirty="0"/>
              <a:t> a </a:t>
            </a:r>
            <a:r>
              <a:rPr lang="en-US" dirty="0" err="1"/>
              <a:t>partir</a:t>
            </a:r>
            <a:r>
              <a:rPr lang="en-US" dirty="0"/>
              <a:t> do </a:t>
            </a:r>
            <a:r>
              <a:rPr lang="en-US" dirty="0" err="1"/>
              <a:t>segundo</a:t>
            </a:r>
            <a:r>
              <a:rPr lang="en-US" dirty="0"/>
              <a:t/>
            </a:r>
            <a:r>
              <a:rPr lang="en-US" dirty="0" err="1"/>
              <a:t>semestre</a:t>
            </a:r>
            <a:r>
              <a:rPr lang="en-US" dirty="0"/>
              <a:t> de 2025 </a:t>
            </a:r>
            <a:r>
              <a:rPr lang="en-US" dirty="0" err="1"/>
              <a:t>ocorreu</a:t>
            </a:r>
            <a:r>
              <a:rPr lang="en-US" dirty="0"/>
              <a:t> num </a:t>
            </a:r>
            <a:r>
              <a:rPr lang="en-US" dirty="0" err="1"/>
              <a:t>contexto</a:t>
            </a:r>
            <a:r>
              <a:rPr lang="en-US" dirty="0"/>
              <a:t> de </a:t>
            </a:r>
            <a:r>
              <a:rPr lang="en-US" dirty="0" err="1"/>
              <a:t>constrangimentos</a:t>
            </a:r>
            <a:r>
              <a:rPr lang="en-US" dirty="0"/>
              <a:t/>
            </a:r>
            <a:r>
              <a:rPr lang="en-US" dirty="0" err="1"/>
              <a:t>mais</a:t>
            </a:r>
            <a:r>
              <a:rPr lang="en-US" dirty="0"/>
              <a:t/>
            </a:r>
            <a:r>
              <a:rPr lang="en-US" dirty="0" err="1"/>
              <a:t>amplos</a:t>
            </a:r>
            <a:r>
              <a:rPr lang="en-US" dirty="0"/>
              <a:t/>
            </a:r>
            <a:r>
              <a:rPr lang="en-US" dirty="0" err="1"/>
              <a:t>na</a:t>
            </a:r>
            <a:r>
              <a:rPr lang="en-US" dirty="0"/>
              <a:t/>
            </a:r>
            <a:r>
              <a:rPr lang="en-US" dirty="0" err="1"/>
              <a:t>disponibilidade</a:t>
            </a:r>
            <a:r>
              <a:rPr lang="en-US" dirty="0"/>
              <a:t> de contraceptivos e </a:t>
            </a:r>
            <a:r>
              <a:rPr lang="en-US" dirty="0" err="1"/>
              <a:t>na</a:t>
            </a:r>
            <a:r>
              <a:rPr lang="en-US" dirty="0"/>
              <a:t/>
            </a:r>
            <a:r>
              <a:rPr lang="en-US" dirty="0" err="1"/>
              <a:t>logística</a:t>
            </a:r>
            <a:r>
              <a:rPr lang="en-US" dirty="0"/>
              <a:t>. Isto </a:t>
            </a:r>
            <a:r>
              <a:rPr lang="en-US" dirty="0" err="1"/>
              <a:t>mostra-nos</a:t>
            </a:r>
            <a:r>
              <a:rPr lang="en-US" dirty="0"/>
              <a:t/>
            </a:r>
            <a:r>
              <a:rPr lang="en-US" dirty="0" err="1"/>
              <a:t>que</a:t>
            </a:r>
            <a:r>
              <a:rPr lang="en-US" dirty="0"/>
              <a:t/>
            </a:r>
            <a:r>
              <a:rPr lang="en-US" dirty="0" err="1"/>
              <a:t>precisamos</a:t>
            </a:r>
            <a:r>
              <a:rPr lang="en-US" dirty="0"/>
              <a:t> de </a:t>
            </a:r>
            <a:r>
              <a:rPr lang="en-US" dirty="0" err="1"/>
              <a:t>sistemas</a:t>
            </a:r>
            <a:r>
              <a:rPr lang="en-US" dirty="0"/>
              <a:t/>
            </a:r>
            <a:r>
              <a:rPr lang="en-US" dirty="0" err="1"/>
              <a:t>capazes</a:t>
            </a:r>
            <a:r>
              <a:rPr lang="en-US" dirty="0"/>
              <a:t> de </a:t>
            </a:r>
            <a:r>
              <a:rPr lang="en-US" dirty="0" err="1"/>
              <a:t>proteger</a:t>
            </a:r>
            <a:r>
              <a:rPr lang="en-US" dirty="0"/>
              <a:t/>
            </a:r>
            <a:r>
              <a:rPr lang="en-US" dirty="0" err="1"/>
              <a:t>os</a:t>
            </a:r>
            <a:r>
              <a:rPr lang="en-US" dirty="0"/>
              <a:t/>
            </a:r>
            <a:r>
              <a:rPr lang="en-US" dirty="0" err="1"/>
              <a:t>ganhos</a:t>
            </a:r>
            <a:r>
              <a:rPr lang="en-US" dirty="0"/>
              <a:t/>
            </a:r>
            <a:r>
              <a:rPr lang="en-US" dirty="0" err="1"/>
              <a:t>mesmo</a:t>
            </a:r>
            <a:r>
              <a:rPr lang="en-US" dirty="0"/>
              <a:t/>
            </a:r>
            <a:r>
              <a:rPr lang="en-US" dirty="0" err="1"/>
              <a:t>quando</a:t>
            </a:r>
            <a:r>
              <a:rPr lang="en-US" dirty="0"/>
              <a:t/>
            </a:r>
            <a:r>
              <a:rPr lang="en-US" dirty="0" err="1"/>
              <a:t>ocorrem</a:t>
            </a:r>
            <a:r>
              <a:rPr lang="en-US" dirty="0"/>
              <a:t/>
            </a:r>
            <a:r>
              <a:rPr lang="en-US" dirty="0" err="1"/>
              <a:t>choques</a:t>
            </a:r>
            <a:r>
              <a:rPr lang="en-US" dirty="0"/>
              <a:t>.” </a:t>
            </a:r>
            <a:r>
              <a:rPr lang="en-US" dirty="0" err="1"/>
              <a:t>Resumo</a:t>
            </a:r>
            <a:r>
              <a:rPr lang="en-US" dirty="0"/>
              <a:t> do </a:t>
            </a:r>
            <a:r>
              <a:rPr lang="en-US" dirty="0" err="1"/>
              <a:t>Projeto</a:t>
            </a:r>
            <a:r>
              <a:rPr lang="en-US" dirty="0"/>
              <a:t> e Impacto Ger…</a:t>
            </a:r>
          </a:p>
          <a:p>
            <a:r>
              <a:rPr lang="en-US" dirty="0"/>
              <a:t>“</a:t>
            </a:r>
            <a:r>
              <a:rPr lang="en-US" b="1" dirty="0"/>
              <a:t>O quarto </a:t>
            </a:r>
            <a:r>
              <a:rPr lang="en-US" b="1" dirty="0" err="1"/>
              <a:t>desafio</a:t>
            </a:r>
            <a:r>
              <a:rPr lang="en-US" b="1" dirty="0"/>
              <a:t/>
            </a:r>
            <a:r>
              <a:rPr lang="en-US" b="1" dirty="0" err="1"/>
              <a:t>são</a:t>
            </a:r>
            <a:r>
              <a:rPr lang="en-US" b="1" dirty="0"/>
              <a:t/>
            </a:r>
            <a:r>
              <a:rPr lang="en-US" b="1" dirty="0" err="1"/>
              <a:t>os</a:t>
            </a:r>
            <a:r>
              <a:rPr lang="en-US" b="1" dirty="0"/>
              <a:t> dados.</a:t>
            </a:r>
            <a:r>
              <a:rPr lang="en-US" dirty="0"/>
              <a:t> A </a:t>
            </a:r>
            <a:r>
              <a:rPr lang="en-US" dirty="0" err="1"/>
              <a:t>introdução</a:t>
            </a:r>
            <a:r>
              <a:rPr lang="en-US" dirty="0"/>
              <a:t> de </a:t>
            </a:r>
            <a:r>
              <a:rPr lang="en-US" dirty="0" err="1"/>
              <a:t>novas</a:t>
            </a:r>
            <a:r>
              <a:rPr lang="en-US" dirty="0"/>
              <a:t/>
            </a:r>
            <a:r>
              <a:rPr lang="en-US" dirty="0" err="1"/>
              <a:t>definições</a:t>
            </a:r>
            <a:r>
              <a:rPr lang="en-US" dirty="0"/>
              <a:t> no SISMA a </a:t>
            </a:r>
            <a:r>
              <a:rPr lang="en-US" dirty="0" err="1"/>
              <a:t>partir</a:t>
            </a:r>
            <a:r>
              <a:rPr lang="en-US" dirty="0"/>
              <a:t> de </a:t>
            </a:r>
            <a:r>
              <a:rPr lang="en-US" dirty="0" err="1"/>
              <a:t>Fevereiro</a:t>
            </a:r>
            <a:r>
              <a:rPr lang="en-US" dirty="0"/>
              <a:t> de 2026 </a:t>
            </a:r>
            <a:r>
              <a:rPr lang="en-US" dirty="0" err="1"/>
              <a:t>trouxe</a:t>
            </a:r>
            <a:r>
              <a:rPr lang="en-US" dirty="0"/>
              <a:t/>
            </a:r>
            <a:r>
              <a:rPr lang="en-US" dirty="0" err="1"/>
              <a:t>melhorias</a:t>
            </a:r>
            <a:r>
              <a:rPr lang="en-US" dirty="0"/>
              <a:t/>
            </a:r>
            <a:r>
              <a:rPr lang="en-US" dirty="0" err="1"/>
              <a:t>importantes</a:t>
            </a:r>
            <a:r>
              <a:rPr lang="en-US" dirty="0"/>
              <a:t>, mas </a:t>
            </a:r>
            <a:r>
              <a:rPr lang="en-US" dirty="0" err="1"/>
              <a:t>também</a:t>
            </a:r>
            <a:r>
              <a:rPr lang="en-US" dirty="0"/>
              <a:t/>
            </a:r>
            <a:r>
              <a:rPr lang="en-US" dirty="0" err="1"/>
              <a:t>exige</a:t>
            </a:r>
            <a:r>
              <a:rPr lang="en-US" dirty="0"/>
              <a:t/>
            </a:r>
            <a:r>
              <a:rPr lang="en-US" dirty="0" err="1"/>
              <a:t>harmonização</a:t>
            </a:r>
            <a:r>
              <a:rPr lang="en-US" dirty="0"/>
              <a:t>, </a:t>
            </a:r>
            <a:r>
              <a:rPr lang="en-US" dirty="0" err="1"/>
              <a:t>capacitação</a:t>
            </a:r>
            <a:r>
              <a:rPr lang="en-US" dirty="0"/>
              <a:t> e cautela </a:t>
            </a:r>
            <a:r>
              <a:rPr lang="en-US" dirty="0" err="1"/>
              <a:t>quando</a:t>
            </a:r>
            <a:r>
              <a:rPr lang="en-US" dirty="0"/>
              <a:t/>
            </a:r>
            <a:r>
              <a:rPr lang="en-US" dirty="0" err="1"/>
              <a:t>comparamos</a:t>
            </a:r>
            <a:r>
              <a:rPr lang="en-US" dirty="0"/>
              <a:t/>
            </a:r>
            <a:r>
              <a:rPr lang="en-US" dirty="0" err="1"/>
              <a:t>períodos</a:t>
            </a:r>
            <a:r>
              <a:rPr lang="en-US" dirty="0"/>
              <a:t> antes e </a:t>
            </a:r>
            <a:r>
              <a:rPr lang="en-US" dirty="0" err="1"/>
              <a:t>depois</a:t>
            </a:r>
            <a:r>
              <a:rPr lang="en-US" dirty="0"/>
              <a:t> dessas </a:t>
            </a:r>
            <a:r>
              <a:rPr lang="en-US" dirty="0" err="1"/>
              <a:t>alterações</a:t>
            </a:r>
            <a:r>
              <a:rPr lang="en-US" dirty="0"/>
              <a:t>.” </a:t>
            </a:r>
            <a:r>
              <a:rPr lang="en-US" dirty="0" err="1"/>
              <a:t>Resumo</a:t>
            </a:r>
            <a:r>
              <a:rPr lang="en-US" dirty="0"/>
              <a:t> do </a:t>
            </a:r>
            <a:r>
              <a:rPr lang="en-US" dirty="0" err="1"/>
              <a:t>Projeto</a:t>
            </a:r>
            <a:r>
              <a:rPr lang="en-US" dirty="0"/>
              <a:t> e Impacto Ger…</a:t>
            </a:r>
          </a:p>
          <a:p>
            <a:r>
              <a:rPr lang="en-US" dirty="0"/>
              <a:t>“</a:t>
            </a:r>
            <a:r>
              <a:rPr lang="en-US" b="1" dirty="0"/>
              <a:t>O quinto é a </a:t>
            </a:r>
            <a:r>
              <a:rPr lang="en-US" b="1" dirty="0" err="1"/>
              <a:t>equidade</a:t>
            </a:r>
            <a:r>
              <a:rPr lang="en-US" b="1" dirty="0"/>
              <a:t>.</a:t>
            </a:r>
            <a:r>
              <a:rPr lang="en-US" dirty="0"/>
              <a:t/>
            </a:r>
            <a:r>
              <a:rPr lang="en-US" dirty="0" err="1"/>
              <a:t>Os</a:t>
            </a:r>
            <a:r>
              <a:rPr lang="en-US" dirty="0"/>
              <a:t/>
            </a:r>
            <a:r>
              <a:rPr lang="en-US" dirty="0" err="1"/>
              <a:t>nossos</a:t>
            </a:r>
            <a:r>
              <a:rPr lang="en-US" dirty="0"/>
              <a:t/>
            </a:r>
            <a:r>
              <a:rPr lang="en-US" dirty="0" err="1"/>
              <a:t>próprios</a:t>
            </a:r>
            <a:r>
              <a:rPr lang="en-US" dirty="0"/>
              <a:t/>
            </a:r>
            <a:r>
              <a:rPr lang="en-US" dirty="0" err="1"/>
              <a:t>resultados</a:t>
            </a:r>
            <a:r>
              <a:rPr lang="en-US" dirty="0"/>
              <a:t/>
            </a:r>
            <a:r>
              <a:rPr lang="en-US" dirty="0" err="1"/>
              <a:t>mostram</a:t>
            </a:r>
            <a:r>
              <a:rPr lang="en-US" dirty="0"/>
              <a:t/>
            </a:r>
            <a:r>
              <a:rPr lang="en-US" dirty="0" err="1"/>
              <a:t>que</a:t>
            </a:r>
            <a:r>
              <a:rPr lang="en-US" dirty="0"/>
              <a:t/>
            </a:r>
            <a:r>
              <a:rPr lang="en-US" dirty="0" err="1"/>
              <a:t>os</a:t>
            </a:r>
            <a:r>
              <a:rPr lang="en-US" dirty="0"/>
              <a:t/>
            </a:r>
            <a:r>
              <a:rPr lang="en-US" dirty="0" err="1"/>
              <a:t>distritos</a:t>
            </a:r>
            <a:r>
              <a:rPr lang="en-US" dirty="0"/>
              <a:t/>
            </a:r>
            <a:r>
              <a:rPr lang="en-US" dirty="0" err="1"/>
              <a:t>não</a:t>
            </a:r>
            <a:r>
              <a:rPr lang="en-US" dirty="0"/>
              <a:t/>
            </a:r>
            <a:r>
              <a:rPr lang="en-US" dirty="0" err="1"/>
              <a:t>evoluem</a:t>
            </a:r>
            <a:r>
              <a:rPr lang="en-US" dirty="0"/>
              <a:t/>
            </a:r>
            <a:r>
              <a:rPr lang="en-US" dirty="0" err="1"/>
              <a:t>todos</a:t>
            </a:r>
            <a:r>
              <a:rPr lang="en-US" dirty="0"/>
              <a:t> da </a:t>
            </a:r>
            <a:r>
              <a:rPr lang="en-US" dirty="0" err="1"/>
              <a:t>mesma</a:t>
            </a:r>
            <a:r>
              <a:rPr lang="en-US" dirty="0"/>
              <a:t> forma. </a:t>
            </a:r>
            <a:r>
              <a:rPr lang="en-US" dirty="0" err="1"/>
              <a:t>Precisamos</a:t>
            </a:r>
            <a:r>
              <a:rPr lang="en-US" dirty="0"/>
              <a:t/>
            </a:r>
            <a:r>
              <a:rPr lang="en-US" dirty="0" err="1"/>
              <a:t>compreender</a:t>
            </a:r>
            <a:r>
              <a:rPr lang="en-US" dirty="0"/>
              <a:t/>
            </a:r>
            <a:r>
              <a:rPr lang="en-US" dirty="0" err="1"/>
              <a:t>essas</a:t>
            </a:r>
            <a:r>
              <a:rPr lang="en-US" dirty="0"/>
              <a:t/>
            </a:r>
            <a:r>
              <a:rPr lang="en-US" dirty="0" err="1"/>
              <a:t>diferenças</a:t>
            </a:r>
            <a:r>
              <a:rPr lang="en-US" dirty="0"/>
              <a:t> e </a:t>
            </a:r>
            <a:r>
              <a:rPr lang="en-US" dirty="0" err="1"/>
              <a:t>adaptar</a:t>
            </a:r>
            <a:r>
              <a:rPr lang="en-US" dirty="0"/>
              <a:t> a </a:t>
            </a:r>
            <a:r>
              <a:rPr lang="en-US" dirty="0" err="1"/>
              <a:t>intensidade</a:t>
            </a:r>
            <a:r>
              <a:rPr lang="en-US" dirty="0"/>
              <a:t> e o </a:t>
            </a:r>
            <a:r>
              <a:rPr lang="en-US" dirty="0" err="1"/>
              <a:t>modelo</a:t>
            </a:r>
            <a:r>
              <a:rPr lang="en-US" dirty="0"/>
              <a:t> de </a:t>
            </a:r>
            <a:r>
              <a:rPr lang="en-US" dirty="0" err="1"/>
              <a:t>resposta</a:t>
            </a:r>
            <a:r>
              <a:rPr lang="en-US" dirty="0"/>
              <a:t/>
            </a:r>
            <a:r>
              <a:rPr lang="en-US" dirty="0" err="1"/>
              <a:t>às</a:t>
            </a:r>
            <a:r>
              <a:rPr lang="en-US" dirty="0"/>
              <a:t/>
            </a:r>
            <a:r>
              <a:rPr lang="en-US" dirty="0" err="1"/>
              <a:t>necessidades</a:t>
            </a:r>
            <a:r>
              <a:rPr lang="en-US" dirty="0"/>
              <a:t> de </a:t>
            </a:r>
            <a:r>
              <a:rPr lang="en-US" dirty="0" err="1"/>
              <a:t>cada</a:t>
            </a:r>
            <a:r>
              <a:rPr lang="en-US" dirty="0"/>
              <a:t/>
            </a:r>
            <a:r>
              <a:rPr lang="en-US" dirty="0" err="1"/>
              <a:t>território</a:t>
            </a:r>
            <a:r>
              <a:rPr lang="en-US" dirty="0"/>
              <a:t>.</a:t>
            </a:r>
          </a:p>
          <a:p>
            <a:r>
              <a:rPr lang="en-US" b="1" dirty="0" err="1"/>
              <a:t>Finalmente</a:t>
            </a:r>
            <a:r>
              <a:rPr lang="en-US" b="1" dirty="0"/>
              <a:t>, o </a:t>
            </a:r>
            <a:r>
              <a:rPr lang="en-US" b="1" dirty="0" err="1"/>
              <a:t>contexto</a:t>
            </a:r>
            <a:r>
              <a:rPr lang="en-US" b="1" dirty="0"/>
              <a:t/>
            </a:r>
            <a:r>
              <a:rPr lang="en-US" b="1" dirty="0" err="1"/>
              <a:t>humanitário</a:t>
            </a:r>
            <a:r>
              <a:rPr lang="en-US" b="1" dirty="0"/>
              <a:t>.</a:t>
            </a:r>
            <a:r>
              <a:rPr lang="en-US" dirty="0"/>
              <a:t> A </a:t>
            </a:r>
            <a:r>
              <a:rPr lang="en-US" dirty="0" err="1"/>
              <a:t>mobilidade</a:t>
            </a:r>
            <a:r>
              <a:rPr lang="en-US" dirty="0"/>
              <a:t/>
            </a:r>
            <a:r>
              <a:rPr lang="en-US" dirty="0" err="1"/>
              <a:t>populacional</a:t>
            </a:r>
            <a:r>
              <a:rPr lang="en-US" dirty="0"/>
              <a:t> altera </a:t>
            </a:r>
            <a:r>
              <a:rPr lang="en-US" dirty="0" err="1"/>
              <a:t>rapidamente</a:t>
            </a:r>
            <a:r>
              <a:rPr lang="en-US" dirty="0"/>
              <a:t/>
            </a:r>
            <a:r>
              <a:rPr lang="en-US" dirty="0" err="1"/>
              <a:t>onde</a:t>
            </a:r>
            <a:r>
              <a:rPr lang="en-US" dirty="0"/>
              <a:t/>
            </a:r>
            <a:r>
              <a:rPr lang="en-US" dirty="0" err="1"/>
              <a:t>estão</a:t>
            </a:r>
            <a:r>
              <a:rPr lang="en-US" dirty="0"/>
              <a:t> as </a:t>
            </a:r>
            <a:r>
              <a:rPr lang="en-US" dirty="0" err="1"/>
              <a:t>pessoas</a:t>
            </a:r>
            <a:r>
              <a:rPr lang="en-US" dirty="0"/>
              <a:t>, quais </a:t>
            </a:r>
            <a:r>
              <a:rPr lang="en-US" dirty="0" err="1"/>
              <a:t>são</a:t>
            </a:r>
            <a:r>
              <a:rPr lang="en-US" dirty="0"/>
              <a:t> as </a:t>
            </a:r>
            <a:r>
              <a:rPr lang="en-US" dirty="0" err="1"/>
              <a:t>suas</a:t>
            </a:r>
            <a:r>
              <a:rPr lang="en-US" dirty="0"/>
              <a:t/>
            </a:r>
            <a:r>
              <a:rPr lang="en-US" dirty="0" err="1"/>
              <a:t>necessidades</a:t>
            </a:r>
            <a:r>
              <a:rPr lang="en-US" dirty="0"/>
              <a:t> e </a:t>
            </a:r>
            <a:r>
              <a:rPr lang="en-US" dirty="0" err="1"/>
              <a:t>até</a:t>
            </a:r>
            <a:r>
              <a:rPr lang="en-US" dirty="0"/>
              <a:t/>
            </a:r>
            <a:r>
              <a:rPr lang="en-US" dirty="0" err="1"/>
              <a:t>os</a:t>
            </a:r>
            <a:r>
              <a:rPr lang="en-US" dirty="0"/>
              <a:t/>
            </a:r>
            <a:r>
              <a:rPr lang="en-US" dirty="0" err="1"/>
              <a:t>denominadores</a:t>
            </a:r>
            <a:r>
              <a:rPr lang="en-US" dirty="0"/>
              <a:t/>
            </a:r>
            <a:r>
              <a:rPr lang="en-US" dirty="0" err="1"/>
              <a:t>que</a:t>
            </a:r>
            <a:r>
              <a:rPr lang="en-US" dirty="0"/>
              <a:t/>
            </a:r>
            <a:r>
              <a:rPr lang="en-US" dirty="0" err="1"/>
              <a:t>utilizamos</a:t>
            </a:r>
            <a:r>
              <a:rPr lang="en-US" dirty="0"/>
              <a:t> para </a:t>
            </a:r>
            <a:r>
              <a:rPr lang="en-US" dirty="0" err="1"/>
              <a:t>medir</a:t>
            </a:r>
            <a:r>
              <a:rPr lang="en-US" dirty="0"/>
              <a:t/>
            </a:r>
            <a:r>
              <a:rPr lang="en-US" dirty="0" err="1"/>
              <a:t>cobertura</a:t>
            </a:r>
            <a:r>
              <a:rPr lang="en-US" dirty="0"/>
              <a:t>. A </a:t>
            </a:r>
            <a:r>
              <a:rPr lang="en-US" dirty="0" err="1"/>
              <a:t>experiência</a:t>
            </a:r>
            <a:r>
              <a:rPr lang="en-US" dirty="0"/>
              <a:t> com as </a:t>
            </a:r>
            <a:r>
              <a:rPr lang="en-US" dirty="0" err="1"/>
              <a:t>populações</a:t>
            </a:r>
            <a:r>
              <a:rPr lang="en-US" dirty="0"/>
              <a:t/>
            </a:r>
            <a:r>
              <a:rPr lang="en-US" dirty="0" err="1"/>
              <a:t>deslocadas</a:t>
            </a:r>
            <a:r>
              <a:rPr lang="en-US" dirty="0"/>
              <a:t/>
            </a:r>
            <a:r>
              <a:rPr lang="en-US" dirty="0" err="1"/>
              <a:t>mostrou</a:t>
            </a:r>
            <a:r>
              <a:rPr lang="en-US" dirty="0"/>
              <a:t> a </a:t>
            </a:r>
            <a:r>
              <a:rPr lang="en-US" dirty="0" err="1"/>
              <a:t>importância</a:t>
            </a:r>
            <a:r>
              <a:rPr lang="en-US" dirty="0"/>
              <a:t> de </a:t>
            </a:r>
            <a:r>
              <a:rPr lang="en-US" dirty="0" err="1"/>
              <a:t>manter</a:t>
            </a:r>
            <a:r>
              <a:rPr lang="en-US" dirty="0"/>
              <a:t/>
            </a:r>
            <a:r>
              <a:rPr lang="en-US" dirty="0" err="1"/>
              <a:t>capacidade</a:t>
            </a:r>
            <a:r>
              <a:rPr lang="en-US" dirty="0"/>
              <a:t> de </a:t>
            </a:r>
            <a:r>
              <a:rPr lang="en-US" dirty="0" err="1"/>
              <a:t>resposta</a:t>
            </a:r>
            <a:r>
              <a:rPr lang="en-US" dirty="0"/>
              <a:t/>
            </a:r>
            <a:r>
              <a:rPr lang="en-US" dirty="0" err="1"/>
              <a:t>flexível</a:t>
            </a:r>
            <a:r>
              <a:rPr lang="en-US" dirty="0"/>
              <a:t>. O projecto </a:t>
            </a:r>
            <a:r>
              <a:rPr lang="en-US" dirty="0" err="1"/>
              <a:t>chegou</a:t>
            </a:r>
            <a:r>
              <a:rPr lang="en-US" dirty="0"/>
              <a:t> a </a:t>
            </a:r>
            <a:r>
              <a:rPr lang="en-US" dirty="0" err="1"/>
              <a:t>centros</a:t>
            </a:r>
            <a:r>
              <a:rPr lang="en-US" dirty="0"/>
              <a:t> de </a:t>
            </a:r>
            <a:r>
              <a:rPr lang="en-US" dirty="0" err="1"/>
              <a:t>reassentamento</a:t>
            </a:r>
            <a:r>
              <a:rPr lang="en-US" dirty="0"/>
              <a:t/>
            </a:r>
            <a:r>
              <a:rPr lang="en-US" dirty="0" err="1"/>
              <a:t>em</a:t>
            </a:r>
            <a:r>
              <a:rPr lang="en-US" dirty="0"/>
              <a:t> Ancuabe, </a:t>
            </a:r>
            <a:r>
              <a:rPr lang="en-US" dirty="0" err="1"/>
              <a:t>Mecúfi</a:t>
            </a:r>
            <a:r>
              <a:rPr lang="en-US" dirty="0"/>
              <a:t> e Metuge, o </a:t>
            </a:r>
            <a:r>
              <a:rPr lang="en-US" dirty="0" err="1"/>
              <a:t>que</a:t>
            </a:r>
            <a:r>
              <a:rPr lang="en-US" dirty="0"/>
              <a:t/>
            </a:r>
            <a:r>
              <a:rPr lang="en-US" dirty="0" err="1"/>
              <a:t>reforçou</a:t>
            </a:r>
            <a:r>
              <a:rPr lang="en-US" dirty="0"/>
              <a:t/>
            </a:r>
            <a:r>
              <a:rPr lang="en-US" dirty="0" err="1"/>
              <a:t>esta</a:t>
            </a:r>
            <a:r>
              <a:rPr lang="en-US" dirty="0"/>
              <a:t/>
            </a:r>
            <a:r>
              <a:rPr lang="en-US" dirty="0" err="1"/>
              <a:t>aprendizagem</a:t>
            </a:r>
            <a:r>
              <a:rPr lang="en-US" dirty="0"/>
              <a:t>.” </a:t>
            </a:r>
            <a:r>
              <a:rPr lang="en-US" dirty="0" err="1"/>
              <a:t>Resumo</a:t>
            </a:r>
            <a:r>
              <a:rPr lang="en-US" dirty="0"/>
              <a:t> do </a:t>
            </a:r>
            <a:r>
              <a:rPr lang="en-US" dirty="0" err="1"/>
              <a:t>Projeto</a:t>
            </a:r>
            <a:r>
              <a:rPr lang="en-US" dirty="0"/>
              <a:t> e Impacto Ger…</a:t>
            </a:r>
          </a:p>
          <a:p>
            <a:r>
              <a:rPr lang="en-US" dirty="0"/>
              <a:t>“</a:t>
            </a:r>
            <a:r>
              <a:rPr lang="en-US" dirty="0" err="1"/>
              <a:t>Portanto</a:t>
            </a:r>
            <a:r>
              <a:rPr lang="en-US" dirty="0"/>
              <a:t>, o </a:t>
            </a:r>
            <a:r>
              <a:rPr lang="en-US" dirty="0" err="1"/>
              <a:t>desafio</a:t>
            </a:r>
            <a:r>
              <a:rPr lang="en-US" dirty="0"/>
              <a:t> para a </a:t>
            </a:r>
            <a:r>
              <a:rPr lang="en-US" dirty="0" err="1"/>
              <a:t>próxima</a:t>
            </a:r>
            <a:r>
              <a:rPr lang="en-US" dirty="0"/>
              <a:t/>
            </a:r>
            <a:r>
              <a:rPr lang="en-US" dirty="0" err="1"/>
              <a:t>fase</a:t>
            </a:r>
            <a:r>
              <a:rPr lang="en-US" dirty="0"/>
              <a:t/>
            </a:r>
            <a:r>
              <a:rPr lang="en-US" dirty="0" err="1"/>
              <a:t>não</a:t>
            </a:r>
            <a:r>
              <a:rPr lang="en-US" dirty="0"/>
              <a:t> é </a:t>
            </a:r>
            <a:r>
              <a:rPr lang="en-US" dirty="0" err="1"/>
              <a:t>simplesmente</a:t>
            </a:r>
            <a:r>
              <a:rPr lang="en-US" dirty="0"/>
              <a:t/>
            </a:r>
            <a:r>
              <a:rPr lang="en-US" dirty="0" err="1"/>
              <a:t>continuar</a:t>
            </a:r>
            <a:r>
              <a:rPr lang="en-US" dirty="0"/>
              <a:t> a </a:t>
            </a:r>
            <a:r>
              <a:rPr lang="en-US" dirty="0" err="1"/>
              <a:t>fazer</a:t>
            </a:r>
            <a:r>
              <a:rPr lang="en-US" dirty="0"/>
              <a:t/>
            </a:r>
            <a:r>
              <a:rPr lang="en-US" dirty="0" err="1"/>
              <a:t>mais</a:t>
            </a:r>
            <a:r>
              <a:rPr lang="en-US" dirty="0"/>
              <a:t> do </a:t>
            </a:r>
            <a:r>
              <a:rPr lang="en-US" dirty="0" err="1"/>
              <a:t>mesmo</a:t>
            </a:r>
            <a:r>
              <a:rPr lang="en-US" dirty="0"/>
              <a:t>. É </a:t>
            </a:r>
            <a:r>
              <a:rPr lang="en-US" b="1" dirty="0" err="1"/>
              <a:t>tornar</a:t>
            </a:r>
            <a:r>
              <a:rPr lang="en-US" b="1" dirty="0"/>
              <a:t/>
            </a:r>
            <a:r>
              <a:rPr lang="en-US" b="1" dirty="0" err="1"/>
              <a:t>os</a:t>
            </a:r>
            <a:r>
              <a:rPr lang="en-US" b="1" dirty="0"/>
              <a:t/>
            </a:r>
            <a:r>
              <a:rPr lang="en-US" b="1" dirty="0" err="1"/>
              <a:t>ganhos</a:t>
            </a:r>
            <a:r>
              <a:rPr lang="en-US" b="1" dirty="0"/>
              <a:t/>
            </a:r>
            <a:r>
              <a:rPr lang="en-US" b="1" dirty="0" err="1"/>
              <a:t>já</a:t>
            </a:r>
            <a:r>
              <a:rPr lang="en-US" b="1" dirty="0"/>
              <a:t/>
            </a:r>
            <a:r>
              <a:rPr lang="en-US" b="1" dirty="0" err="1"/>
              <a:t>alcançados</a:t>
            </a:r>
            <a:r>
              <a:rPr lang="en-US" b="1" dirty="0"/>
              <a:t/>
            </a:r>
            <a:r>
              <a:rPr lang="en-US" b="1" dirty="0" err="1"/>
              <a:t>mais</a:t>
            </a:r>
            <a:r>
              <a:rPr lang="en-US" b="1" dirty="0"/>
              <a:t/>
            </a:r>
            <a:r>
              <a:rPr lang="en-US" b="1" dirty="0" err="1"/>
              <a:t>resilientes</a:t>
            </a:r>
            <a:r>
              <a:rPr lang="en-US" dirty="0"/>
              <a:t>, </a:t>
            </a:r>
            <a:r>
              <a:rPr lang="en-US" dirty="0" err="1"/>
              <a:t>reduzir</a:t>
            </a:r>
            <a:r>
              <a:rPr lang="en-US" dirty="0"/>
              <a:t> as </a:t>
            </a:r>
            <a:r>
              <a:rPr lang="en-US" dirty="0" err="1"/>
              <a:t>vulnerabilidades</a:t>
            </a:r>
            <a:r>
              <a:rPr lang="en-US" dirty="0"/>
              <a:t/>
            </a:r>
            <a:r>
              <a:rPr lang="en-US" dirty="0" err="1"/>
              <a:t>que</a:t>
            </a:r>
            <a:r>
              <a:rPr lang="en-US" dirty="0"/>
              <a:t/>
            </a:r>
            <a:r>
              <a:rPr lang="en-US" dirty="0" err="1"/>
              <a:t>identificámos</a:t>
            </a:r>
            <a:r>
              <a:rPr lang="en-US" dirty="0"/>
              <a:t> e </a:t>
            </a:r>
            <a:r>
              <a:rPr lang="en-US" dirty="0" err="1"/>
              <a:t>preparar</a:t>
            </a:r>
            <a:r>
              <a:rPr lang="en-US" dirty="0"/>
              <a:t> o </a:t>
            </a:r>
            <a:r>
              <a:rPr lang="en-US" dirty="0" err="1"/>
              <a:t>sistema</a:t>
            </a:r>
            <a:r>
              <a:rPr lang="en-US" dirty="0"/>
              <a:t> para </a:t>
            </a:r>
            <a:r>
              <a:rPr lang="en-US" dirty="0" err="1"/>
              <a:t>sustentar</a:t>
            </a:r>
            <a:r>
              <a:rPr lang="en-US" dirty="0"/>
              <a:t> a </a:t>
            </a:r>
            <a:r>
              <a:rPr lang="en-US" dirty="0" err="1"/>
              <a:t>resposta</a:t>
            </a:r>
            <a:r>
              <a:rPr lang="en-US" dirty="0"/>
              <a:t/>
            </a:r>
            <a:r>
              <a:rPr lang="en-US" dirty="0" err="1"/>
              <a:t>perante</a:t>
            </a:r>
            <a:r>
              <a:rPr lang="en-US" dirty="0"/>
              <a:t/>
            </a:r>
            <a:r>
              <a:rPr lang="en-US" dirty="0" err="1"/>
              <a:t>mudanças</a:t>
            </a:r>
            <a:r>
              <a:rPr lang="en-US" dirty="0"/>
              <a:t> e </a:t>
            </a:r>
            <a:r>
              <a:rPr lang="en-US" dirty="0" err="1"/>
              <a:t>choques</a:t>
            </a:r>
            <a:r>
              <a:rPr lang="en-US" dirty="0"/>
              <a:t>.”</a:t>
            </a:r>
          </a:p>
          <a:p>
            <a:endParaRPr lang="en-US" dirty="0"/>
          </a:p>
        </p:txBody>
      </p:sp>
    </p:spTree>
    <p:extLst>
      <p:ext uri="{BB962C8B-B14F-4D97-AF65-F5344CB8AC3E}">
        <p14:creationId xmlns:p14="http://schemas.microsoft.com/office/powerpoint/2010/main" val="64359546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71450" y="1143000"/>
            <a:ext cx="5486400" cy="3086100"/>
          </a:xfrm>
          <a:prstGeom prst="rect">
            <a:avLst/>
          </a:prstGeom>
          <a:noFill/>
          <a:ln w="12700">
            <a:solidFill>
              <a:prstClr val="black"/>
            </a:solidFill>
          </a:ln>
        </p:spPr>
        <p:txBody>
          <a:bodyPr/>
          <a:lstStyle/>
          <a:p>
            <a:endParaRPr lang="pt-PT"/>
          </a:p>
        </p:txBody>
      </p:sp>
      <p:sp>
        <p:nvSpPr>
          <p:cNvPr id="3" name="Notes Placeholder 2"/>
          <p:cNvSpPr>
            <a:spLocks noGrp="1"/>
          </p:cNvSpPr>
          <p:nvPr>
            <p:ph type="body" idx="1"/>
          </p:nvPr>
        </p:nvSpPr>
        <p:spPr>
          <a:xfrm>
            <a:off x="514350" y="4400550"/>
            <a:ext cx="4114800" cy="3600450"/>
          </a:xfrm>
          <a:prstGeom prst="rect">
            <a:avLst/>
          </a:prstGeom>
        </p:spPr>
        <p:txBody>
          <a:bodyPr/>
          <a:lstStyle/>
          <a:p>
            <a:r>
              <a:rPr lang="en-US" dirty="0"/>
              <a:t>“</a:t>
            </a:r>
          </a:p>
        </p:txBody>
      </p:sp>
    </p:spTree>
    <p:extLst>
      <p:ext uri="{BB962C8B-B14F-4D97-AF65-F5344CB8AC3E}">
        <p14:creationId xmlns:p14="http://schemas.microsoft.com/office/powerpoint/2010/main" val="2205728597"/>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tiff"/><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tiff"/><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1">
  <p:cSld name="TITLE_1">
    <p:bg>
      <p:bgPr>
        <a:solidFill>
          <a:schemeClr val="dk2"/>
        </a:solidFill>
        <a:effectLst/>
      </p:bgPr>
    </p:bg>
    <p:spTree>
      <p:nvGrpSpPr>
        <p:cNvPr id="1" name="Shape 33"/>
        <p:cNvGrpSpPr/>
        <p:nvPr/>
      </p:nvGrpSpPr>
      <p:grpSpPr>
        <a:xfrm>
          <a:off x="0" y="0"/>
          <a:ext cx="0" cy="0"/>
          <a:chOff x="0" y="0"/>
          <a:chExt cx="0" cy="0"/>
        </a:xfrm>
      </p:grpSpPr>
      <p:sp>
        <p:nvSpPr>
          <p:cNvPr id="34" name="Google Shape;34;g33cfa92e89b_0_166"/>
          <p:cNvSpPr txBox="1">
            <a:spLocks noGrp="1"/>
          </p:cNvSpPr>
          <p:nvPr>
            <p:ph type="ctrTitle"/>
          </p:nvPr>
        </p:nvSpPr>
        <p:spPr>
          <a:xfrm>
            <a:off x="3222425" y="653225"/>
            <a:ext cx="5689500" cy="29496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Clr>
                <a:schemeClr val="lt1"/>
              </a:buClr>
              <a:buSzPts val="5600"/>
              <a:buNone/>
              <a:defRPr sz="5600">
                <a:solidFill>
                  <a:schemeClr val="lt1"/>
                </a:solidFill>
              </a:defRPr>
            </a:lvl1pPr>
            <a:lvl2pPr lvl="1" algn="l">
              <a:lnSpc>
                <a:spcPct val="100000"/>
              </a:lnSpc>
              <a:spcBef>
                <a:spcPts val="0"/>
              </a:spcBef>
              <a:spcAft>
                <a:spcPts val="0"/>
              </a:spcAft>
              <a:buSzPts val="5600"/>
              <a:buNone/>
              <a:defRPr sz="5600"/>
            </a:lvl2pPr>
            <a:lvl3pPr lvl="2" algn="l">
              <a:lnSpc>
                <a:spcPct val="100000"/>
              </a:lnSpc>
              <a:spcBef>
                <a:spcPts val="0"/>
              </a:spcBef>
              <a:spcAft>
                <a:spcPts val="0"/>
              </a:spcAft>
              <a:buSzPts val="5600"/>
              <a:buNone/>
              <a:defRPr sz="5600"/>
            </a:lvl3pPr>
            <a:lvl4pPr lvl="3" algn="l">
              <a:lnSpc>
                <a:spcPct val="100000"/>
              </a:lnSpc>
              <a:spcBef>
                <a:spcPts val="0"/>
              </a:spcBef>
              <a:spcAft>
                <a:spcPts val="0"/>
              </a:spcAft>
              <a:buSzPts val="5600"/>
              <a:buNone/>
              <a:defRPr sz="5600"/>
            </a:lvl4pPr>
            <a:lvl5pPr lvl="4" algn="l">
              <a:lnSpc>
                <a:spcPct val="100000"/>
              </a:lnSpc>
              <a:spcBef>
                <a:spcPts val="0"/>
              </a:spcBef>
              <a:spcAft>
                <a:spcPts val="0"/>
              </a:spcAft>
              <a:buSzPts val="5600"/>
              <a:buNone/>
              <a:defRPr sz="5600"/>
            </a:lvl5pPr>
            <a:lvl6pPr lvl="5" algn="l">
              <a:lnSpc>
                <a:spcPct val="100000"/>
              </a:lnSpc>
              <a:spcBef>
                <a:spcPts val="0"/>
              </a:spcBef>
              <a:spcAft>
                <a:spcPts val="0"/>
              </a:spcAft>
              <a:buSzPts val="5600"/>
              <a:buNone/>
              <a:defRPr sz="5600"/>
            </a:lvl6pPr>
            <a:lvl7pPr lvl="6" algn="l">
              <a:lnSpc>
                <a:spcPct val="100000"/>
              </a:lnSpc>
              <a:spcBef>
                <a:spcPts val="0"/>
              </a:spcBef>
              <a:spcAft>
                <a:spcPts val="0"/>
              </a:spcAft>
              <a:buSzPts val="5600"/>
              <a:buNone/>
              <a:defRPr sz="5600"/>
            </a:lvl7pPr>
            <a:lvl8pPr lvl="7" algn="l">
              <a:lnSpc>
                <a:spcPct val="100000"/>
              </a:lnSpc>
              <a:spcBef>
                <a:spcPts val="0"/>
              </a:spcBef>
              <a:spcAft>
                <a:spcPts val="0"/>
              </a:spcAft>
              <a:buSzPts val="5600"/>
              <a:buNone/>
              <a:defRPr sz="5600"/>
            </a:lvl8pPr>
            <a:lvl9pPr lvl="8" algn="l">
              <a:lnSpc>
                <a:spcPct val="100000"/>
              </a:lnSpc>
              <a:spcBef>
                <a:spcPts val="0"/>
              </a:spcBef>
              <a:spcAft>
                <a:spcPts val="0"/>
              </a:spcAft>
              <a:buSzPts val="5600"/>
              <a:buNone/>
              <a:defRPr sz="5600"/>
            </a:lvl9pPr>
          </a:lstStyle>
          <a:p>
            <a:endParaRPr/>
          </a:p>
        </p:txBody>
      </p:sp>
      <p:sp>
        <p:nvSpPr>
          <p:cNvPr id="35" name="Google Shape;35;g33cfa92e89b_0_166"/>
          <p:cNvSpPr txBox="1">
            <a:spLocks noGrp="1"/>
          </p:cNvSpPr>
          <p:nvPr>
            <p:ph type="ctrTitle" idx="2"/>
          </p:nvPr>
        </p:nvSpPr>
        <p:spPr>
          <a:xfrm>
            <a:off x="236619" y="657709"/>
            <a:ext cx="2628300" cy="2052600"/>
          </a:xfrm>
          <a:prstGeom prst="rect">
            <a:avLst/>
          </a:prstGeom>
          <a:noFill/>
          <a:ln>
            <a:noFill/>
          </a:ln>
        </p:spPr>
        <p:txBody>
          <a:bodyPr spcFirstLastPara="1" wrap="square" lIns="91425" tIns="91425" rIns="91425" bIns="91425" anchor="b" anchorCtr="0">
            <a:normAutofit/>
          </a:bodyPr>
          <a:lstStyle>
            <a:lvl1pPr lvl="0" algn="l">
              <a:lnSpc>
                <a:spcPct val="100000"/>
              </a:lnSpc>
              <a:spcBef>
                <a:spcPts val="0"/>
              </a:spcBef>
              <a:spcAft>
                <a:spcPts val="0"/>
              </a:spcAft>
              <a:buClr>
                <a:schemeClr val="lt1"/>
              </a:buClr>
              <a:buSzPts val="14350"/>
              <a:buFont typeface="Montserrat"/>
              <a:buNone/>
              <a:defRPr sz="14350">
                <a:solidFill>
                  <a:schemeClr val="lt1"/>
                </a:solidFill>
                <a:latin typeface="Montserrat"/>
                <a:ea typeface="Montserrat"/>
                <a:cs typeface="Montserrat"/>
                <a:sym typeface="Montserrat"/>
              </a:defRPr>
            </a:lvl1pPr>
            <a:lvl2pPr lvl="1" algn="l">
              <a:lnSpc>
                <a:spcPct val="100000"/>
              </a:lnSpc>
              <a:spcBef>
                <a:spcPts val="0"/>
              </a:spcBef>
              <a:spcAft>
                <a:spcPts val="0"/>
              </a:spcAft>
              <a:buSzPts val="14350"/>
              <a:buFont typeface="Montserrat"/>
              <a:buNone/>
              <a:defRPr sz="14350">
                <a:latin typeface="Montserrat"/>
                <a:ea typeface="Montserrat"/>
                <a:cs typeface="Montserrat"/>
                <a:sym typeface="Montserrat"/>
              </a:defRPr>
            </a:lvl2pPr>
            <a:lvl3pPr lvl="2" algn="l">
              <a:lnSpc>
                <a:spcPct val="100000"/>
              </a:lnSpc>
              <a:spcBef>
                <a:spcPts val="0"/>
              </a:spcBef>
              <a:spcAft>
                <a:spcPts val="0"/>
              </a:spcAft>
              <a:buSzPts val="14350"/>
              <a:buFont typeface="Montserrat"/>
              <a:buNone/>
              <a:defRPr sz="14350">
                <a:latin typeface="Montserrat"/>
                <a:ea typeface="Montserrat"/>
                <a:cs typeface="Montserrat"/>
                <a:sym typeface="Montserrat"/>
              </a:defRPr>
            </a:lvl3pPr>
            <a:lvl4pPr lvl="3" algn="l">
              <a:lnSpc>
                <a:spcPct val="100000"/>
              </a:lnSpc>
              <a:spcBef>
                <a:spcPts val="0"/>
              </a:spcBef>
              <a:spcAft>
                <a:spcPts val="0"/>
              </a:spcAft>
              <a:buSzPts val="14350"/>
              <a:buFont typeface="Montserrat"/>
              <a:buNone/>
              <a:defRPr sz="14350">
                <a:latin typeface="Montserrat"/>
                <a:ea typeface="Montserrat"/>
                <a:cs typeface="Montserrat"/>
                <a:sym typeface="Montserrat"/>
              </a:defRPr>
            </a:lvl4pPr>
            <a:lvl5pPr lvl="4" algn="l">
              <a:lnSpc>
                <a:spcPct val="100000"/>
              </a:lnSpc>
              <a:spcBef>
                <a:spcPts val="0"/>
              </a:spcBef>
              <a:spcAft>
                <a:spcPts val="0"/>
              </a:spcAft>
              <a:buSzPts val="14350"/>
              <a:buFont typeface="Montserrat"/>
              <a:buNone/>
              <a:defRPr sz="14350">
                <a:latin typeface="Montserrat"/>
                <a:ea typeface="Montserrat"/>
                <a:cs typeface="Montserrat"/>
                <a:sym typeface="Montserrat"/>
              </a:defRPr>
            </a:lvl5pPr>
            <a:lvl6pPr lvl="5" algn="l">
              <a:lnSpc>
                <a:spcPct val="100000"/>
              </a:lnSpc>
              <a:spcBef>
                <a:spcPts val="0"/>
              </a:spcBef>
              <a:spcAft>
                <a:spcPts val="0"/>
              </a:spcAft>
              <a:buSzPts val="14350"/>
              <a:buFont typeface="Montserrat"/>
              <a:buNone/>
              <a:defRPr sz="14350">
                <a:latin typeface="Montserrat"/>
                <a:ea typeface="Montserrat"/>
                <a:cs typeface="Montserrat"/>
                <a:sym typeface="Montserrat"/>
              </a:defRPr>
            </a:lvl6pPr>
            <a:lvl7pPr lvl="6" algn="l">
              <a:lnSpc>
                <a:spcPct val="100000"/>
              </a:lnSpc>
              <a:spcBef>
                <a:spcPts val="0"/>
              </a:spcBef>
              <a:spcAft>
                <a:spcPts val="0"/>
              </a:spcAft>
              <a:buSzPts val="14350"/>
              <a:buFont typeface="Montserrat"/>
              <a:buNone/>
              <a:defRPr sz="14350">
                <a:latin typeface="Montserrat"/>
                <a:ea typeface="Montserrat"/>
                <a:cs typeface="Montserrat"/>
                <a:sym typeface="Montserrat"/>
              </a:defRPr>
            </a:lvl7pPr>
            <a:lvl8pPr lvl="7" algn="l">
              <a:lnSpc>
                <a:spcPct val="100000"/>
              </a:lnSpc>
              <a:spcBef>
                <a:spcPts val="0"/>
              </a:spcBef>
              <a:spcAft>
                <a:spcPts val="0"/>
              </a:spcAft>
              <a:buSzPts val="14350"/>
              <a:buFont typeface="Montserrat"/>
              <a:buNone/>
              <a:defRPr sz="14350">
                <a:latin typeface="Montserrat"/>
                <a:ea typeface="Montserrat"/>
                <a:cs typeface="Montserrat"/>
                <a:sym typeface="Montserrat"/>
              </a:defRPr>
            </a:lvl8pPr>
            <a:lvl9pPr lvl="8" algn="l">
              <a:lnSpc>
                <a:spcPct val="100000"/>
              </a:lnSpc>
              <a:spcBef>
                <a:spcPts val="0"/>
              </a:spcBef>
              <a:spcAft>
                <a:spcPts val="0"/>
              </a:spcAft>
              <a:buSzPts val="14350"/>
              <a:buFont typeface="Montserrat"/>
              <a:buNone/>
              <a:defRPr sz="14350">
                <a:latin typeface="Montserrat"/>
                <a:ea typeface="Montserrat"/>
                <a:cs typeface="Montserrat"/>
                <a:sym typeface="Montserrat"/>
              </a:defRPr>
            </a:lvl9pPr>
          </a:lstStyle>
          <a:p>
            <a:endParaRPr/>
          </a:p>
        </p:txBody>
      </p:sp>
      <p:sp>
        <p:nvSpPr>
          <p:cNvPr id="36" name="Google Shape;36;g33cfa92e89b_0_166"/>
          <p:cNvSpPr txBox="1"/>
          <p:nvPr/>
        </p:nvSpPr>
        <p:spPr>
          <a:xfrm>
            <a:off x="2841900" y="4761000"/>
            <a:ext cx="6073500" cy="284700"/>
          </a:xfrm>
          <a:prstGeom prst="rect">
            <a:avLst/>
          </a:prstGeom>
          <a:noFill/>
          <a:ln>
            <a:noFill/>
          </a:ln>
        </p:spPr>
        <p:txBody>
          <a:bodyPr spcFirstLastPara="1" wrap="square" lIns="91425" tIns="91425" rIns="91425" bIns="91425" anchor="ctr" anchorCtr="0">
            <a:normAutofit fontScale="92500" lnSpcReduction="20000"/>
          </a:bodyPr>
          <a:lstStyle/>
          <a:p>
            <a:pPr marL="0" marR="0" lvl="0" indent="0" algn="r" rtl="0">
              <a:lnSpc>
                <a:spcPct val="100000"/>
              </a:lnSpc>
              <a:spcBef>
                <a:spcPts val="0"/>
              </a:spcBef>
              <a:spcAft>
                <a:spcPts val="0"/>
              </a:spcAft>
              <a:buClr>
                <a:srgbClr val="000000"/>
              </a:buClr>
              <a:buSzPct val="100000"/>
              <a:buFont typeface="Arial"/>
              <a:buNone/>
            </a:pPr>
            <a:fld id="{00000000-1234-1234-1234-123412341234}" type="slidenum">
              <a:rPr lang="en-US" sz="900" b="0" i="0" u="none" strike="noStrike" cap="none">
                <a:solidFill>
                  <a:schemeClr val="lt1"/>
                </a:solidFill>
                <a:latin typeface="Montserrat"/>
                <a:ea typeface="Montserrat"/>
                <a:cs typeface="Montserrat"/>
                <a:sym typeface="Montserrat"/>
              </a:rPr>
              <a:t>‹nº›</a:t>
            </a:fld>
            <a:endParaRPr sz="900" b="0" i="0" u="none" strike="noStrike" cap="none">
              <a:solidFill>
                <a:schemeClr val="lt1"/>
              </a:solidFill>
              <a:latin typeface="Montserrat"/>
              <a:ea typeface="Montserrat"/>
              <a:cs typeface="Montserrat"/>
              <a:sym typeface="Montserrat"/>
            </a:endParaRPr>
          </a:p>
        </p:txBody>
      </p:sp>
      <p:pic>
        <p:nvPicPr>
          <p:cNvPr id="37" name="Google Shape;37;g33cfa92e89b_0_166" title="Pathfinder_Primary_White_RGB.png"/>
          <p:cNvPicPr preferRelativeResize="0"/>
          <p:nvPr/>
        </p:nvPicPr>
        <p:blipFill rotWithShape="1">
          <a:blip r:embed="rId2" cstate="email">
            <a:alphaModFix/>
            <a:extLst>
              <a:ext uri="{28A0092B-C50C-407E-A947-70E740481C1C}">
                <a14:useLocalDpi xmlns:a14="http://schemas.microsoft.com/office/drawing/2010/main" val="0"/>
              </a:ext>
            </a:extLst>
          </a:blip>
          <a:srcRect/>
          <a:stretch/>
        </p:blipFill>
        <p:spPr>
          <a:xfrm>
            <a:off x="7150500" y="103475"/>
            <a:ext cx="1764898" cy="250250"/>
          </a:xfrm>
          <a:prstGeom prst="rect">
            <a:avLst/>
          </a:prstGeom>
          <a:noFill/>
          <a:ln>
            <a:noFill/>
          </a:ln>
        </p:spPr>
      </p:pic>
      <p:cxnSp>
        <p:nvCxnSpPr>
          <p:cNvPr id="38" name="Google Shape;38;g33cfa92e89b_0_166"/>
          <p:cNvCxnSpPr/>
          <p:nvPr/>
        </p:nvCxnSpPr>
        <p:spPr>
          <a:xfrm>
            <a:off x="228600" y="441341"/>
            <a:ext cx="8678700" cy="0"/>
          </a:xfrm>
          <a:prstGeom prst="straightConnector1">
            <a:avLst/>
          </a:prstGeom>
          <a:noFill/>
          <a:ln w="9525" cap="flat" cmpd="sng">
            <a:solidFill>
              <a:srgbClr val="FFFFFF"/>
            </a:solidFill>
            <a:prstDash val="solid"/>
            <a:round/>
            <a:headEnd type="none" w="sm" len="sm"/>
            <a:tailEnd type="none" w="sm" len="sm"/>
          </a:ln>
        </p:spPr>
      </p:cxnSp>
      <p:sp>
        <p:nvSpPr>
          <p:cNvPr id="39" name="Google Shape;39;g33cfa92e89b_0_166"/>
          <p:cNvSpPr txBox="1">
            <a:spLocks noGrp="1"/>
          </p:cNvSpPr>
          <p:nvPr>
            <p:ph type="ctrTitle" idx="3"/>
          </p:nvPr>
        </p:nvSpPr>
        <p:spPr>
          <a:xfrm>
            <a:off x="228600" y="205200"/>
            <a:ext cx="2712900" cy="188400"/>
          </a:xfrm>
          <a:prstGeom prst="rect">
            <a:avLst/>
          </a:prstGeom>
        </p:spPr>
        <p:txBody>
          <a:bodyPr spcFirstLastPara="1" wrap="square" lIns="91425" tIns="91425" rIns="91425" bIns="91425" anchor="ctr" anchorCtr="0">
            <a:normAutofit/>
          </a:bodyPr>
          <a:lstStyle>
            <a:lvl1pPr lvl="0">
              <a:spcBef>
                <a:spcPts val="0"/>
              </a:spcBef>
              <a:spcAft>
                <a:spcPts val="0"/>
              </a:spcAft>
              <a:buClr>
                <a:schemeClr val="lt1"/>
              </a:buClr>
              <a:buSzPts val="1000"/>
              <a:buFont typeface="Montserrat"/>
              <a:buNone/>
              <a:defRPr sz="1000">
                <a:solidFill>
                  <a:schemeClr val="lt1"/>
                </a:solidFill>
                <a:latin typeface="Montserrat"/>
                <a:ea typeface="Montserrat"/>
                <a:cs typeface="Montserrat"/>
                <a:sym typeface="Montserrat"/>
              </a:defRPr>
            </a:lvl1pPr>
            <a:lvl2pPr lvl="1">
              <a:spcBef>
                <a:spcPts val="0"/>
              </a:spcBef>
              <a:spcAft>
                <a:spcPts val="0"/>
              </a:spcAft>
              <a:buSzPts val="1000"/>
              <a:buFont typeface="Montserrat"/>
              <a:buNone/>
              <a:defRPr sz="1000">
                <a:latin typeface="Montserrat"/>
                <a:ea typeface="Montserrat"/>
                <a:cs typeface="Montserrat"/>
                <a:sym typeface="Montserrat"/>
              </a:defRPr>
            </a:lvl2pPr>
            <a:lvl3pPr lvl="2">
              <a:spcBef>
                <a:spcPts val="0"/>
              </a:spcBef>
              <a:spcAft>
                <a:spcPts val="0"/>
              </a:spcAft>
              <a:buSzPts val="1000"/>
              <a:buFont typeface="Montserrat"/>
              <a:buNone/>
              <a:defRPr sz="1000">
                <a:latin typeface="Montserrat"/>
                <a:ea typeface="Montserrat"/>
                <a:cs typeface="Montserrat"/>
                <a:sym typeface="Montserrat"/>
              </a:defRPr>
            </a:lvl3pPr>
            <a:lvl4pPr lvl="3">
              <a:spcBef>
                <a:spcPts val="0"/>
              </a:spcBef>
              <a:spcAft>
                <a:spcPts val="0"/>
              </a:spcAft>
              <a:buSzPts val="1000"/>
              <a:buFont typeface="Montserrat"/>
              <a:buNone/>
              <a:defRPr sz="1000">
                <a:latin typeface="Montserrat"/>
                <a:ea typeface="Montserrat"/>
                <a:cs typeface="Montserrat"/>
                <a:sym typeface="Montserrat"/>
              </a:defRPr>
            </a:lvl4pPr>
            <a:lvl5pPr lvl="4">
              <a:spcBef>
                <a:spcPts val="0"/>
              </a:spcBef>
              <a:spcAft>
                <a:spcPts val="0"/>
              </a:spcAft>
              <a:buSzPts val="1000"/>
              <a:buFont typeface="Montserrat"/>
              <a:buNone/>
              <a:defRPr sz="1000">
                <a:latin typeface="Montserrat"/>
                <a:ea typeface="Montserrat"/>
                <a:cs typeface="Montserrat"/>
                <a:sym typeface="Montserrat"/>
              </a:defRPr>
            </a:lvl5pPr>
            <a:lvl6pPr lvl="5">
              <a:spcBef>
                <a:spcPts val="0"/>
              </a:spcBef>
              <a:spcAft>
                <a:spcPts val="0"/>
              </a:spcAft>
              <a:buSzPts val="1000"/>
              <a:buFont typeface="Montserrat"/>
              <a:buNone/>
              <a:defRPr sz="1000">
                <a:latin typeface="Montserrat"/>
                <a:ea typeface="Montserrat"/>
                <a:cs typeface="Montserrat"/>
                <a:sym typeface="Montserrat"/>
              </a:defRPr>
            </a:lvl6pPr>
            <a:lvl7pPr lvl="6">
              <a:spcBef>
                <a:spcPts val="0"/>
              </a:spcBef>
              <a:spcAft>
                <a:spcPts val="0"/>
              </a:spcAft>
              <a:buSzPts val="1000"/>
              <a:buFont typeface="Montserrat"/>
              <a:buNone/>
              <a:defRPr sz="1000">
                <a:latin typeface="Montserrat"/>
                <a:ea typeface="Montserrat"/>
                <a:cs typeface="Montserrat"/>
                <a:sym typeface="Montserrat"/>
              </a:defRPr>
            </a:lvl7pPr>
            <a:lvl8pPr lvl="7">
              <a:spcBef>
                <a:spcPts val="0"/>
              </a:spcBef>
              <a:spcAft>
                <a:spcPts val="0"/>
              </a:spcAft>
              <a:buSzPts val="1000"/>
              <a:buFont typeface="Montserrat"/>
              <a:buNone/>
              <a:defRPr sz="1000">
                <a:latin typeface="Montserrat"/>
                <a:ea typeface="Montserrat"/>
                <a:cs typeface="Montserrat"/>
                <a:sym typeface="Montserrat"/>
              </a:defRPr>
            </a:lvl8pPr>
            <a:lvl9pPr lvl="8">
              <a:spcBef>
                <a:spcPts val="0"/>
              </a:spcBef>
              <a:spcAft>
                <a:spcPts val="0"/>
              </a:spcAft>
              <a:buSzPts val="1000"/>
              <a:buFont typeface="Montserrat"/>
              <a:buNone/>
              <a:defRPr sz="1000">
                <a:latin typeface="Montserrat"/>
                <a:ea typeface="Montserrat"/>
                <a:cs typeface="Montserrat"/>
                <a:sym typeface="Montserrat"/>
              </a:defRPr>
            </a:lvl9pPr>
          </a:lstStyle>
          <a:p>
            <a:endParaRPr/>
          </a:p>
        </p:txBody>
      </p:sp>
    </p:spTree>
  </p:cSld>
  <p:clrMapOvr>
    <a:masterClrMapping/>
  </p:clrMapOvr>
  <p:extLst>
    <p:ext uri="{DCECCB84-F9BA-43D5-87BE-67443E8EF086}">
      <p15:sldGuideLst xmlns:p15="http://schemas.microsoft.com/office/powerpoint/2012/main">
        <p15:guide id="1" orient="horz" pos="411">
          <p15:clr>
            <a:srgbClr val="E46962"/>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only 1 1">
  <p:cSld name="TITLE_ONLY_1_1">
    <p:spTree>
      <p:nvGrpSpPr>
        <p:cNvPr id="1" name="Shape 40"/>
        <p:cNvGrpSpPr/>
        <p:nvPr/>
      </p:nvGrpSpPr>
      <p:grpSpPr>
        <a:xfrm>
          <a:off x="0" y="0"/>
          <a:ext cx="0" cy="0"/>
          <a:chOff x="0" y="0"/>
          <a:chExt cx="0" cy="0"/>
        </a:xfrm>
      </p:grpSpPr>
      <p:cxnSp>
        <p:nvCxnSpPr>
          <p:cNvPr id="41" name="Google Shape;41;g36b8037e5c4_2_36"/>
          <p:cNvCxnSpPr/>
          <p:nvPr/>
        </p:nvCxnSpPr>
        <p:spPr>
          <a:xfrm>
            <a:off x="225900" y="4712675"/>
            <a:ext cx="8688000" cy="0"/>
          </a:xfrm>
          <a:prstGeom prst="straightConnector1">
            <a:avLst/>
          </a:prstGeom>
          <a:noFill/>
          <a:ln w="9525" cap="flat" cmpd="sng">
            <a:solidFill>
              <a:schemeClr val="dk1"/>
            </a:solidFill>
            <a:prstDash val="solid"/>
            <a:round/>
            <a:headEnd type="none" w="sm" len="sm"/>
            <a:tailEnd type="none" w="sm" len="sm"/>
          </a:ln>
        </p:spPr>
      </p:cxnSp>
      <p:sp>
        <p:nvSpPr>
          <p:cNvPr id="42" name="Google Shape;42;g36b8037e5c4_2_36"/>
          <p:cNvSpPr txBox="1"/>
          <p:nvPr/>
        </p:nvSpPr>
        <p:spPr>
          <a:xfrm>
            <a:off x="225900" y="4761000"/>
            <a:ext cx="3000000" cy="338700"/>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0"/>
              </a:spcBef>
              <a:spcAft>
                <a:spcPts val="600"/>
              </a:spcAft>
              <a:buClr>
                <a:srgbClr val="000000"/>
              </a:buClr>
              <a:buSzPts val="1000"/>
              <a:buFont typeface="Arial"/>
              <a:buNone/>
            </a:pPr>
            <a:r>
              <a:rPr lang="pt" sz="1000">
                <a:solidFill>
                  <a:srgbClr val="353535"/>
                </a:solidFill>
                <a:latin typeface="Montserrat Medium"/>
                <a:ea typeface="Montserrat Medium"/>
                <a:cs typeface="Montserrat Medium"/>
                <a:sym typeface="Montserrat Medium"/>
              </a:rPr>
              <a:t>Pathfinder</a:t>
            </a:r>
            <a:endParaRPr sz="1000" b="0" i="0" u="none" strike="noStrike" cap="none">
              <a:solidFill>
                <a:srgbClr val="000000"/>
              </a:solidFill>
              <a:latin typeface="Montserrat Medium"/>
              <a:ea typeface="Montserrat Medium"/>
              <a:cs typeface="Montserrat Medium"/>
              <a:sym typeface="Montserrat Medium"/>
            </a:endParaRPr>
          </a:p>
        </p:txBody>
      </p:sp>
      <p:sp>
        <p:nvSpPr>
          <p:cNvPr id="43" name="Google Shape;43;g36b8037e5c4_2_36"/>
          <p:cNvSpPr/>
          <p:nvPr/>
        </p:nvSpPr>
        <p:spPr>
          <a:xfrm rot="10800000">
            <a:off x="7924800" y="-175"/>
            <a:ext cx="1219200" cy="1219200"/>
          </a:xfrm>
          <a:prstGeom prst="rtTriangle">
            <a:avLst/>
          </a:prstGeom>
          <a:solidFill>
            <a:schemeClr val="lt2"/>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4" name="Google Shape;44;g36b8037e5c4_2_36"/>
          <p:cNvSpPr txBox="1"/>
          <p:nvPr/>
        </p:nvSpPr>
        <p:spPr>
          <a:xfrm>
            <a:off x="2841900" y="4761000"/>
            <a:ext cx="6073500" cy="284700"/>
          </a:xfrm>
          <a:prstGeom prst="rect">
            <a:avLst/>
          </a:prstGeom>
          <a:noFill/>
          <a:ln>
            <a:noFill/>
          </a:ln>
        </p:spPr>
        <p:txBody>
          <a:bodyPr spcFirstLastPara="1" wrap="square" lIns="91425" tIns="91425" rIns="91425" bIns="91425" anchor="ctr" anchorCtr="0">
            <a:noAutofit/>
          </a:bodyPr>
          <a:lstStyle/>
          <a:p>
            <a:pPr marL="0" marR="0" lvl="0" indent="0" algn="r" rtl="0">
              <a:lnSpc>
                <a:spcPct val="100000"/>
              </a:lnSpc>
              <a:spcBef>
                <a:spcPts val="0"/>
              </a:spcBef>
              <a:spcAft>
                <a:spcPts val="0"/>
              </a:spcAft>
              <a:buClr>
                <a:srgbClr val="000000"/>
              </a:buClr>
              <a:buSzPts val="1000"/>
              <a:buFont typeface="Arial"/>
              <a:buNone/>
            </a:pPr>
            <a:fld id="{00000000-1234-1234-1234-123412341234}" type="slidenum">
              <a:rPr lang="en-US" sz="1000" b="0" i="0" u="none" strike="noStrike" cap="none">
                <a:solidFill>
                  <a:schemeClr val="dk1"/>
                </a:solidFill>
                <a:latin typeface="Montserrat"/>
                <a:ea typeface="Montserrat"/>
                <a:cs typeface="Montserrat"/>
                <a:sym typeface="Montserrat"/>
              </a:rPr>
              <a:t>‹nº›</a:t>
            </a:fld>
            <a:endParaRPr sz="1000" b="0" i="0" u="none" strike="noStrike" cap="none">
              <a:solidFill>
                <a:schemeClr val="dk1"/>
              </a:solidFill>
              <a:latin typeface="Montserrat"/>
              <a:ea typeface="Montserrat"/>
              <a:cs typeface="Montserrat"/>
              <a:sym typeface="Montserrat"/>
            </a:endParaRPr>
          </a:p>
        </p:txBody>
      </p:sp>
      <p:sp>
        <p:nvSpPr>
          <p:cNvPr id="45" name="Google Shape;45;g36b8037e5c4_2_36"/>
          <p:cNvSpPr txBox="1">
            <a:spLocks noGrp="1"/>
          </p:cNvSpPr>
          <p:nvPr>
            <p:ph type="title"/>
          </p:nvPr>
        </p:nvSpPr>
        <p:spPr>
          <a:xfrm>
            <a:off x="228600" y="457200"/>
            <a:ext cx="7904100" cy="572700"/>
          </a:xfrm>
          <a:prstGeom prst="rect">
            <a:avLst/>
          </a:prstGeom>
          <a:noFill/>
          <a:ln>
            <a:noFill/>
          </a:ln>
        </p:spPr>
        <p:txBody>
          <a:bodyPr spcFirstLastPara="1" wrap="square" lIns="91425" tIns="91425" rIns="91425" bIns="91425" anchor="ctr"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46" name="Google Shape;46;g36b8037e5c4_2_36"/>
          <p:cNvSpPr txBox="1">
            <a:spLocks noGrp="1"/>
          </p:cNvSpPr>
          <p:nvPr>
            <p:ph type="title" idx="2"/>
          </p:nvPr>
        </p:nvSpPr>
        <p:spPr>
          <a:xfrm>
            <a:off x="228600" y="228600"/>
            <a:ext cx="7904100" cy="228600"/>
          </a:xfrm>
          <a:prstGeom prst="rect">
            <a:avLst/>
          </a:prstGeom>
          <a:noFill/>
          <a:ln>
            <a:noFill/>
          </a:ln>
        </p:spPr>
        <p:txBody>
          <a:bodyPr spcFirstLastPara="1" wrap="square" lIns="91425" tIns="91425" rIns="91425" bIns="91425" anchor="ctr" anchorCtr="0">
            <a:normAutofit/>
          </a:bodyPr>
          <a:lstStyle>
            <a:lvl1pPr lvl="0" algn="l">
              <a:lnSpc>
                <a:spcPct val="100000"/>
              </a:lnSpc>
              <a:spcBef>
                <a:spcPts val="0"/>
              </a:spcBef>
              <a:spcAft>
                <a:spcPts val="0"/>
              </a:spcAft>
              <a:buSzPts val="1200"/>
              <a:buFont typeface="Montserrat"/>
              <a:buNone/>
              <a:defRPr sz="1200">
                <a:latin typeface="Montserrat"/>
                <a:ea typeface="Montserrat"/>
                <a:cs typeface="Montserrat"/>
                <a:sym typeface="Montserrat"/>
              </a:defRPr>
            </a:lvl1pPr>
            <a:lvl2pPr lvl="1" algn="l">
              <a:lnSpc>
                <a:spcPct val="100000"/>
              </a:lnSpc>
              <a:spcBef>
                <a:spcPts val="0"/>
              </a:spcBef>
              <a:spcAft>
                <a:spcPts val="0"/>
              </a:spcAft>
              <a:buSzPts val="1200"/>
              <a:buFont typeface="Montserrat"/>
              <a:buNone/>
              <a:defRPr sz="1200">
                <a:latin typeface="Montserrat"/>
                <a:ea typeface="Montserrat"/>
                <a:cs typeface="Montserrat"/>
                <a:sym typeface="Montserrat"/>
              </a:defRPr>
            </a:lvl2pPr>
            <a:lvl3pPr lvl="2" algn="l">
              <a:lnSpc>
                <a:spcPct val="100000"/>
              </a:lnSpc>
              <a:spcBef>
                <a:spcPts val="0"/>
              </a:spcBef>
              <a:spcAft>
                <a:spcPts val="0"/>
              </a:spcAft>
              <a:buSzPts val="1200"/>
              <a:buFont typeface="Montserrat"/>
              <a:buNone/>
              <a:defRPr sz="1200">
                <a:latin typeface="Montserrat"/>
                <a:ea typeface="Montserrat"/>
                <a:cs typeface="Montserrat"/>
                <a:sym typeface="Montserrat"/>
              </a:defRPr>
            </a:lvl3pPr>
            <a:lvl4pPr lvl="3" algn="l">
              <a:lnSpc>
                <a:spcPct val="100000"/>
              </a:lnSpc>
              <a:spcBef>
                <a:spcPts val="0"/>
              </a:spcBef>
              <a:spcAft>
                <a:spcPts val="0"/>
              </a:spcAft>
              <a:buSzPts val="1200"/>
              <a:buFont typeface="Montserrat"/>
              <a:buNone/>
              <a:defRPr sz="1200">
                <a:latin typeface="Montserrat"/>
                <a:ea typeface="Montserrat"/>
                <a:cs typeface="Montserrat"/>
                <a:sym typeface="Montserrat"/>
              </a:defRPr>
            </a:lvl4pPr>
            <a:lvl5pPr lvl="4" algn="l">
              <a:lnSpc>
                <a:spcPct val="100000"/>
              </a:lnSpc>
              <a:spcBef>
                <a:spcPts val="0"/>
              </a:spcBef>
              <a:spcAft>
                <a:spcPts val="0"/>
              </a:spcAft>
              <a:buSzPts val="1200"/>
              <a:buFont typeface="Montserrat"/>
              <a:buNone/>
              <a:defRPr sz="1200">
                <a:latin typeface="Montserrat"/>
                <a:ea typeface="Montserrat"/>
                <a:cs typeface="Montserrat"/>
                <a:sym typeface="Montserrat"/>
              </a:defRPr>
            </a:lvl5pPr>
            <a:lvl6pPr lvl="5" algn="l">
              <a:lnSpc>
                <a:spcPct val="100000"/>
              </a:lnSpc>
              <a:spcBef>
                <a:spcPts val="0"/>
              </a:spcBef>
              <a:spcAft>
                <a:spcPts val="0"/>
              </a:spcAft>
              <a:buSzPts val="1200"/>
              <a:buFont typeface="Montserrat"/>
              <a:buNone/>
              <a:defRPr sz="1200">
                <a:latin typeface="Montserrat"/>
                <a:ea typeface="Montserrat"/>
                <a:cs typeface="Montserrat"/>
                <a:sym typeface="Montserrat"/>
              </a:defRPr>
            </a:lvl6pPr>
            <a:lvl7pPr lvl="6" algn="l">
              <a:lnSpc>
                <a:spcPct val="100000"/>
              </a:lnSpc>
              <a:spcBef>
                <a:spcPts val="0"/>
              </a:spcBef>
              <a:spcAft>
                <a:spcPts val="0"/>
              </a:spcAft>
              <a:buSzPts val="1200"/>
              <a:buFont typeface="Montserrat"/>
              <a:buNone/>
              <a:defRPr sz="1200">
                <a:latin typeface="Montserrat"/>
                <a:ea typeface="Montserrat"/>
                <a:cs typeface="Montserrat"/>
                <a:sym typeface="Montserrat"/>
              </a:defRPr>
            </a:lvl7pPr>
            <a:lvl8pPr lvl="7" algn="l">
              <a:lnSpc>
                <a:spcPct val="100000"/>
              </a:lnSpc>
              <a:spcBef>
                <a:spcPts val="0"/>
              </a:spcBef>
              <a:spcAft>
                <a:spcPts val="0"/>
              </a:spcAft>
              <a:buSzPts val="1200"/>
              <a:buFont typeface="Montserrat"/>
              <a:buNone/>
              <a:defRPr sz="1200">
                <a:latin typeface="Montserrat"/>
                <a:ea typeface="Montserrat"/>
                <a:cs typeface="Montserrat"/>
                <a:sym typeface="Montserrat"/>
              </a:defRPr>
            </a:lvl8pPr>
            <a:lvl9pPr lvl="8" algn="l">
              <a:lnSpc>
                <a:spcPct val="100000"/>
              </a:lnSpc>
              <a:spcBef>
                <a:spcPts val="0"/>
              </a:spcBef>
              <a:spcAft>
                <a:spcPts val="0"/>
              </a:spcAft>
              <a:buSzPts val="1200"/>
              <a:buFont typeface="Montserrat"/>
              <a:buNone/>
              <a:defRPr sz="1200">
                <a:latin typeface="Montserrat"/>
                <a:ea typeface="Montserrat"/>
                <a:cs typeface="Montserrat"/>
                <a:sym typeface="Montserrat"/>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DEFAULT 3 1">
  <p:cSld name="DEFAULT_3_1">
    <p:bg>
      <p:bgPr>
        <a:solidFill>
          <a:schemeClr val="lt1"/>
        </a:solidFill>
        <a:effectLst/>
      </p:bgPr>
    </p:bg>
    <p:spTree>
      <p:nvGrpSpPr>
        <p:cNvPr id="1" name="Shape 64"/>
        <p:cNvGrpSpPr/>
        <p:nvPr/>
      </p:nvGrpSpPr>
      <p:grpSpPr>
        <a:xfrm>
          <a:off x="0" y="0"/>
          <a:ext cx="0" cy="0"/>
          <a:chOff x="0" y="0"/>
          <a:chExt cx="0" cy="0"/>
        </a:xfrm>
      </p:grpSpPr>
      <p:cxnSp>
        <p:nvCxnSpPr>
          <p:cNvPr id="65" name="Google Shape;65;g38a0e38035e_0_39"/>
          <p:cNvCxnSpPr/>
          <p:nvPr/>
        </p:nvCxnSpPr>
        <p:spPr>
          <a:xfrm>
            <a:off x="225900" y="4712675"/>
            <a:ext cx="8688000" cy="0"/>
          </a:xfrm>
          <a:prstGeom prst="straightConnector1">
            <a:avLst/>
          </a:prstGeom>
          <a:noFill/>
          <a:ln w="9525" cap="flat" cmpd="sng">
            <a:solidFill>
              <a:schemeClr val="lt1"/>
            </a:solidFill>
            <a:prstDash val="solid"/>
            <a:round/>
            <a:headEnd type="none" w="sm" len="sm"/>
            <a:tailEnd type="none" w="sm" len="sm"/>
          </a:ln>
        </p:spPr>
      </p:cxnSp>
      <p:sp>
        <p:nvSpPr>
          <p:cNvPr id="66" name="Google Shape;66;g38a0e38035e_0_39"/>
          <p:cNvSpPr txBox="1"/>
          <p:nvPr/>
        </p:nvSpPr>
        <p:spPr>
          <a:xfrm>
            <a:off x="225900" y="4761000"/>
            <a:ext cx="3000000" cy="338700"/>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0"/>
              </a:spcBef>
              <a:spcAft>
                <a:spcPts val="600"/>
              </a:spcAft>
              <a:buClr>
                <a:srgbClr val="000000"/>
              </a:buClr>
              <a:buSzPts val="1000"/>
              <a:buFont typeface="Arial"/>
              <a:buNone/>
            </a:pPr>
            <a:r>
              <a:rPr lang="pt" sz="1000">
                <a:solidFill>
                  <a:schemeClr val="lt1"/>
                </a:solidFill>
                <a:latin typeface="Montserrat Medium"/>
                <a:ea typeface="Montserrat Medium"/>
                <a:cs typeface="Montserrat Medium"/>
                <a:sym typeface="Montserrat Medium"/>
              </a:rPr>
              <a:t>Pathfinder</a:t>
            </a:r>
            <a:endParaRPr sz="1000" b="0" i="0" u="none" strike="noStrike" cap="none">
              <a:solidFill>
                <a:schemeClr val="lt1"/>
              </a:solidFill>
              <a:latin typeface="Montserrat Medium"/>
              <a:ea typeface="Montserrat Medium"/>
              <a:cs typeface="Montserrat Medium"/>
              <a:sym typeface="Montserrat Medium"/>
            </a:endParaRPr>
          </a:p>
        </p:txBody>
      </p:sp>
      <p:sp>
        <p:nvSpPr>
          <p:cNvPr id="67" name="Google Shape;67;g38a0e38035e_0_39"/>
          <p:cNvSpPr txBox="1"/>
          <p:nvPr/>
        </p:nvSpPr>
        <p:spPr>
          <a:xfrm>
            <a:off x="2841900" y="4761000"/>
            <a:ext cx="6073500" cy="284700"/>
          </a:xfrm>
          <a:prstGeom prst="rect">
            <a:avLst/>
          </a:prstGeom>
          <a:noFill/>
          <a:ln>
            <a:noFill/>
          </a:ln>
        </p:spPr>
        <p:txBody>
          <a:bodyPr spcFirstLastPara="1" wrap="square" lIns="91425" tIns="91425" rIns="91425" bIns="91425" anchor="ctr" anchorCtr="0">
            <a:noAutofit/>
          </a:bodyPr>
          <a:lstStyle/>
          <a:p>
            <a:pPr marL="0" marR="0" lvl="0" indent="0" algn="r" rtl="0">
              <a:lnSpc>
                <a:spcPct val="100000"/>
              </a:lnSpc>
              <a:spcBef>
                <a:spcPts val="0"/>
              </a:spcBef>
              <a:spcAft>
                <a:spcPts val="0"/>
              </a:spcAft>
              <a:buClr>
                <a:srgbClr val="000000"/>
              </a:buClr>
              <a:buSzPts val="1000"/>
              <a:buFont typeface="Arial"/>
              <a:buNone/>
            </a:pPr>
            <a:fld id="{00000000-1234-1234-1234-123412341234}" type="slidenum">
              <a:rPr lang="en-US" sz="1000" b="0" i="0" u="none" strike="noStrike" cap="none">
                <a:solidFill>
                  <a:schemeClr val="lt1"/>
                </a:solidFill>
                <a:latin typeface="Montserrat"/>
                <a:ea typeface="Montserrat"/>
                <a:cs typeface="Montserrat"/>
                <a:sym typeface="Montserrat"/>
              </a:rPr>
              <a:t>‹nº›</a:t>
            </a:fld>
            <a:endParaRPr sz="1000" b="0" i="0" u="none" strike="noStrike" cap="none">
              <a:solidFill>
                <a:schemeClr val="lt1"/>
              </a:solidFill>
              <a:latin typeface="Montserrat"/>
              <a:ea typeface="Montserrat"/>
              <a:cs typeface="Montserrat"/>
              <a:sym typeface="Montserrat"/>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General Slide">
  <p:cSld name="General Slide">
    <p:spTree>
      <p:nvGrpSpPr>
        <p:cNvPr id="1" name="Shape 83"/>
        <p:cNvGrpSpPr/>
        <p:nvPr/>
      </p:nvGrpSpPr>
      <p:grpSpPr>
        <a:xfrm>
          <a:off x="0" y="0"/>
          <a:ext cx="0" cy="0"/>
          <a:chOff x="0" y="0"/>
          <a:chExt cx="0" cy="0"/>
        </a:xfrm>
      </p:grpSpPr>
      <p:sp>
        <p:nvSpPr>
          <p:cNvPr id="84" name="Google Shape;84;g389d0d1ae5c_0_1042"/>
          <p:cNvSpPr txBox="1"/>
          <p:nvPr/>
        </p:nvSpPr>
        <p:spPr>
          <a:xfrm>
            <a:off x="2841900" y="4761000"/>
            <a:ext cx="6073500" cy="284700"/>
          </a:xfrm>
          <a:prstGeom prst="rect">
            <a:avLst/>
          </a:prstGeom>
          <a:noFill/>
          <a:ln>
            <a:noFill/>
          </a:ln>
        </p:spPr>
        <p:txBody>
          <a:bodyPr spcFirstLastPara="1" wrap="square" lIns="91425" tIns="91425" rIns="91425" bIns="91425" anchor="ctr" anchorCtr="0">
            <a:noAutofit/>
          </a:bodyPr>
          <a:lstStyle/>
          <a:p>
            <a:pPr marL="0" marR="0" lvl="0" indent="0" algn="r" rtl="0">
              <a:lnSpc>
                <a:spcPct val="100000"/>
              </a:lnSpc>
              <a:spcBef>
                <a:spcPts val="0"/>
              </a:spcBef>
              <a:spcAft>
                <a:spcPts val="0"/>
              </a:spcAft>
              <a:buClr>
                <a:srgbClr val="000000"/>
              </a:buClr>
              <a:buSzPts val="1000"/>
              <a:buFont typeface="Arial"/>
              <a:buNone/>
            </a:pPr>
            <a:fld id="{00000000-1234-1234-1234-123412341234}" type="slidenum">
              <a:rPr lang="en-US" sz="1000" b="0" i="0" u="none" strike="noStrike" cap="none">
                <a:solidFill>
                  <a:schemeClr val="dk1"/>
                </a:solidFill>
                <a:latin typeface="Montserrat"/>
                <a:ea typeface="Montserrat"/>
                <a:cs typeface="Montserrat"/>
                <a:sym typeface="Montserrat"/>
              </a:rPr>
              <a:t>‹nº›</a:t>
            </a:fld>
            <a:endParaRPr sz="1000" b="0" i="0" u="none" strike="noStrike" cap="none">
              <a:solidFill>
                <a:schemeClr val="dk1"/>
              </a:solidFill>
              <a:latin typeface="Montserrat"/>
              <a:ea typeface="Montserrat"/>
              <a:cs typeface="Montserrat"/>
              <a:sym typeface="Montserrat"/>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userDrawn="1">
  <p:cSld name="Master Background">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83303121-B04E-244C-9717-800442EA097E}"/>
              </a:ext>
            </a:extLst>
          </p:cNvPr>
          <p:cNvSpPr/>
          <p:nvPr userDrawn="1"/>
        </p:nvSpPr>
        <p:spPr>
          <a:xfrm>
            <a:off x="142875" y="5001337"/>
            <a:ext cx="4429126" cy="142163"/>
          </a:xfrm>
          <a:prstGeom prst="rect">
            <a:avLst/>
          </a:prstGeom>
          <a:solidFill>
            <a:srgbClr val="D8601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50"/>
          </a:p>
        </p:txBody>
      </p:sp>
      <p:sp>
        <p:nvSpPr>
          <p:cNvPr id="13" name="Rectangle 12">
            <a:extLst>
              <a:ext uri="{FF2B5EF4-FFF2-40B4-BE49-F238E27FC236}">
                <a16:creationId xmlns:a16="http://schemas.microsoft.com/office/drawing/2014/main" id="{DC8D2B90-570F-DE44-ACE2-F34B9458017A}"/>
              </a:ext>
            </a:extLst>
          </p:cNvPr>
          <p:cNvSpPr/>
          <p:nvPr userDrawn="1"/>
        </p:nvSpPr>
        <p:spPr>
          <a:xfrm>
            <a:off x="4572000" y="5001337"/>
            <a:ext cx="4429126" cy="142163"/>
          </a:xfrm>
          <a:prstGeom prst="rect">
            <a:avLst/>
          </a:prstGeom>
          <a:solidFill>
            <a:srgbClr val="D19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50"/>
          </a:p>
        </p:txBody>
      </p:sp>
    </p:spTree>
    <p:extLst>
      <p:ext uri="{BB962C8B-B14F-4D97-AF65-F5344CB8AC3E}">
        <p14:creationId xmlns:p14="http://schemas.microsoft.com/office/powerpoint/2010/main" val="360394615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guide id="3" orient="horz" pos="120">
          <p15:clr>
            <a:srgbClr val="FBAE40"/>
          </p15:clr>
        </p15:guide>
        <p15:guide id="4" orient="horz" pos="4200">
          <p15:clr>
            <a:srgbClr val="FBAE40"/>
          </p15:clr>
        </p15:guide>
        <p15:guide id="5" pos="120">
          <p15:clr>
            <a:srgbClr val="FBAE40"/>
          </p15:clr>
        </p15:guide>
        <p15:guide id="6" pos="756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514350" y="1597819"/>
            <a:ext cx="5829300" cy="1102519"/>
          </a:xfrm>
        </p:spPr>
        <p:txBody>
          <a:bodyPr/>
          <a:lstStyle/>
          <a:p>
            <a:r>
              <a:rPr lang="pt"/>
              <a:t>Clique para editar o estilo do título Master</a:t>
            </a:r>
          </a:p>
        </p:txBody>
      </p:sp>
      <p:sp>
        <p:nvSpPr>
          <p:cNvPr id="3" name="Subtitle 2"/>
          <p:cNvSpPr>
            <a:spLocks noGrp="1"/>
          </p:cNvSpPr>
          <p:nvPr>
            <p:ph type="subTitle" idx="1"/>
          </p:nvPr>
        </p:nvSpPr>
        <p:spPr>
          <a:xfrm>
            <a:off x="1028700" y="2914650"/>
            <a:ext cx="4800600" cy="131445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pt"/>
              <a:t>Clique para editar o estilo mestre das legendas</a:t>
            </a:r>
          </a:p>
        </p:txBody>
      </p:sp>
      <p:sp>
        <p:nvSpPr>
          <p:cNvPr id="4" name="Date Placeholder 3"/>
          <p:cNvSpPr>
            <a:spLocks noGrp="1"/>
          </p:cNvSpPr>
          <p:nvPr>
            <p:ph type="dt" sz="half" idx="10"/>
          </p:nvPr>
        </p:nvSpPr>
        <p:spPr/>
        <p:txBody>
          <a:bodyPr/>
          <a:lstStyle/>
          <a:p>
            <a:fld id="{5BCAD085-E8A6-8845-BD4E-CB4CCA059FC4}" type="datetimeFigureOut">
              <a:rPr lang="en-US" smtClean="0"/>
              <a:t>10/11/2026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248841065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
              <a:t>Clique para editar o estilo do título Master</a:t>
            </a:r>
          </a:p>
        </p:txBody>
      </p:sp>
      <p:sp>
        <p:nvSpPr>
          <p:cNvPr id="3" name="Content Placeholder 2"/>
          <p:cNvSpPr>
            <a:spLocks noGrp="1"/>
          </p:cNvSpPr>
          <p:nvPr>
            <p:ph idx="1"/>
          </p:nvPr>
        </p:nvSpPr>
        <p:spPr/>
        <p:txBody>
          <a:bodyPr/>
          <a:lstStyle/>
          <a:p>
            <a:pPr lvl="0"/>
            <a:r>
              <a:rPr lang="pt"/>
              <a:t>Clique para editar estilos de texto Master</a:t>
            </a:r>
          </a:p>
          <a:p>
            <a:pPr lvl="1"/>
            <a:r>
              <a:rPr lang="pt"/>
              <a:t>Segundo nível</a:t>
            </a:r>
          </a:p>
          <a:p>
            <a:pPr lvl="2"/>
            <a:r>
              <a:rPr lang="pt"/>
              <a:t>Terceiro nível</a:t>
            </a:r>
          </a:p>
          <a:p>
            <a:pPr lvl="3"/>
            <a:r>
              <a:rPr lang="pt"/>
              <a:t>Quarto nível</a:t>
            </a:r>
          </a:p>
          <a:p>
            <a:pPr lvl="4"/>
            <a:r>
              <a:rPr lang="pt"/>
              <a:t>Quinto nível</a:t>
            </a:r>
          </a:p>
        </p:txBody>
      </p:sp>
      <p:sp>
        <p:nvSpPr>
          <p:cNvPr id="4" name="Date Placeholder 3"/>
          <p:cNvSpPr>
            <a:spLocks noGrp="1"/>
          </p:cNvSpPr>
          <p:nvPr>
            <p:ph type="dt" sz="half" idx="10"/>
          </p:nvPr>
        </p:nvSpPr>
        <p:spPr/>
        <p:txBody>
          <a:bodyPr/>
          <a:lstStyle/>
          <a:p>
            <a:fld id="{5BCAD085-E8A6-8845-BD4E-CB4CCA059FC4}" type="datetimeFigureOut">
              <a:rPr lang="en-US" smtClean="0"/>
              <a:t>10/11/2026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264309537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541735" y="3305176"/>
            <a:ext cx="5829300" cy="1021556"/>
          </a:xfrm>
        </p:spPr>
        <p:txBody>
          <a:bodyPr anchor="t"/>
          <a:lstStyle>
            <a:lvl1pPr algn="l">
              <a:defRPr sz="3000" b="1" cap="all"/>
            </a:lvl1pPr>
          </a:lstStyle>
          <a:p>
            <a:r>
              <a:rPr lang="pt"/>
              <a:t>Clique para editar o estilo do título Master</a:t>
            </a:r>
          </a:p>
        </p:txBody>
      </p:sp>
      <p:sp>
        <p:nvSpPr>
          <p:cNvPr id="3" name="Text Placeholder 2"/>
          <p:cNvSpPr>
            <a:spLocks noGrp="1"/>
          </p:cNvSpPr>
          <p:nvPr>
            <p:ph type="body" idx="1"/>
          </p:nvPr>
        </p:nvSpPr>
        <p:spPr>
          <a:xfrm>
            <a:off x="541735" y="2180035"/>
            <a:ext cx="5829300" cy="1125140"/>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pt"/>
              <a:t>Clique para editar estilos de texto Master</a:t>
            </a:r>
          </a:p>
        </p:txBody>
      </p:sp>
      <p:sp>
        <p:nvSpPr>
          <p:cNvPr id="4" name="Date Placeholder 3"/>
          <p:cNvSpPr>
            <a:spLocks noGrp="1"/>
          </p:cNvSpPr>
          <p:nvPr>
            <p:ph type="dt" sz="half" idx="10"/>
          </p:nvPr>
        </p:nvSpPr>
        <p:spPr/>
        <p:txBody>
          <a:bodyPr/>
          <a:lstStyle/>
          <a:p>
            <a:fld id="{5BCAD085-E8A6-8845-BD4E-CB4CCA059FC4}" type="datetimeFigureOut">
              <a:rPr lang="en-US" smtClean="0"/>
              <a:t>10/11/2026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381314631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
              <a:t>Clique para editar o estilo do título Master</a:t>
            </a:r>
          </a:p>
        </p:txBody>
      </p:sp>
      <p:sp>
        <p:nvSpPr>
          <p:cNvPr id="3" name="Content Placeholder 2"/>
          <p:cNvSpPr>
            <a:spLocks noGrp="1"/>
          </p:cNvSpPr>
          <p:nvPr>
            <p:ph sz="half" idx="1"/>
          </p:nvPr>
        </p:nvSpPr>
        <p:spPr>
          <a:xfrm>
            <a:off x="342900" y="1200151"/>
            <a:ext cx="302895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pt"/>
              <a:t>Clique para editar estilos de texto Master</a:t>
            </a:r>
          </a:p>
          <a:p>
            <a:pPr lvl="1"/>
            <a:r>
              <a:rPr lang="pt"/>
              <a:t>Segundo nível</a:t>
            </a:r>
          </a:p>
          <a:p>
            <a:pPr lvl="2"/>
            <a:r>
              <a:rPr lang="pt"/>
              <a:t>Terceiro nível</a:t>
            </a:r>
          </a:p>
          <a:p>
            <a:pPr lvl="3"/>
            <a:r>
              <a:rPr lang="pt"/>
              <a:t>Quarto nível</a:t>
            </a:r>
          </a:p>
          <a:p>
            <a:pPr lvl="4"/>
            <a:r>
              <a:rPr lang="pt"/>
              <a:t>Quinto nível</a:t>
            </a:r>
          </a:p>
        </p:txBody>
      </p:sp>
      <p:sp>
        <p:nvSpPr>
          <p:cNvPr id="4" name="Content Placeholder 3"/>
          <p:cNvSpPr>
            <a:spLocks noGrp="1"/>
          </p:cNvSpPr>
          <p:nvPr>
            <p:ph sz="half" idx="2"/>
          </p:nvPr>
        </p:nvSpPr>
        <p:spPr>
          <a:xfrm>
            <a:off x="3486150" y="1200151"/>
            <a:ext cx="302895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pt"/>
              <a:t>Clique para editar estilos de texto Master</a:t>
            </a:r>
          </a:p>
          <a:p>
            <a:pPr lvl="1"/>
            <a:r>
              <a:rPr lang="pt"/>
              <a:t>Segundo nível</a:t>
            </a:r>
          </a:p>
          <a:p>
            <a:pPr lvl="2"/>
            <a:r>
              <a:rPr lang="pt"/>
              <a:t>Terceiro nível</a:t>
            </a:r>
          </a:p>
          <a:p>
            <a:pPr lvl="3"/>
            <a:r>
              <a:rPr lang="pt"/>
              <a:t>Quarto nível</a:t>
            </a:r>
          </a:p>
          <a:p>
            <a:pPr lvl="4"/>
            <a:r>
              <a:rPr lang="pt"/>
              <a:t>Quinto nível</a:t>
            </a:r>
          </a:p>
        </p:txBody>
      </p:sp>
      <p:sp>
        <p:nvSpPr>
          <p:cNvPr id="5" name="Date Placeholder 4"/>
          <p:cNvSpPr>
            <a:spLocks noGrp="1"/>
          </p:cNvSpPr>
          <p:nvPr>
            <p:ph type="dt" sz="half" idx="10"/>
          </p:nvPr>
        </p:nvSpPr>
        <p:spPr/>
        <p:txBody>
          <a:bodyPr/>
          <a:lstStyle/>
          <a:p>
            <a:fld id="{5BCAD085-E8A6-8845-BD4E-CB4CCA059FC4}" type="datetimeFigureOut">
              <a:rPr lang="en-US" smtClean="0"/>
              <a:t>10/11/2026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212728071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pt"/>
              <a:t>Clique para editar o estilo do título Master</a:t>
            </a:r>
          </a:p>
        </p:txBody>
      </p:sp>
      <p:sp>
        <p:nvSpPr>
          <p:cNvPr id="3" name="Text Placeholder 2"/>
          <p:cNvSpPr>
            <a:spLocks noGrp="1"/>
          </p:cNvSpPr>
          <p:nvPr>
            <p:ph type="body" idx="1"/>
          </p:nvPr>
        </p:nvSpPr>
        <p:spPr>
          <a:xfrm>
            <a:off x="342900" y="1151335"/>
            <a:ext cx="3030141"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pt"/>
              <a:t>Clique para editar estilos de texto Master</a:t>
            </a:r>
          </a:p>
        </p:txBody>
      </p:sp>
      <p:sp>
        <p:nvSpPr>
          <p:cNvPr id="4" name="Content Placeholder 3"/>
          <p:cNvSpPr>
            <a:spLocks noGrp="1"/>
          </p:cNvSpPr>
          <p:nvPr>
            <p:ph sz="half" idx="2"/>
          </p:nvPr>
        </p:nvSpPr>
        <p:spPr>
          <a:xfrm>
            <a:off x="342900" y="1631156"/>
            <a:ext cx="3030141"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pt"/>
              <a:t>Clique para editar estilos de texto Master</a:t>
            </a:r>
          </a:p>
          <a:p>
            <a:pPr lvl="1"/>
            <a:r>
              <a:rPr lang="pt"/>
              <a:t>Segundo nível</a:t>
            </a:r>
          </a:p>
          <a:p>
            <a:pPr lvl="2"/>
            <a:r>
              <a:rPr lang="pt"/>
              <a:t>Terceiro nível</a:t>
            </a:r>
          </a:p>
          <a:p>
            <a:pPr lvl="3"/>
            <a:r>
              <a:rPr lang="pt"/>
              <a:t>Quarto nível</a:t>
            </a:r>
          </a:p>
          <a:p>
            <a:pPr lvl="4"/>
            <a:r>
              <a:rPr lang="pt"/>
              <a:t>Quinto nível</a:t>
            </a:r>
          </a:p>
        </p:txBody>
      </p:sp>
      <p:sp>
        <p:nvSpPr>
          <p:cNvPr id="5" name="Text Placeholder 4"/>
          <p:cNvSpPr>
            <a:spLocks noGrp="1"/>
          </p:cNvSpPr>
          <p:nvPr>
            <p:ph type="body" sz="quarter" idx="3"/>
          </p:nvPr>
        </p:nvSpPr>
        <p:spPr>
          <a:xfrm>
            <a:off x="3483769" y="1151335"/>
            <a:ext cx="3031331"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pt"/>
              <a:t>Clique para editar estilos de texto Master</a:t>
            </a:r>
          </a:p>
        </p:txBody>
      </p:sp>
      <p:sp>
        <p:nvSpPr>
          <p:cNvPr id="6" name="Content Placeholder 5"/>
          <p:cNvSpPr>
            <a:spLocks noGrp="1"/>
          </p:cNvSpPr>
          <p:nvPr>
            <p:ph sz="quarter" idx="4"/>
          </p:nvPr>
        </p:nvSpPr>
        <p:spPr>
          <a:xfrm>
            <a:off x="3483769" y="1631156"/>
            <a:ext cx="3031331"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pt"/>
              <a:t>Clique para editar estilos de texto Master</a:t>
            </a:r>
          </a:p>
          <a:p>
            <a:pPr lvl="1"/>
            <a:r>
              <a:rPr lang="pt"/>
              <a:t>Segundo nível</a:t>
            </a:r>
          </a:p>
          <a:p>
            <a:pPr lvl="2"/>
            <a:r>
              <a:rPr lang="pt"/>
              <a:t>Terceiro nível</a:t>
            </a:r>
          </a:p>
          <a:p>
            <a:pPr lvl="3"/>
            <a:r>
              <a:rPr lang="pt"/>
              <a:t>Quarto nível</a:t>
            </a:r>
          </a:p>
          <a:p>
            <a:pPr lvl="4"/>
            <a:r>
              <a:rPr lang="pt"/>
              <a:t>Quinto nível</a:t>
            </a:r>
          </a:p>
        </p:txBody>
      </p:sp>
      <p:sp>
        <p:nvSpPr>
          <p:cNvPr id="7" name="Date Placeholder 6"/>
          <p:cNvSpPr>
            <a:spLocks noGrp="1"/>
          </p:cNvSpPr>
          <p:nvPr>
            <p:ph type="dt" sz="half" idx="10"/>
          </p:nvPr>
        </p:nvSpPr>
        <p:spPr/>
        <p:txBody>
          <a:bodyPr/>
          <a:lstStyle/>
          <a:p>
            <a:fld id="{5BCAD085-E8A6-8845-BD4E-CB4CCA059FC4}" type="datetimeFigureOut">
              <a:rPr lang="en-US" smtClean="0"/>
              <a:t>10/11/2026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210646006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
              <a:t>Clique para editar o estilo do título Master</a:t>
            </a:r>
          </a:p>
        </p:txBody>
      </p:sp>
      <p:sp>
        <p:nvSpPr>
          <p:cNvPr id="3" name="Date Placeholder 2"/>
          <p:cNvSpPr>
            <a:spLocks noGrp="1"/>
          </p:cNvSpPr>
          <p:nvPr>
            <p:ph type="dt" sz="half" idx="10"/>
          </p:nvPr>
        </p:nvSpPr>
        <p:spPr/>
        <p:txBody>
          <a:bodyPr/>
          <a:lstStyle/>
          <a:p>
            <a:fld id="{5BCAD085-E8A6-8845-BD4E-CB4CCA059FC4}" type="datetimeFigureOut">
              <a:rPr lang="en-US" smtClean="0"/>
              <a:t>10/11/2026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68321685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10/11/2026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380534344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42900" y="204787"/>
            <a:ext cx="2256235" cy="871538"/>
          </a:xfrm>
        </p:spPr>
        <p:txBody>
          <a:bodyPr anchor="b"/>
          <a:lstStyle>
            <a:lvl1pPr algn="l">
              <a:defRPr sz="1500" b="1"/>
            </a:lvl1pPr>
          </a:lstStyle>
          <a:p>
            <a:r>
              <a:rPr lang="pt"/>
              <a:t>Clique para editar o estilo do título Master</a:t>
            </a:r>
          </a:p>
        </p:txBody>
      </p:sp>
      <p:sp>
        <p:nvSpPr>
          <p:cNvPr id="3" name="Content Placeholder 2"/>
          <p:cNvSpPr>
            <a:spLocks noGrp="1"/>
          </p:cNvSpPr>
          <p:nvPr>
            <p:ph idx="1"/>
          </p:nvPr>
        </p:nvSpPr>
        <p:spPr>
          <a:xfrm>
            <a:off x="2681287" y="204788"/>
            <a:ext cx="3833813"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pt"/>
              <a:t>Clique para editar estilos de texto Master</a:t>
            </a:r>
          </a:p>
          <a:p>
            <a:pPr lvl="1"/>
            <a:r>
              <a:rPr lang="pt"/>
              <a:t>Segundo nível</a:t>
            </a:r>
          </a:p>
          <a:p>
            <a:pPr lvl="2"/>
            <a:r>
              <a:rPr lang="pt"/>
              <a:t>Terceiro nível</a:t>
            </a:r>
          </a:p>
          <a:p>
            <a:pPr lvl="3"/>
            <a:r>
              <a:rPr lang="pt"/>
              <a:t>Quarto nível</a:t>
            </a:r>
          </a:p>
          <a:p>
            <a:pPr lvl="4"/>
            <a:r>
              <a:rPr lang="pt"/>
              <a:t>Quinto nível</a:t>
            </a:r>
          </a:p>
        </p:txBody>
      </p:sp>
      <p:sp>
        <p:nvSpPr>
          <p:cNvPr id="4" name="Text Placeholder 3"/>
          <p:cNvSpPr>
            <a:spLocks noGrp="1"/>
          </p:cNvSpPr>
          <p:nvPr>
            <p:ph type="body" sz="half" idx="2"/>
          </p:nvPr>
        </p:nvSpPr>
        <p:spPr>
          <a:xfrm>
            <a:off x="342900" y="1076326"/>
            <a:ext cx="2256235"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pt"/>
              <a:t>Clique para editar estilos de texto Master</a:t>
            </a:r>
          </a:p>
        </p:txBody>
      </p:sp>
      <p:sp>
        <p:nvSpPr>
          <p:cNvPr id="5" name="Date Placeholder 4"/>
          <p:cNvSpPr>
            <a:spLocks noGrp="1"/>
          </p:cNvSpPr>
          <p:nvPr>
            <p:ph type="dt" sz="half" idx="10"/>
          </p:nvPr>
        </p:nvSpPr>
        <p:spPr/>
        <p:txBody>
          <a:bodyPr/>
          <a:lstStyle/>
          <a:p>
            <a:fld id="{5BCAD085-E8A6-8845-BD4E-CB4CCA059FC4}" type="datetimeFigureOut">
              <a:rPr lang="en-US" smtClean="0"/>
              <a:t>10/11/2026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398827070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344216" y="3600450"/>
            <a:ext cx="4114800" cy="425054"/>
          </a:xfrm>
        </p:spPr>
        <p:txBody>
          <a:bodyPr anchor="b"/>
          <a:lstStyle>
            <a:lvl1pPr algn="l">
              <a:defRPr sz="1500" b="1"/>
            </a:lvl1pPr>
          </a:lstStyle>
          <a:p>
            <a:r>
              <a:rPr lang="pt"/>
              <a:t>Clique para editar o estilo do título Master</a:t>
            </a:r>
          </a:p>
        </p:txBody>
      </p:sp>
      <p:sp>
        <p:nvSpPr>
          <p:cNvPr id="3" name="Picture Placeholder 2"/>
          <p:cNvSpPr>
            <a:spLocks noGrp="1"/>
          </p:cNvSpPr>
          <p:nvPr>
            <p:ph type="pic" idx="1"/>
          </p:nvPr>
        </p:nvSpPr>
        <p:spPr>
          <a:xfrm>
            <a:off x="1344216" y="459581"/>
            <a:ext cx="41148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344216" y="4025503"/>
            <a:ext cx="41148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pt"/>
              <a:t>Clique para editar estilos de texto Master</a:t>
            </a:r>
          </a:p>
        </p:txBody>
      </p:sp>
      <p:sp>
        <p:nvSpPr>
          <p:cNvPr id="5" name="Date Placeholder 4"/>
          <p:cNvSpPr>
            <a:spLocks noGrp="1"/>
          </p:cNvSpPr>
          <p:nvPr>
            <p:ph type="dt" sz="half" idx="10"/>
          </p:nvPr>
        </p:nvSpPr>
        <p:spPr/>
        <p:txBody>
          <a:bodyPr/>
          <a:lstStyle/>
          <a:p>
            <a:fld id="{5BCAD085-E8A6-8845-BD4E-CB4CCA059FC4}" type="datetimeFigureOut">
              <a:rPr lang="en-US" smtClean="0"/>
              <a:t>10/11/2026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134720313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
              <a:t>Clique para editar o estilo do título Master</a:t>
            </a:r>
          </a:p>
        </p:txBody>
      </p:sp>
      <p:sp>
        <p:nvSpPr>
          <p:cNvPr id="3" name="Vertical Text Placeholder 2"/>
          <p:cNvSpPr>
            <a:spLocks noGrp="1"/>
          </p:cNvSpPr>
          <p:nvPr>
            <p:ph type="body" orient="vert" idx="1"/>
          </p:nvPr>
        </p:nvSpPr>
        <p:spPr/>
        <p:txBody>
          <a:bodyPr vert="eaVert"/>
          <a:lstStyle/>
          <a:p>
            <a:pPr lvl="0"/>
            <a:r>
              <a:rPr lang="pt"/>
              <a:t>Clique para editar estilos de texto Master</a:t>
            </a:r>
          </a:p>
          <a:p>
            <a:pPr lvl="1"/>
            <a:r>
              <a:rPr lang="pt"/>
              <a:t>Segundo nível</a:t>
            </a:r>
          </a:p>
          <a:p>
            <a:pPr lvl="2"/>
            <a:r>
              <a:rPr lang="pt"/>
              <a:t>Terceiro nível</a:t>
            </a:r>
          </a:p>
          <a:p>
            <a:pPr lvl="3"/>
            <a:r>
              <a:rPr lang="pt"/>
              <a:t>Quarto nível</a:t>
            </a:r>
          </a:p>
          <a:p>
            <a:pPr lvl="4"/>
            <a:r>
              <a:rPr lang="pt"/>
              <a:t>Quinto nível</a:t>
            </a:r>
          </a:p>
        </p:txBody>
      </p:sp>
      <p:sp>
        <p:nvSpPr>
          <p:cNvPr id="4" name="Date Placeholder 3"/>
          <p:cNvSpPr>
            <a:spLocks noGrp="1"/>
          </p:cNvSpPr>
          <p:nvPr>
            <p:ph type="dt" sz="half" idx="10"/>
          </p:nvPr>
        </p:nvSpPr>
        <p:spPr/>
        <p:txBody>
          <a:bodyPr/>
          <a:lstStyle/>
          <a:p>
            <a:fld id="{5BCAD085-E8A6-8845-BD4E-CB4CCA059FC4}" type="datetimeFigureOut">
              <a:rPr lang="en-US" smtClean="0"/>
              <a:t>10/11/2026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290546403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4972050" y="205979"/>
            <a:ext cx="1543050" cy="4388644"/>
          </a:xfrm>
        </p:spPr>
        <p:txBody>
          <a:bodyPr vert="eaVert"/>
          <a:lstStyle/>
          <a:p>
            <a:r>
              <a:rPr lang="pt"/>
              <a:t>Clique para editar o estilo do título Master</a:t>
            </a:r>
          </a:p>
        </p:txBody>
      </p:sp>
      <p:sp>
        <p:nvSpPr>
          <p:cNvPr id="3" name="Vertical Text Placeholder 2"/>
          <p:cNvSpPr>
            <a:spLocks noGrp="1"/>
          </p:cNvSpPr>
          <p:nvPr>
            <p:ph type="body" orient="vert" idx="1"/>
          </p:nvPr>
        </p:nvSpPr>
        <p:spPr>
          <a:xfrm>
            <a:off x="342900" y="205979"/>
            <a:ext cx="4514850" cy="4388644"/>
          </a:xfrm>
        </p:spPr>
        <p:txBody>
          <a:bodyPr vert="eaVert"/>
          <a:lstStyle/>
          <a:p>
            <a:pPr lvl="0"/>
            <a:r>
              <a:rPr lang="pt"/>
              <a:t>Clique para editar estilos de texto Master</a:t>
            </a:r>
          </a:p>
          <a:p>
            <a:pPr lvl="1"/>
            <a:r>
              <a:rPr lang="pt"/>
              <a:t>Segundo nível</a:t>
            </a:r>
          </a:p>
          <a:p>
            <a:pPr lvl="2"/>
            <a:r>
              <a:rPr lang="pt"/>
              <a:t>Terceiro nível</a:t>
            </a:r>
          </a:p>
          <a:p>
            <a:pPr lvl="3"/>
            <a:r>
              <a:rPr lang="pt"/>
              <a:t>Quarto nível</a:t>
            </a:r>
          </a:p>
          <a:p>
            <a:pPr lvl="4"/>
            <a:r>
              <a:rPr lang="pt"/>
              <a:t>Quinto nível</a:t>
            </a:r>
          </a:p>
        </p:txBody>
      </p:sp>
      <p:sp>
        <p:nvSpPr>
          <p:cNvPr id="4" name="Date Placeholder 3"/>
          <p:cNvSpPr>
            <a:spLocks noGrp="1"/>
          </p:cNvSpPr>
          <p:nvPr>
            <p:ph type="dt" sz="half" idx="10"/>
          </p:nvPr>
        </p:nvSpPr>
        <p:spPr/>
        <p:txBody>
          <a:bodyPr/>
          <a:lstStyle/>
          <a:p>
            <a:fld id="{5BCAD085-E8A6-8845-BD4E-CB4CCA059FC4}" type="datetimeFigureOut">
              <a:rPr lang="en-US" smtClean="0"/>
              <a:t>10/11/2026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150253039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 preserve="1">
  <p:cSld name="Diapositivo de Título">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841772"/>
            <a:ext cx="6858000" cy="1790700"/>
          </a:xfrm>
        </p:spPr>
        <p:txBody>
          <a:bodyPr anchor="b"/>
          <a:lstStyle>
            <a:lvl1pPr algn="ctr">
              <a:defRPr sz="4500"/>
            </a:lvl1pPr>
          </a:lstStyle>
          <a:p>
            <a:r>
              <a:rPr lang="pt-PT"/>
              <a:t>Clique para editar o estilo de título do Modelo Global</a:t>
            </a:r>
            <a:endParaRPr lang="en-US"/>
          </a:p>
        </p:txBody>
      </p:sp>
      <p:sp>
        <p:nvSpPr>
          <p:cNvPr id="3" name="Subtitle 2"/>
          <p:cNvSpPr>
            <a:spLocks noGrp="1"/>
          </p:cNvSpPr>
          <p:nvPr>
            <p:ph type="subTitle" idx="1"/>
          </p:nvPr>
        </p:nvSpPr>
        <p:spPr>
          <a:xfrm>
            <a:off x="1143000" y="2701528"/>
            <a:ext cx="6858000" cy="124182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pt-PT"/>
              <a:t>Clique para editar o estilo de subtítulo do Modelo Global</a:t>
            </a:r>
            <a:endParaRPr lang="en-US"/>
          </a:p>
        </p:txBody>
      </p:sp>
      <p:sp>
        <p:nvSpPr>
          <p:cNvPr id="4" name="Date Placeholder 3"/>
          <p:cNvSpPr>
            <a:spLocks noGrp="1"/>
          </p:cNvSpPr>
          <p:nvPr>
            <p:ph type="dt" sz="half" idx="10"/>
          </p:nvPr>
        </p:nvSpPr>
        <p:spPr/>
        <p:txBody>
          <a:bodyPr/>
          <a:lstStyle/>
          <a:p>
            <a:fld id="{9800D704-C3E1-4E66-9CF7-C38893EC8F84}" type="datetimeFigureOut">
              <a:rPr lang="pt-PT" smtClean="0"/>
              <a:t>11/10/2026</a:t>
            </a:fld>
            <a:endParaRPr lang="pt-PT"/>
          </a:p>
        </p:txBody>
      </p:sp>
      <p:sp>
        <p:nvSpPr>
          <p:cNvPr id="5" name="Footer Placeholder 4"/>
          <p:cNvSpPr>
            <a:spLocks noGrp="1"/>
          </p:cNvSpPr>
          <p:nvPr>
            <p:ph type="ftr" sz="quarter" idx="11"/>
          </p:nvPr>
        </p:nvSpPr>
        <p:spPr/>
        <p:txBody>
          <a:bodyPr/>
          <a:lstStyle/>
          <a:p>
            <a:endParaRPr lang="pt-PT"/>
          </a:p>
        </p:txBody>
      </p:sp>
      <p:sp>
        <p:nvSpPr>
          <p:cNvPr id="6" name="Slide Number Placeholder 5"/>
          <p:cNvSpPr>
            <a:spLocks noGrp="1"/>
          </p:cNvSpPr>
          <p:nvPr>
            <p:ph type="sldNum" sz="quarter" idx="12"/>
          </p:nvPr>
        </p:nvSpPr>
        <p:spPr/>
        <p:txBody>
          <a:bodyPr/>
          <a:lstStyle/>
          <a:p>
            <a:fld id="{D02D42BE-C4EB-4F1B-8B21-1E8DF8E9E23C}" type="slidenum">
              <a:rPr lang="pt-PT" smtClean="0"/>
              <a:t>‹nº›</a:t>
            </a:fld>
            <a:endParaRPr lang="pt-PT"/>
          </a:p>
        </p:txBody>
      </p:sp>
    </p:spTree>
    <p:extLst>
      <p:ext uri="{BB962C8B-B14F-4D97-AF65-F5344CB8AC3E}">
        <p14:creationId xmlns:p14="http://schemas.microsoft.com/office/powerpoint/2010/main" val="126491628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 preserve="1">
  <p:cSld name="Título e Objet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PT"/>
              <a:t>Clique para editar o estilo de título do Modelo Global</a:t>
            </a:r>
            <a:endParaRPr lang="en-US"/>
          </a:p>
        </p:txBody>
      </p:sp>
      <p:sp>
        <p:nvSpPr>
          <p:cNvPr id="3" name="Content Placeholder 2"/>
          <p:cNvSpPr>
            <a:spLocks noGrp="1"/>
          </p:cNvSpPr>
          <p:nvPr>
            <p:ph idx="1"/>
          </p:nvPr>
        </p:nvSpPr>
        <p:spPr/>
        <p:txBody>
          <a:bodyPr/>
          <a:lstStyle/>
          <a:p>
            <a:pPr lvl="0"/>
            <a:r>
              <a:rPr lang="pt-PT"/>
              <a:t>Clique para editar os estilos do texto de Modelo Global</a:t>
            </a:r>
          </a:p>
          <a:p>
            <a:pPr lvl="1"/>
            <a:r>
              <a:rPr lang="pt-PT"/>
              <a:t>Segundo nível</a:t>
            </a:r>
          </a:p>
          <a:p>
            <a:pPr lvl="2"/>
            <a:r>
              <a:rPr lang="pt-PT"/>
              <a:t>Terceiro nível</a:t>
            </a:r>
          </a:p>
          <a:p>
            <a:pPr lvl="3"/>
            <a:r>
              <a:rPr lang="pt-PT"/>
              <a:t>Quarto nível</a:t>
            </a:r>
          </a:p>
          <a:p>
            <a:pPr lvl="4"/>
            <a:r>
              <a:rPr lang="pt-PT"/>
              <a:t>Quinto nível</a:t>
            </a:r>
            <a:endParaRPr lang="en-US"/>
          </a:p>
        </p:txBody>
      </p:sp>
      <p:sp>
        <p:nvSpPr>
          <p:cNvPr id="4" name="Date Placeholder 3"/>
          <p:cNvSpPr>
            <a:spLocks noGrp="1"/>
          </p:cNvSpPr>
          <p:nvPr>
            <p:ph type="dt" sz="half" idx="10"/>
          </p:nvPr>
        </p:nvSpPr>
        <p:spPr/>
        <p:txBody>
          <a:bodyPr/>
          <a:lstStyle/>
          <a:p>
            <a:fld id="{9800D704-C3E1-4E66-9CF7-C38893EC8F84}" type="datetimeFigureOut">
              <a:rPr lang="pt-PT" smtClean="0"/>
              <a:t>11/10/2026</a:t>
            </a:fld>
            <a:endParaRPr lang="pt-PT"/>
          </a:p>
        </p:txBody>
      </p:sp>
      <p:sp>
        <p:nvSpPr>
          <p:cNvPr id="5" name="Footer Placeholder 4"/>
          <p:cNvSpPr>
            <a:spLocks noGrp="1"/>
          </p:cNvSpPr>
          <p:nvPr>
            <p:ph type="ftr" sz="quarter" idx="11"/>
          </p:nvPr>
        </p:nvSpPr>
        <p:spPr/>
        <p:txBody>
          <a:bodyPr/>
          <a:lstStyle/>
          <a:p>
            <a:endParaRPr lang="pt-PT"/>
          </a:p>
        </p:txBody>
      </p:sp>
      <p:sp>
        <p:nvSpPr>
          <p:cNvPr id="6" name="Slide Number Placeholder 5"/>
          <p:cNvSpPr>
            <a:spLocks noGrp="1"/>
          </p:cNvSpPr>
          <p:nvPr>
            <p:ph type="sldNum" sz="quarter" idx="12"/>
          </p:nvPr>
        </p:nvSpPr>
        <p:spPr/>
        <p:txBody>
          <a:bodyPr/>
          <a:lstStyle/>
          <a:p>
            <a:fld id="{D02D42BE-C4EB-4F1B-8B21-1E8DF8E9E23C}" type="slidenum">
              <a:rPr lang="pt-PT" smtClean="0"/>
              <a:t>‹nº›</a:t>
            </a:fld>
            <a:endParaRPr lang="pt-PT"/>
          </a:p>
        </p:txBody>
      </p:sp>
    </p:spTree>
    <p:extLst>
      <p:ext uri="{BB962C8B-B14F-4D97-AF65-F5344CB8AC3E}">
        <p14:creationId xmlns:p14="http://schemas.microsoft.com/office/powerpoint/2010/main" val="210778910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secHead" preserve="1">
  <p:cSld name="Cabeçalho da Secção">
    <p:spTree>
      <p:nvGrpSpPr>
        <p:cNvPr id="1" name=""/>
        <p:cNvGrpSpPr/>
        <p:nvPr/>
      </p:nvGrpSpPr>
      <p:grpSpPr>
        <a:xfrm>
          <a:off x="0" y="0"/>
          <a:ext cx="0" cy="0"/>
          <a:chOff x="0" y="0"/>
          <a:chExt cx="0" cy="0"/>
        </a:xfrm>
      </p:grpSpPr>
      <p:sp>
        <p:nvSpPr>
          <p:cNvPr id="2" name="Title 1"/>
          <p:cNvSpPr>
            <a:spLocks noGrp="1"/>
          </p:cNvSpPr>
          <p:nvPr>
            <p:ph type="title"/>
          </p:nvPr>
        </p:nvSpPr>
        <p:spPr>
          <a:xfrm>
            <a:off x="623888" y="1282304"/>
            <a:ext cx="7886700" cy="2139553"/>
          </a:xfrm>
        </p:spPr>
        <p:txBody>
          <a:bodyPr anchor="b"/>
          <a:lstStyle>
            <a:lvl1pPr>
              <a:defRPr sz="4500"/>
            </a:lvl1pPr>
          </a:lstStyle>
          <a:p>
            <a:r>
              <a:rPr lang="pt-PT"/>
              <a:t>Clique para editar o estilo de título do Modelo Global</a:t>
            </a:r>
            <a:endParaRPr lang="en-US"/>
          </a:p>
        </p:txBody>
      </p:sp>
      <p:sp>
        <p:nvSpPr>
          <p:cNvPr id="3" name="Text Placeholder 2"/>
          <p:cNvSpPr>
            <a:spLocks noGrp="1"/>
          </p:cNvSpPr>
          <p:nvPr>
            <p:ph type="body" idx="1"/>
          </p:nvPr>
        </p:nvSpPr>
        <p:spPr>
          <a:xfrm>
            <a:off x="623888" y="3442098"/>
            <a:ext cx="7886700" cy="1125140"/>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pt-PT"/>
              <a:t>Clique para editar os estilos do texto de Modelo Global</a:t>
            </a:r>
          </a:p>
        </p:txBody>
      </p:sp>
      <p:sp>
        <p:nvSpPr>
          <p:cNvPr id="4" name="Date Placeholder 3"/>
          <p:cNvSpPr>
            <a:spLocks noGrp="1"/>
          </p:cNvSpPr>
          <p:nvPr>
            <p:ph type="dt" sz="half" idx="10"/>
          </p:nvPr>
        </p:nvSpPr>
        <p:spPr/>
        <p:txBody>
          <a:bodyPr/>
          <a:lstStyle/>
          <a:p>
            <a:fld id="{9800D704-C3E1-4E66-9CF7-C38893EC8F84}" type="datetimeFigureOut">
              <a:rPr lang="pt-PT" smtClean="0"/>
              <a:t>11/10/2026</a:t>
            </a:fld>
            <a:endParaRPr lang="pt-PT"/>
          </a:p>
        </p:txBody>
      </p:sp>
      <p:sp>
        <p:nvSpPr>
          <p:cNvPr id="5" name="Footer Placeholder 4"/>
          <p:cNvSpPr>
            <a:spLocks noGrp="1"/>
          </p:cNvSpPr>
          <p:nvPr>
            <p:ph type="ftr" sz="quarter" idx="11"/>
          </p:nvPr>
        </p:nvSpPr>
        <p:spPr/>
        <p:txBody>
          <a:bodyPr/>
          <a:lstStyle/>
          <a:p>
            <a:endParaRPr lang="pt-PT"/>
          </a:p>
        </p:txBody>
      </p:sp>
      <p:sp>
        <p:nvSpPr>
          <p:cNvPr id="6" name="Slide Number Placeholder 5"/>
          <p:cNvSpPr>
            <a:spLocks noGrp="1"/>
          </p:cNvSpPr>
          <p:nvPr>
            <p:ph type="sldNum" sz="quarter" idx="12"/>
          </p:nvPr>
        </p:nvSpPr>
        <p:spPr/>
        <p:txBody>
          <a:bodyPr/>
          <a:lstStyle/>
          <a:p>
            <a:fld id="{D02D42BE-C4EB-4F1B-8B21-1E8DF8E9E23C}" type="slidenum">
              <a:rPr lang="pt-PT" smtClean="0"/>
              <a:t>‹nº›</a:t>
            </a:fld>
            <a:endParaRPr lang="pt-PT"/>
          </a:p>
        </p:txBody>
      </p:sp>
    </p:spTree>
    <p:extLst>
      <p:ext uri="{BB962C8B-B14F-4D97-AF65-F5344CB8AC3E}">
        <p14:creationId xmlns:p14="http://schemas.microsoft.com/office/powerpoint/2010/main" val="149035308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woObj" preserve="1">
  <p:cSld name="Conteúdo Dupl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PT"/>
              <a:t>Clique para editar o estilo de título do Modelo Global</a:t>
            </a:r>
            <a:endParaRPr lang="en-US"/>
          </a:p>
        </p:txBody>
      </p:sp>
      <p:sp>
        <p:nvSpPr>
          <p:cNvPr id="3" name="Content Placeholder 2"/>
          <p:cNvSpPr>
            <a:spLocks noGrp="1"/>
          </p:cNvSpPr>
          <p:nvPr>
            <p:ph sz="half" idx="1"/>
          </p:nvPr>
        </p:nvSpPr>
        <p:spPr>
          <a:xfrm>
            <a:off x="628650" y="1369219"/>
            <a:ext cx="3886200" cy="3263504"/>
          </a:xfrm>
        </p:spPr>
        <p:txBody>
          <a:bodyPr/>
          <a:lstStyle/>
          <a:p>
            <a:pPr lvl="0"/>
            <a:r>
              <a:rPr lang="pt-PT"/>
              <a:t>Clique para editar os estilos do texto de Modelo Global</a:t>
            </a:r>
          </a:p>
          <a:p>
            <a:pPr lvl="1"/>
            <a:r>
              <a:rPr lang="pt-PT"/>
              <a:t>Segundo nível</a:t>
            </a:r>
          </a:p>
          <a:p>
            <a:pPr lvl="2"/>
            <a:r>
              <a:rPr lang="pt-PT"/>
              <a:t>Terceiro nível</a:t>
            </a:r>
          </a:p>
          <a:p>
            <a:pPr lvl="3"/>
            <a:r>
              <a:rPr lang="pt-PT"/>
              <a:t>Quarto nível</a:t>
            </a:r>
          </a:p>
          <a:p>
            <a:pPr lvl="4"/>
            <a:r>
              <a:rPr lang="pt-PT"/>
              <a:t>Quinto nível</a:t>
            </a:r>
            <a:endParaRPr lang="en-US"/>
          </a:p>
        </p:txBody>
      </p:sp>
      <p:sp>
        <p:nvSpPr>
          <p:cNvPr id="4" name="Content Placeholder 3"/>
          <p:cNvSpPr>
            <a:spLocks noGrp="1"/>
          </p:cNvSpPr>
          <p:nvPr>
            <p:ph sz="half" idx="2"/>
          </p:nvPr>
        </p:nvSpPr>
        <p:spPr>
          <a:xfrm>
            <a:off x="4629150" y="1369219"/>
            <a:ext cx="3886200" cy="3263504"/>
          </a:xfrm>
        </p:spPr>
        <p:txBody>
          <a:bodyPr/>
          <a:lstStyle/>
          <a:p>
            <a:pPr lvl="0"/>
            <a:r>
              <a:rPr lang="pt-PT"/>
              <a:t>Clique para editar os estilos do texto de Modelo Global</a:t>
            </a:r>
          </a:p>
          <a:p>
            <a:pPr lvl="1"/>
            <a:r>
              <a:rPr lang="pt-PT"/>
              <a:t>Segundo nível</a:t>
            </a:r>
          </a:p>
          <a:p>
            <a:pPr lvl="2"/>
            <a:r>
              <a:rPr lang="pt-PT"/>
              <a:t>Terceiro nível</a:t>
            </a:r>
          </a:p>
          <a:p>
            <a:pPr lvl="3"/>
            <a:r>
              <a:rPr lang="pt-PT"/>
              <a:t>Quarto nível</a:t>
            </a:r>
          </a:p>
          <a:p>
            <a:pPr lvl="4"/>
            <a:r>
              <a:rPr lang="pt-PT"/>
              <a:t>Quinto nível</a:t>
            </a:r>
            <a:endParaRPr lang="en-US"/>
          </a:p>
        </p:txBody>
      </p:sp>
      <p:sp>
        <p:nvSpPr>
          <p:cNvPr id="5" name="Date Placeholder 4"/>
          <p:cNvSpPr>
            <a:spLocks noGrp="1"/>
          </p:cNvSpPr>
          <p:nvPr>
            <p:ph type="dt" sz="half" idx="10"/>
          </p:nvPr>
        </p:nvSpPr>
        <p:spPr/>
        <p:txBody>
          <a:bodyPr/>
          <a:lstStyle/>
          <a:p>
            <a:fld id="{9800D704-C3E1-4E66-9CF7-C38893EC8F84}" type="datetimeFigureOut">
              <a:rPr lang="pt-PT" smtClean="0"/>
              <a:t>11/10/2026</a:t>
            </a:fld>
            <a:endParaRPr lang="pt-PT"/>
          </a:p>
        </p:txBody>
      </p:sp>
      <p:sp>
        <p:nvSpPr>
          <p:cNvPr id="6" name="Footer Placeholder 5"/>
          <p:cNvSpPr>
            <a:spLocks noGrp="1"/>
          </p:cNvSpPr>
          <p:nvPr>
            <p:ph type="ftr" sz="quarter" idx="11"/>
          </p:nvPr>
        </p:nvSpPr>
        <p:spPr/>
        <p:txBody>
          <a:bodyPr/>
          <a:lstStyle/>
          <a:p>
            <a:endParaRPr lang="pt-PT"/>
          </a:p>
        </p:txBody>
      </p:sp>
      <p:sp>
        <p:nvSpPr>
          <p:cNvPr id="7" name="Slide Number Placeholder 6"/>
          <p:cNvSpPr>
            <a:spLocks noGrp="1"/>
          </p:cNvSpPr>
          <p:nvPr>
            <p:ph type="sldNum" sz="quarter" idx="12"/>
          </p:nvPr>
        </p:nvSpPr>
        <p:spPr/>
        <p:txBody>
          <a:bodyPr/>
          <a:lstStyle/>
          <a:p>
            <a:fld id="{D02D42BE-C4EB-4F1B-8B21-1E8DF8E9E23C}" type="slidenum">
              <a:rPr lang="pt-PT" smtClean="0"/>
              <a:t>‹nº›</a:t>
            </a:fld>
            <a:endParaRPr lang="pt-PT"/>
          </a:p>
        </p:txBody>
      </p:sp>
    </p:spTree>
    <p:extLst>
      <p:ext uri="{BB962C8B-B14F-4D97-AF65-F5344CB8AC3E}">
        <p14:creationId xmlns:p14="http://schemas.microsoft.com/office/powerpoint/2010/main" val="382615081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woTxTwoObj" preserve="1">
  <p:cSld name="Comparação">
    <p:spTree>
      <p:nvGrpSpPr>
        <p:cNvPr id="1" name=""/>
        <p:cNvGrpSpPr/>
        <p:nvPr/>
      </p:nvGrpSpPr>
      <p:grpSpPr>
        <a:xfrm>
          <a:off x="0" y="0"/>
          <a:ext cx="0" cy="0"/>
          <a:chOff x="0" y="0"/>
          <a:chExt cx="0" cy="0"/>
        </a:xfrm>
      </p:grpSpPr>
      <p:sp>
        <p:nvSpPr>
          <p:cNvPr id="2" name="Title 1"/>
          <p:cNvSpPr>
            <a:spLocks noGrp="1"/>
          </p:cNvSpPr>
          <p:nvPr>
            <p:ph type="title"/>
          </p:nvPr>
        </p:nvSpPr>
        <p:spPr>
          <a:xfrm>
            <a:off x="629841" y="273844"/>
            <a:ext cx="7886700" cy="994172"/>
          </a:xfrm>
        </p:spPr>
        <p:txBody>
          <a:bodyPr/>
          <a:lstStyle/>
          <a:p>
            <a:r>
              <a:rPr lang="pt-PT"/>
              <a:t>Clique para editar o estilo de título do Modelo Global</a:t>
            </a:r>
            <a:endParaRPr lang="en-US"/>
          </a:p>
        </p:txBody>
      </p:sp>
      <p:sp>
        <p:nvSpPr>
          <p:cNvPr id="3" name="Text Placeholder 2"/>
          <p:cNvSpPr>
            <a:spLocks noGrp="1"/>
          </p:cNvSpPr>
          <p:nvPr>
            <p:ph type="body" idx="1"/>
          </p:nvPr>
        </p:nvSpPr>
        <p:spPr>
          <a:xfrm>
            <a:off x="629842" y="1260872"/>
            <a:ext cx="3868340"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pt-PT"/>
              <a:t>Clique para editar os estilos do texto de Modelo Global</a:t>
            </a:r>
          </a:p>
        </p:txBody>
      </p:sp>
      <p:sp>
        <p:nvSpPr>
          <p:cNvPr id="4" name="Content Placeholder 3"/>
          <p:cNvSpPr>
            <a:spLocks noGrp="1"/>
          </p:cNvSpPr>
          <p:nvPr>
            <p:ph sz="half" idx="2"/>
          </p:nvPr>
        </p:nvSpPr>
        <p:spPr>
          <a:xfrm>
            <a:off x="629842" y="1878806"/>
            <a:ext cx="3868340" cy="2763441"/>
          </a:xfrm>
        </p:spPr>
        <p:txBody>
          <a:bodyPr/>
          <a:lstStyle/>
          <a:p>
            <a:pPr lvl="0"/>
            <a:r>
              <a:rPr lang="pt-PT"/>
              <a:t>Clique para editar os estilos do texto de Modelo Global</a:t>
            </a:r>
          </a:p>
          <a:p>
            <a:pPr lvl="1"/>
            <a:r>
              <a:rPr lang="pt-PT"/>
              <a:t>Segundo nível</a:t>
            </a:r>
          </a:p>
          <a:p>
            <a:pPr lvl="2"/>
            <a:r>
              <a:rPr lang="pt-PT"/>
              <a:t>Terceiro nível</a:t>
            </a:r>
          </a:p>
          <a:p>
            <a:pPr lvl="3"/>
            <a:r>
              <a:rPr lang="pt-PT"/>
              <a:t>Quarto nível</a:t>
            </a:r>
          </a:p>
          <a:p>
            <a:pPr lvl="4"/>
            <a:r>
              <a:rPr lang="pt-PT"/>
              <a:t>Quinto nível</a:t>
            </a:r>
            <a:endParaRPr lang="en-US"/>
          </a:p>
        </p:txBody>
      </p:sp>
      <p:sp>
        <p:nvSpPr>
          <p:cNvPr id="5" name="Text Placeholder 4"/>
          <p:cNvSpPr>
            <a:spLocks noGrp="1"/>
          </p:cNvSpPr>
          <p:nvPr>
            <p:ph type="body" sz="quarter" idx="3"/>
          </p:nvPr>
        </p:nvSpPr>
        <p:spPr>
          <a:xfrm>
            <a:off x="4629150" y="1260872"/>
            <a:ext cx="3887391"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pt-PT"/>
              <a:t>Clique para editar os estilos do texto de Modelo Global</a:t>
            </a:r>
          </a:p>
        </p:txBody>
      </p:sp>
      <p:sp>
        <p:nvSpPr>
          <p:cNvPr id="6" name="Content Placeholder 5"/>
          <p:cNvSpPr>
            <a:spLocks noGrp="1"/>
          </p:cNvSpPr>
          <p:nvPr>
            <p:ph sz="quarter" idx="4"/>
          </p:nvPr>
        </p:nvSpPr>
        <p:spPr>
          <a:xfrm>
            <a:off x="4629150" y="1878806"/>
            <a:ext cx="3887391" cy="2763441"/>
          </a:xfrm>
        </p:spPr>
        <p:txBody>
          <a:bodyPr/>
          <a:lstStyle/>
          <a:p>
            <a:pPr lvl="0"/>
            <a:r>
              <a:rPr lang="pt-PT"/>
              <a:t>Clique para editar os estilos do texto de Modelo Global</a:t>
            </a:r>
          </a:p>
          <a:p>
            <a:pPr lvl="1"/>
            <a:r>
              <a:rPr lang="pt-PT"/>
              <a:t>Segundo nível</a:t>
            </a:r>
          </a:p>
          <a:p>
            <a:pPr lvl="2"/>
            <a:r>
              <a:rPr lang="pt-PT"/>
              <a:t>Terceiro nível</a:t>
            </a:r>
          </a:p>
          <a:p>
            <a:pPr lvl="3"/>
            <a:r>
              <a:rPr lang="pt-PT"/>
              <a:t>Quarto nível</a:t>
            </a:r>
          </a:p>
          <a:p>
            <a:pPr lvl="4"/>
            <a:r>
              <a:rPr lang="pt-PT"/>
              <a:t>Quinto nível</a:t>
            </a:r>
            <a:endParaRPr lang="en-US"/>
          </a:p>
        </p:txBody>
      </p:sp>
      <p:sp>
        <p:nvSpPr>
          <p:cNvPr id="7" name="Date Placeholder 6"/>
          <p:cNvSpPr>
            <a:spLocks noGrp="1"/>
          </p:cNvSpPr>
          <p:nvPr>
            <p:ph type="dt" sz="half" idx="10"/>
          </p:nvPr>
        </p:nvSpPr>
        <p:spPr/>
        <p:txBody>
          <a:bodyPr/>
          <a:lstStyle/>
          <a:p>
            <a:fld id="{9800D704-C3E1-4E66-9CF7-C38893EC8F84}" type="datetimeFigureOut">
              <a:rPr lang="pt-PT" smtClean="0"/>
              <a:t>11/10/2026</a:t>
            </a:fld>
            <a:endParaRPr lang="pt-PT"/>
          </a:p>
        </p:txBody>
      </p:sp>
      <p:sp>
        <p:nvSpPr>
          <p:cNvPr id="8" name="Footer Placeholder 7"/>
          <p:cNvSpPr>
            <a:spLocks noGrp="1"/>
          </p:cNvSpPr>
          <p:nvPr>
            <p:ph type="ftr" sz="quarter" idx="11"/>
          </p:nvPr>
        </p:nvSpPr>
        <p:spPr/>
        <p:txBody>
          <a:bodyPr/>
          <a:lstStyle/>
          <a:p>
            <a:endParaRPr lang="pt-PT"/>
          </a:p>
        </p:txBody>
      </p:sp>
      <p:sp>
        <p:nvSpPr>
          <p:cNvPr id="9" name="Slide Number Placeholder 8"/>
          <p:cNvSpPr>
            <a:spLocks noGrp="1"/>
          </p:cNvSpPr>
          <p:nvPr>
            <p:ph type="sldNum" sz="quarter" idx="12"/>
          </p:nvPr>
        </p:nvSpPr>
        <p:spPr/>
        <p:txBody>
          <a:bodyPr/>
          <a:lstStyle/>
          <a:p>
            <a:fld id="{D02D42BE-C4EB-4F1B-8B21-1E8DF8E9E23C}" type="slidenum">
              <a:rPr lang="pt-PT" smtClean="0"/>
              <a:t>‹nº›</a:t>
            </a:fld>
            <a:endParaRPr lang="pt-PT"/>
          </a:p>
        </p:txBody>
      </p:sp>
    </p:spTree>
    <p:extLst>
      <p:ext uri="{BB962C8B-B14F-4D97-AF65-F5344CB8AC3E}">
        <p14:creationId xmlns:p14="http://schemas.microsoft.com/office/powerpoint/2010/main" val="3066593859"/>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titleOnly" preserve="1">
  <p:cSld name="Só Títul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PT"/>
              <a:t>Clique para editar o estilo de título do Modelo Global</a:t>
            </a:r>
            <a:endParaRPr lang="en-US"/>
          </a:p>
        </p:txBody>
      </p:sp>
      <p:sp>
        <p:nvSpPr>
          <p:cNvPr id="3" name="Date Placeholder 2"/>
          <p:cNvSpPr>
            <a:spLocks noGrp="1"/>
          </p:cNvSpPr>
          <p:nvPr>
            <p:ph type="dt" sz="half" idx="10"/>
          </p:nvPr>
        </p:nvSpPr>
        <p:spPr/>
        <p:txBody>
          <a:bodyPr/>
          <a:lstStyle/>
          <a:p>
            <a:fld id="{9800D704-C3E1-4E66-9CF7-C38893EC8F84}" type="datetimeFigureOut">
              <a:rPr lang="pt-PT" smtClean="0"/>
              <a:t>11/10/2026</a:t>
            </a:fld>
            <a:endParaRPr lang="pt-PT"/>
          </a:p>
        </p:txBody>
      </p:sp>
      <p:sp>
        <p:nvSpPr>
          <p:cNvPr id="4" name="Footer Placeholder 3"/>
          <p:cNvSpPr>
            <a:spLocks noGrp="1"/>
          </p:cNvSpPr>
          <p:nvPr>
            <p:ph type="ftr" sz="quarter" idx="11"/>
          </p:nvPr>
        </p:nvSpPr>
        <p:spPr/>
        <p:txBody>
          <a:bodyPr/>
          <a:lstStyle/>
          <a:p>
            <a:endParaRPr lang="pt-PT"/>
          </a:p>
        </p:txBody>
      </p:sp>
      <p:sp>
        <p:nvSpPr>
          <p:cNvPr id="5" name="Slide Number Placeholder 4"/>
          <p:cNvSpPr>
            <a:spLocks noGrp="1"/>
          </p:cNvSpPr>
          <p:nvPr>
            <p:ph type="sldNum" sz="quarter" idx="12"/>
          </p:nvPr>
        </p:nvSpPr>
        <p:spPr/>
        <p:txBody>
          <a:bodyPr/>
          <a:lstStyle/>
          <a:p>
            <a:fld id="{D02D42BE-C4EB-4F1B-8B21-1E8DF8E9E23C}" type="slidenum">
              <a:rPr lang="pt-PT" smtClean="0"/>
              <a:t>‹nº›</a:t>
            </a:fld>
            <a:endParaRPr lang="pt-PT"/>
          </a:p>
        </p:txBody>
      </p:sp>
    </p:spTree>
    <p:extLst>
      <p:ext uri="{BB962C8B-B14F-4D97-AF65-F5344CB8AC3E}">
        <p14:creationId xmlns:p14="http://schemas.microsoft.com/office/powerpoint/2010/main" val="1320240006"/>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blank" preserve="1">
  <p:cSld name="Em br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800D704-C3E1-4E66-9CF7-C38893EC8F84}" type="datetimeFigureOut">
              <a:rPr lang="pt-PT" smtClean="0"/>
              <a:t>11/10/2026</a:t>
            </a:fld>
            <a:endParaRPr lang="pt-PT"/>
          </a:p>
        </p:txBody>
      </p:sp>
      <p:sp>
        <p:nvSpPr>
          <p:cNvPr id="3" name="Footer Placeholder 2"/>
          <p:cNvSpPr>
            <a:spLocks noGrp="1"/>
          </p:cNvSpPr>
          <p:nvPr>
            <p:ph type="ftr" sz="quarter" idx="11"/>
          </p:nvPr>
        </p:nvSpPr>
        <p:spPr/>
        <p:txBody>
          <a:bodyPr/>
          <a:lstStyle/>
          <a:p>
            <a:endParaRPr lang="pt-PT"/>
          </a:p>
        </p:txBody>
      </p:sp>
      <p:sp>
        <p:nvSpPr>
          <p:cNvPr id="4" name="Slide Number Placeholder 3"/>
          <p:cNvSpPr>
            <a:spLocks noGrp="1"/>
          </p:cNvSpPr>
          <p:nvPr>
            <p:ph type="sldNum" sz="quarter" idx="12"/>
          </p:nvPr>
        </p:nvSpPr>
        <p:spPr/>
        <p:txBody>
          <a:bodyPr/>
          <a:lstStyle/>
          <a:p>
            <a:fld id="{D02D42BE-C4EB-4F1B-8B21-1E8DF8E9E23C}" type="slidenum">
              <a:rPr lang="pt-PT" smtClean="0"/>
              <a:t>‹nº›</a:t>
            </a:fld>
            <a:endParaRPr lang="pt-PT"/>
          </a:p>
        </p:txBody>
      </p:sp>
    </p:spTree>
    <p:extLst>
      <p:ext uri="{BB962C8B-B14F-4D97-AF65-F5344CB8AC3E}">
        <p14:creationId xmlns:p14="http://schemas.microsoft.com/office/powerpoint/2010/main" val="3730517859"/>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Tx" preserve="1">
  <p:cSld name="Conteúdo com Legenda">
    <p:spTree>
      <p:nvGrpSpPr>
        <p:cNvPr id="1" name=""/>
        <p:cNvGrpSpPr/>
        <p:nvPr/>
      </p:nvGrpSpPr>
      <p:grpSpPr>
        <a:xfrm>
          <a:off x="0" y="0"/>
          <a:ext cx="0" cy="0"/>
          <a:chOff x="0" y="0"/>
          <a:chExt cx="0" cy="0"/>
        </a:xfrm>
      </p:grpSpPr>
      <p:sp>
        <p:nvSpPr>
          <p:cNvPr id="2" name="Title 1"/>
          <p:cNvSpPr>
            <a:spLocks noGrp="1"/>
          </p:cNvSpPr>
          <p:nvPr>
            <p:ph type="title"/>
          </p:nvPr>
        </p:nvSpPr>
        <p:spPr>
          <a:xfrm>
            <a:off x="629841" y="342900"/>
            <a:ext cx="2949178" cy="1200150"/>
          </a:xfrm>
        </p:spPr>
        <p:txBody>
          <a:bodyPr anchor="b"/>
          <a:lstStyle>
            <a:lvl1pPr>
              <a:defRPr sz="2400"/>
            </a:lvl1pPr>
          </a:lstStyle>
          <a:p>
            <a:r>
              <a:rPr lang="pt-PT"/>
              <a:t>Clique para editar o estilo de título do Modelo Global</a:t>
            </a:r>
            <a:endParaRPr lang="en-US"/>
          </a:p>
        </p:txBody>
      </p:sp>
      <p:sp>
        <p:nvSpPr>
          <p:cNvPr id="3" name="Content Placeholder 2"/>
          <p:cNvSpPr>
            <a:spLocks noGrp="1"/>
          </p:cNvSpPr>
          <p:nvPr>
            <p:ph idx="1"/>
          </p:nvPr>
        </p:nvSpPr>
        <p:spPr>
          <a:xfrm>
            <a:off x="3887391" y="740569"/>
            <a:ext cx="4629150" cy="3655219"/>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pt-PT"/>
              <a:t>Clique para editar os estilos do texto de Modelo Global</a:t>
            </a:r>
          </a:p>
          <a:p>
            <a:pPr lvl="1"/>
            <a:r>
              <a:rPr lang="pt-PT"/>
              <a:t>Segundo nível</a:t>
            </a:r>
          </a:p>
          <a:p>
            <a:pPr lvl="2"/>
            <a:r>
              <a:rPr lang="pt-PT"/>
              <a:t>Terceiro nível</a:t>
            </a:r>
          </a:p>
          <a:p>
            <a:pPr lvl="3"/>
            <a:r>
              <a:rPr lang="pt-PT"/>
              <a:t>Quarto nível</a:t>
            </a:r>
          </a:p>
          <a:p>
            <a:pPr lvl="4"/>
            <a:r>
              <a:rPr lang="pt-PT"/>
              <a:t>Quinto nível</a:t>
            </a:r>
            <a:endParaRPr lang="en-US"/>
          </a:p>
        </p:txBody>
      </p:sp>
      <p:sp>
        <p:nvSpPr>
          <p:cNvPr id="4" name="Text Placeholder 3"/>
          <p:cNvSpPr>
            <a:spLocks noGrp="1"/>
          </p:cNvSpPr>
          <p:nvPr>
            <p:ph type="body" sz="half" idx="2"/>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pt-PT"/>
              <a:t>Clique para editar os estilos do texto de Modelo Global</a:t>
            </a:r>
          </a:p>
        </p:txBody>
      </p:sp>
      <p:sp>
        <p:nvSpPr>
          <p:cNvPr id="5" name="Date Placeholder 4"/>
          <p:cNvSpPr>
            <a:spLocks noGrp="1"/>
          </p:cNvSpPr>
          <p:nvPr>
            <p:ph type="dt" sz="half" idx="10"/>
          </p:nvPr>
        </p:nvSpPr>
        <p:spPr/>
        <p:txBody>
          <a:bodyPr/>
          <a:lstStyle/>
          <a:p>
            <a:fld id="{9800D704-C3E1-4E66-9CF7-C38893EC8F84}" type="datetimeFigureOut">
              <a:rPr lang="pt-PT" smtClean="0"/>
              <a:t>11/10/2026</a:t>
            </a:fld>
            <a:endParaRPr lang="pt-PT"/>
          </a:p>
        </p:txBody>
      </p:sp>
      <p:sp>
        <p:nvSpPr>
          <p:cNvPr id="6" name="Footer Placeholder 5"/>
          <p:cNvSpPr>
            <a:spLocks noGrp="1"/>
          </p:cNvSpPr>
          <p:nvPr>
            <p:ph type="ftr" sz="quarter" idx="11"/>
          </p:nvPr>
        </p:nvSpPr>
        <p:spPr/>
        <p:txBody>
          <a:bodyPr/>
          <a:lstStyle/>
          <a:p>
            <a:endParaRPr lang="pt-PT"/>
          </a:p>
        </p:txBody>
      </p:sp>
      <p:sp>
        <p:nvSpPr>
          <p:cNvPr id="7" name="Slide Number Placeholder 6"/>
          <p:cNvSpPr>
            <a:spLocks noGrp="1"/>
          </p:cNvSpPr>
          <p:nvPr>
            <p:ph type="sldNum" sz="quarter" idx="12"/>
          </p:nvPr>
        </p:nvSpPr>
        <p:spPr/>
        <p:txBody>
          <a:bodyPr/>
          <a:lstStyle/>
          <a:p>
            <a:fld id="{D02D42BE-C4EB-4F1B-8B21-1E8DF8E9E23C}" type="slidenum">
              <a:rPr lang="pt-PT" smtClean="0"/>
              <a:t>‹nº›</a:t>
            </a:fld>
            <a:endParaRPr lang="pt-PT"/>
          </a:p>
        </p:txBody>
      </p:sp>
    </p:spTree>
    <p:extLst>
      <p:ext uri="{BB962C8B-B14F-4D97-AF65-F5344CB8AC3E}">
        <p14:creationId xmlns:p14="http://schemas.microsoft.com/office/powerpoint/2010/main" val="2019392554"/>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picTx" preserve="1">
  <p:cSld name="Imagem com Legenda">
    <p:spTree>
      <p:nvGrpSpPr>
        <p:cNvPr id="1" name=""/>
        <p:cNvGrpSpPr/>
        <p:nvPr/>
      </p:nvGrpSpPr>
      <p:grpSpPr>
        <a:xfrm>
          <a:off x="0" y="0"/>
          <a:ext cx="0" cy="0"/>
          <a:chOff x="0" y="0"/>
          <a:chExt cx="0" cy="0"/>
        </a:xfrm>
      </p:grpSpPr>
      <p:sp>
        <p:nvSpPr>
          <p:cNvPr id="2" name="Title 1"/>
          <p:cNvSpPr>
            <a:spLocks noGrp="1"/>
          </p:cNvSpPr>
          <p:nvPr>
            <p:ph type="title"/>
          </p:nvPr>
        </p:nvSpPr>
        <p:spPr>
          <a:xfrm>
            <a:off x="629841" y="342900"/>
            <a:ext cx="2949178" cy="1200150"/>
          </a:xfrm>
        </p:spPr>
        <p:txBody>
          <a:bodyPr anchor="b"/>
          <a:lstStyle>
            <a:lvl1pPr>
              <a:defRPr sz="2400"/>
            </a:lvl1pPr>
          </a:lstStyle>
          <a:p>
            <a:r>
              <a:rPr lang="pt-PT"/>
              <a:t>Clique para editar o estilo de título do Modelo Global</a:t>
            </a:r>
            <a:endParaRPr lang="en-US"/>
          </a:p>
        </p:txBody>
      </p:sp>
      <p:sp>
        <p:nvSpPr>
          <p:cNvPr id="3" name="Picture Placeholder 2"/>
          <p:cNvSpPr>
            <a:spLocks noGrp="1" noChangeAspect="1"/>
          </p:cNvSpPr>
          <p:nvPr>
            <p:ph type="pic" idx="1"/>
          </p:nvPr>
        </p:nvSpPr>
        <p:spPr>
          <a:xfrm>
            <a:off x="3887391" y="740569"/>
            <a:ext cx="4629150" cy="3655219"/>
          </a:xfr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pt-PT"/>
              <a:t>Clique no ícone para adicionar uma imagem</a:t>
            </a:r>
            <a:endParaRPr lang="en-US"/>
          </a:p>
        </p:txBody>
      </p:sp>
      <p:sp>
        <p:nvSpPr>
          <p:cNvPr id="4" name="Text Placeholder 3"/>
          <p:cNvSpPr>
            <a:spLocks noGrp="1"/>
          </p:cNvSpPr>
          <p:nvPr>
            <p:ph type="body" sz="half" idx="2"/>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pt-PT"/>
              <a:t>Clique para editar os estilos do texto de Modelo Global</a:t>
            </a:r>
          </a:p>
        </p:txBody>
      </p:sp>
      <p:sp>
        <p:nvSpPr>
          <p:cNvPr id="5" name="Date Placeholder 4"/>
          <p:cNvSpPr>
            <a:spLocks noGrp="1"/>
          </p:cNvSpPr>
          <p:nvPr>
            <p:ph type="dt" sz="half" idx="10"/>
          </p:nvPr>
        </p:nvSpPr>
        <p:spPr/>
        <p:txBody>
          <a:bodyPr/>
          <a:lstStyle/>
          <a:p>
            <a:fld id="{9800D704-C3E1-4E66-9CF7-C38893EC8F84}" type="datetimeFigureOut">
              <a:rPr lang="pt-PT" smtClean="0"/>
              <a:t>11/10/2026</a:t>
            </a:fld>
            <a:endParaRPr lang="pt-PT"/>
          </a:p>
        </p:txBody>
      </p:sp>
      <p:sp>
        <p:nvSpPr>
          <p:cNvPr id="6" name="Footer Placeholder 5"/>
          <p:cNvSpPr>
            <a:spLocks noGrp="1"/>
          </p:cNvSpPr>
          <p:nvPr>
            <p:ph type="ftr" sz="quarter" idx="11"/>
          </p:nvPr>
        </p:nvSpPr>
        <p:spPr/>
        <p:txBody>
          <a:bodyPr/>
          <a:lstStyle/>
          <a:p>
            <a:endParaRPr lang="pt-PT"/>
          </a:p>
        </p:txBody>
      </p:sp>
      <p:sp>
        <p:nvSpPr>
          <p:cNvPr id="7" name="Slide Number Placeholder 6"/>
          <p:cNvSpPr>
            <a:spLocks noGrp="1"/>
          </p:cNvSpPr>
          <p:nvPr>
            <p:ph type="sldNum" sz="quarter" idx="12"/>
          </p:nvPr>
        </p:nvSpPr>
        <p:spPr/>
        <p:txBody>
          <a:bodyPr/>
          <a:lstStyle/>
          <a:p>
            <a:fld id="{D02D42BE-C4EB-4F1B-8B21-1E8DF8E9E23C}" type="slidenum">
              <a:rPr lang="pt-PT" smtClean="0"/>
              <a:t>‹nº›</a:t>
            </a:fld>
            <a:endParaRPr lang="pt-PT"/>
          </a:p>
        </p:txBody>
      </p:sp>
    </p:spTree>
    <p:extLst>
      <p:ext uri="{BB962C8B-B14F-4D97-AF65-F5344CB8AC3E}">
        <p14:creationId xmlns:p14="http://schemas.microsoft.com/office/powerpoint/2010/main" val="1588098115"/>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vertTx" preserve="1">
  <p:cSld name="Título e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PT"/>
              <a:t>Clique para editar o estilo de título do Modelo Global</a:t>
            </a:r>
            <a:endParaRPr lang="en-US"/>
          </a:p>
        </p:txBody>
      </p:sp>
      <p:sp>
        <p:nvSpPr>
          <p:cNvPr id="3" name="Vertical Text Placeholder 2"/>
          <p:cNvSpPr>
            <a:spLocks noGrp="1"/>
          </p:cNvSpPr>
          <p:nvPr>
            <p:ph type="body" orient="vert" idx="1"/>
          </p:nvPr>
        </p:nvSpPr>
        <p:spPr/>
        <p:txBody>
          <a:bodyPr vert="eaVert"/>
          <a:lstStyle/>
          <a:p>
            <a:pPr lvl="0"/>
            <a:r>
              <a:rPr lang="pt-PT"/>
              <a:t>Clique para editar os estilos do texto de Modelo Global</a:t>
            </a:r>
          </a:p>
          <a:p>
            <a:pPr lvl="1"/>
            <a:r>
              <a:rPr lang="pt-PT"/>
              <a:t>Segundo nível</a:t>
            </a:r>
          </a:p>
          <a:p>
            <a:pPr lvl="2"/>
            <a:r>
              <a:rPr lang="pt-PT"/>
              <a:t>Terceiro nível</a:t>
            </a:r>
          </a:p>
          <a:p>
            <a:pPr lvl="3"/>
            <a:r>
              <a:rPr lang="pt-PT"/>
              <a:t>Quarto nível</a:t>
            </a:r>
          </a:p>
          <a:p>
            <a:pPr lvl="4"/>
            <a:r>
              <a:rPr lang="pt-PT"/>
              <a:t>Quinto nível</a:t>
            </a:r>
            <a:endParaRPr lang="en-US"/>
          </a:p>
        </p:txBody>
      </p:sp>
      <p:sp>
        <p:nvSpPr>
          <p:cNvPr id="4" name="Date Placeholder 3"/>
          <p:cNvSpPr>
            <a:spLocks noGrp="1"/>
          </p:cNvSpPr>
          <p:nvPr>
            <p:ph type="dt" sz="half" idx="10"/>
          </p:nvPr>
        </p:nvSpPr>
        <p:spPr/>
        <p:txBody>
          <a:bodyPr/>
          <a:lstStyle/>
          <a:p>
            <a:fld id="{9800D704-C3E1-4E66-9CF7-C38893EC8F84}" type="datetimeFigureOut">
              <a:rPr lang="pt-PT" smtClean="0"/>
              <a:t>11/10/2026</a:t>
            </a:fld>
            <a:endParaRPr lang="pt-PT"/>
          </a:p>
        </p:txBody>
      </p:sp>
      <p:sp>
        <p:nvSpPr>
          <p:cNvPr id="5" name="Footer Placeholder 4"/>
          <p:cNvSpPr>
            <a:spLocks noGrp="1"/>
          </p:cNvSpPr>
          <p:nvPr>
            <p:ph type="ftr" sz="quarter" idx="11"/>
          </p:nvPr>
        </p:nvSpPr>
        <p:spPr/>
        <p:txBody>
          <a:bodyPr/>
          <a:lstStyle/>
          <a:p>
            <a:endParaRPr lang="pt-PT"/>
          </a:p>
        </p:txBody>
      </p:sp>
      <p:sp>
        <p:nvSpPr>
          <p:cNvPr id="6" name="Slide Number Placeholder 5"/>
          <p:cNvSpPr>
            <a:spLocks noGrp="1"/>
          </p:cNvSpPr>
          <p:nvPr>
            <p:ph type="sldNum" sz="quarter" idx="12"/>
          </p:nvPr>
        </p:nvSpPr>
        <p:spPr/>
        <p:txBody>
          <a:bodyPr/>
          <a:lstStyle/>
          <a:p>
            <a:fld id="{D02D42BE-C4EB-4F1B-8B21-1E8DF8E9E23C}" type="slidenum">
              <a:rPr lang="pt-PT" smtClean="0"/>
              <a:t>‹nº›</a:t>
            </a:fld>
            <a:endParaRPr lang="pt-PT"/>
          </a:p>
        </p:txBody>
      </p:sp>
    </p:spTree>
    <p:extLst>
      <p:ext uri="{BB962C8B-B14F-4D97-AF65-F5344CB8AC3E}">
        <p14:creationId xmlns:p14="http://schemas.microsoft.com/office/powerpoint/2010/main" val="1104746774"/>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vertTitleAndTx" preserve="1">
  <p:cSld name="Título Vertical e Texto">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273844"/>
            <a:ext cx="1971675" cy="4358879"/>
          </a:xfrm>
        </p:spPr>
        <p:txBody>
          <a:bodyPr vert="eaVert"/>
          <a:lstStyle/>
          <a:p>
            <a:r>
              <a:rPr lang="pt-PT"/>
              <a:t>Clique para editar o estilo de título do Modelo Global</a:t>
            </a:r>
            <a:endParaRPr lang="en-US"/>
          </a:p>
        </p:txBody>
      </p:sp>
      <p:sp>
        <p:nvSpPr>
          <p:cNvPr id="3" name="Vertical Text Placeholder 2"/>
          <p:cNvSpPr>
            <a:spLocks noGrp="1"/>
          </p:cNvSpPr>
          <p:nvPr>
            <p:ph type="body" orient="vert" idx="1"/>
          </p:nvPr>
        </p:nvSpPr>
        <p:spPr>
          <a:xfrm>
            <a:off x="628650" y="273844"/>
            <a:ext cx="5800725" cy="4358879"/>
          </a:xfrm>
        </p:spPr>
        <p:txBody>
          <a:bodyPr vert="eaVert"/>
          <a:lstStyle/>
          <a:p>
            <a:pPr lvl="0"/>
            <a:r>
              <a:rPr lang="pt-PT"/>
              <a:t>Clique para editar os estilos do texto de Modelo Global</a:t>
            </a:r>
          </a:p>
          <a:p>
            <a:pPr lvl="1"/>
            <a:r>
              <a:rPr lang="pt-PT"/>
              <a:t>Segundo nível</a:t>
            </a:r>
          </a:p>
          <a:p>
            <a:pPr lvl="2"/>
            <a:r>
              <a:rPr lang="pt-PT"/>
              <a:t>Terceiro nível</a:t>
            </a:r>
          </a:p>
          <a:p>
            <a:pPr lvl="3"/>
            <a:r>
              <a:rPr lang="pt-PT"/>
              <a:t>Quarto nível</a:t>
            </a:r>
          </a:p>
          <a:p>
            <a:pPr lvl="4"/>
            <a:r>
              <a:rPr lang="pt-PT"/>
              <a:t>Quinto nível</a:t>
            </a:r>
            <a:endParaRPr lang="en-US"/>
          </a:p>
        </p:txBody>
      </p:sp>
      <p:sp>
        <p:nvSpPr>
          <p:cNvPr id="4" name="Date Placeholder 3"/>
          <p:cNvSpPr>
            <a:spLocks noGrp="1"/>
          </p:cNvSpPr>
          <p:nvPr>
            <p:ph type="dt" sz="half" idx="10"/>
          </p:nvPr>
        </p:nvSpPr>
        <p:spPr/>
        <p:txBody>
          <a:bodyPr/>
          <a:lstStyle/>
          <a:p>
            <a:fld id="{9800D704-C3E1-4E66-9CF7-C38893EC8F84}" type="datetimeFigureOut">
              <a:rPr lang="pt-PT" smtClean="0"/>
              <a:t>11/10/2026</a:t>
            </a:fld>
            <a:endParaRPr lang="pt-PT"/>
          </a:p>
        </p:txBody>
      </p:sp>
      <p:sp>
        <p:nvSpPr>
          <p:cNvPr id="5" name="Footer Placeholder 4"/>
          <p:cNvSpPr>
            <a:spLocks noGrp="1"/>
          </p:cNvSpPr>
          <p:nvPr>
            <p:ph type="ftr" sz="quarter" idx="11"/>
          </p:nvPr>
        </p:nvSpPr>
        <p:spPr/>
        <p:txBody>
          <a:bodyPr/>
          <a:lstStyle/>
          <a:p>
            <a:endParaRPr lang="pt-PT"/>
          </a:p>
        </p:txBody>
      </p:sp>
      <p:sp>
        <p:nvSpPr>
          <p:cNvPr id="6" name="Slide Number Placeholder 5"/>
          <p:cNvSpPr>
            <a:spLocks noGrp="1"/>
          </p:cNvSpPr>
          <p:nvPr>
            <p:ph type="sldNum" sz="quarter" idx="12"/>
          </p:nvPr>
        </p:nvSpPr>
        <p:spPr/>
        <p:txBody>
          <a:bodyPr/>
          <a:lstStyle/>
          <a:p>
            <a:fld id="{D02D42BE-C4EB-4F1B-8B21-1E8DF8E9E23C}" type="slidenum">
              <a:rPr lang="pt-PT" smtClean="0"/>
              <a:t>‹nº›</a:t>
            </a:fld>
            <a:endParaRPr lang="pt-PT"/>
          </a:p>
        </p:txBody>
      </p:sp>
    </p:spTree>
    <p:extLst>
      <p:ext uri="{BB962C8B-B14F-4D97-AF65-F5344CB8AC3E}">
        <p14:creationId xmlns:p14="http://schemas.microsoft.com/office/powerpoint/2010/main" val="2234728640"/>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userDrawn="1">
  <p:cSld name="Master Background">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83303121-B04E-244C-9717-800442EA097E}"/>
              </a:ext>
            </a:extLst>
          </p:cNvPr>
          <p:cNvSpPr/>
          <p:nvPr userDrawn="1"/>
        </p:nvSpPr>
        <p:spPr>
          <a:xfrm>
            <a:off x="142875" y="5001337"/>
            <a:ext cx="4429126" cy="142163"/>
          </a:xfrm>
          <a:prstGeom prst="rect">
            <a:avLst/>
          </a:prstGeom>
          <a:solidFill>
            <a:srgbClr val="D8601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50"/>
          </a:p>
        </p:txBody>
      </p:sp>
      <p:sp>
        <p:nvSpPr>
          <p:cNvPr id="13" name="Rectangle 12">
            <a:extLst>
              <a:ext uri="{FF2B5EF4-FFF2-40B4-BE49-F238E27FC236}">
                <a16:creationId xmlns:a16="http://schemas.microsoft.com/office/drawing/2014/main" id="{DC8D2B90-570F-DE44-ACE2-F34B9458017A}"/>
              </a:ext>
            </a:extLst>
          </p:cNvPr>
          <p:cNvSpPr/>
          <p:nvPr userDrawn="1"/>
        </p:nvSpPr>
        <p:spPr>
          <a:xfrm>
            <a:off x="4572000" y="5001337"/>
            <a:ext cx="4429126" cy="142163"/>
          </a:xfrm>
          <a:prstGeom prst="rect">
            <a:avLst/>
          </a:prstGeom>
          <a:solidFill>
            <a:srgbClr val="D19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50"/>
          </a:p>
        </p:txBody>
      </p:sp>
    </p:spTree>
    <p:extLst>
      <p:ext uri="{BB962C8B-B14F-4D97-AF65-F5344CB8AC3E}">
        <p14:creationId xmlns:p14="http://schemas.microsoft.com/office/powerpoint/2010/main" val="241058463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guide id="3" orient="horz" pos="120">
          <p15:clr>
            <a:srgbClr val="FBAE40"/>
          </p15:clr>
        </p15:guide>
        <p15:guide id="4" orient="horz" pos="4200">
          <p15:clr>
            <a:srgbClr val="FBAE40"/>
          </p15:clr>
        </p15:guide>
        <p15:guide id="5" pos="120">
          <p15:clr>
            <a:srgbClr val="FBAE40"/>
          </p15:clr>
        </p15:guide>
        <p15:guide id="6" pos="7560">
          <p15:clr>
            <a:srgbClr val="FBAE40"/>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userDrawn="1">
  <p:cSld name="2. Lt Gray Bkg - 2 Col">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83303121-B04E-244C-9717-800442EA097E}"/>
              </a:ext>
            </a:extLst>
          </p:cNvPr>
          <p:cNvSpPr/>
          <p:nvPr userDrawn="1"/>
        </p:nvSpPr>
        <p:spPr>
          <a:xfrm>
            <a:off x="142875" y="5001337"/>
            <a:ext cx="4429126" cy="142163"/>
          </a:xfrm>
          <a:prstGeom prst="rect">
            <a:avLst/>
          </a:prstGeom>
          <a:solidFill>
            <a:srgbClr val="D8601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50"/>
          </a:p>
        </p:txBody>
      </p:sp>
      <p:sp>
        <p:nvSpPr>
          <p:cNvPr id="4" name="Rectangle 3">
            <a:extLst>
              <a:ext uri="{FF2B5EF4-FFF2-40B4-BE49-F238E27FC236}">
                <a16:creationId xmlns:a16="http://schemas.microsoft.com/office/drawing/2014/main" id="{44E48E2D-7309-094A-AC6B-E4499F4D636E}"/>
              </a:ext>
            </a:extLst>
          </p:cNvPr>
          <p:cNvSpPr/>
          <p:nvPr userDrawn="1"/>
        </p:nvSpPr>
        <p:spPr>
          <a:xfrm>
            <a:off x="142875" y="142875"/>
            <a:ext cx="8858250" cy="4857750"/>
          </a:xfrm>
          <a:prstGeom prst="rect">
            <a:avLst/>
          </a:prstGeom>
          <a:solidFill>
            <a:srgbClr val="F6F4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p>
        </p:txBody>
      </p:sp>
      <p:pic>
        <p:nvPicPr>
          <p:cNvPr id="5" name="Picture 4">
            <a:extLst>
              <a:ext uri="{FF2B5EF4-FFF2-40B4-BE49-F238E27FC236}">
                <a16:creationId xmlns:a16="http://schemas.microsoft.com/office/drawing/2014/main" id="{DF136F6B-AED9-904D-9FA6-AE3DB4203326}"/>
              </a:ext>
            </a:extLst>
          </p:cNvPr>
          <p:cNvPicPr>
            <a:picLocks noChangeAspect="1"/>
          </p:cNvPicPr>
          <p:nvPr userDrawn="1"/>
        </p:nvPicPr>
        <p:blipFill rotWithShape="1">
          <a:blip r:embed="rId2" cstate="email">
            <a:extLst>
              <a:ext uri="{28A0092B-C50C-407E-A947-70E740481C1C}">
                <a14:useLocalDpi xmlns:a14="http://schemas.microsoft.com/office/drawing/2010/main" val="0"/>
              </a:ext>
            </a:extLst>
          </a:blip>
          <a:srcRect/>
          <a:stretch/>
        </p:blipFill>
        <p:spPr>
          <a:xfrm>
            <a:off x="4907865" y="1834474"/>
            <a:ext cx="4093261" cy="3166151"/>
          </a:xfrm>
          <a:prstGeom prst="rect">
            <a:avLst/>
          </a:prstGeom>
        </p:spPr>
      </p:pic>
      <p:sp>
        <p:nvSpPr>
          <p:cNvPr id="10" name="Rectangle 9">
            <a:extLst>
              <a:ext uri="{FF2B5EF4-FFF2-40B4-BE49-F238E27FC236}">
                <a16:creationId xmlns:a16="http://schemas.microsoft.com/office/drawing/2014/main" id="{EAB3B305-DCF4-3A4D-A960-1F6E7BC29D41}"/>
              </a:ext>
            </a:extLst>
          </p:cNvPr>
          <p:cNvSpPr/>
          <p:nvPr userDrawn="1"/>
        </p:nvSpPr>
        <p:spPr>
          <a:xfrm>
            <a:off x="4572000" y="5001337"/>
            <a:ext cx="4429126" cy="142163"/>
          </a:xfrm>
          <a:prstGeom prst="rect">
            <a:avLst/>
          </a:prstGeom>
          <a:solidFill>
            <a:srgbClr val="D19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50"/>
          </a:p>
        </p:txBody>
      </p:sp>
      <p:sp>
        <p:nvSpPr>
          <p:cNvPr id="11" name="Slide Number Placeholder 2">
            <a:extLst>
              <a:ext uri="{FF2B5EF4-FFF2-40B4-BE49-F238E27FC236}">
                <a16:creationId xmlns:a16="http://schemas.microsoft.com/office/drawing/2014/main" id="{EE050B0A-11EA-414C-9C02-BA997D916F84}"/>
              </a:ext>
            </a:extLst>
          </p:cNvPr>
          <p:cNvSpPr>
            <a:spLocks noGrp="1"/>
          </p:cNvSpPr>
          <p:nvPr>
            <p:ph type="sldNum" sz="quarter" idx="10"/>
          </p:nvPr>
        </p:nvSpPr>
        <p:spPr>
          <a:xfrm>
            <a:off x="8265790" y="5000626"/>
            <a:ext cx="503959" cy="142163"/>
          </a:xfrm>
          <a:prstGeom prst="rect">
            <a:avLst/>
          </a:prstGeom>
        </p:spPr>
        <p:txBody>
          <a:bodyPr lIns="0" rIns="0" anchor="ctr" anchorCtr="0"/>
          <a:lstStyle>
            <a:lvl1pPr algn="r">
              <a:defRPr sz="750" b="1">
                <a:solidFill>
                  <a:schemeClr val="bg1"/>
                </a:solidFill>
                <a:latin typeface="Montserrat" pitchFamily="2" charset="77"/>
              </a:defRPr>
            </a:lvl1pPr>
          </a:lstStyle>
          <a:p>
            <a:pPr algn="r"/>
            <a:fld id="{18FF2C6D-2AA1-024A-A651-F2F87D6F8EA3}" type="slidenum">
              <a:rPr lang="en-US"/>
              <a:pPr algn="r"/>
              <a:t>‹nº›</a:t>
            </a:fld>
            <a:endParaRPr lang="en-US"/>
          </a:p>
        </p:txBody>
      </p:sp>
      <p:pic>
        <p:nvPicPr>
          <p:cNvPr id="15" name="Graphic 14">
            <a:extLst>
              <a:ext uri="{FF2B5EF4-FFF2-40B4-BE49-F238E27FC236}">
                <a16:creationId xmlns:a16="http://schemas.microsoft.com/office/drawing/2014/main" id="{D5B3BB48-14EF-A740-85F7-266707D9CEAC}"/>
              </a:ext>
            </a:extLst>
          </p:cNvPr>
          <p:cNvPicPr>
            <a:picLocks noChangeAspect="1"/>
          </p:cNvPicPr>
          <p:nvPr userDrawn="1"/>
        </p:nvPicPr>
        <p:blipFill>
          <a:blip cstate="email">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910097" y="373291"/>
            <a:ext cx="1870626" cy="260585"/>
          </a:xfrm>
          <a:prstGeom prst="rect">
            <a:avLst/>
          </a:prstGeom>
        </p:spPr>
      </p:pic>
      <p:sp>
        <p:nvSpPr>
          <p:cNvPr id="17" name="Text Placeholder 12">
            <a:extLst>
              <a:ext uri="{FF2B5EF4-FFF2-40B4-BE49-F238E27FC236}">
                <a16:creationId xmlns:a16="http://schemas.microsoft.com/office/drawing/2014/main" id="{56731D8F-0EAF-0F42-A8DF-3E8E0C0CF82F}"/>
              </a:ext>
            </a:extLst>
          </p:cNvPr>
          <p:cNvSpPr>
            <a:spLocks noGrp="1"/>
          </p:cNvSpPr>
          <p:nvPr>
            <p:ph type="body" sz="quarter" idx="21" hasCustomPrompt="1"/>
          </p:nvPr>
        </p:nvSpPr>
        <p:spPr>
          <a:xfrm>
            <a:off x="584813" y="619384"/>
            <a:ext cx="3950277" cy="820262"/>
          </a:xfrm>
          <a:prstGeom prst="rect">
            <a:avLst/>
          </a:prstGeom>
        </p:spPr>
        <p:txBody>
          <a:bodyPr lIns="0" tIns="0" rIns="0" bIns="0"/>
          <a:lstStyle>
            <a:lvl1pPr marL="0" indent="0" algn="l">
              <a:lnSpc>
                <a:spcPts val="3150"/>
              </a:lnSpc>
              <a:spcBef>
                <a:spcPts val="0"/>
              </a:spcBef>
              <a:buFontTx/>
              <a:buNone/>
              <a:defRPr sz="2700" b="1" i="0" baseline="0">
                <a:solidFill>
                  <a:srgbClr val="605956"/>
                </a:solidFill>
                <a:latin typeface="Montserrat" pitchFamily="2" charset="77"/>
              </a:defRPr>
            </a:lvl1pPr>
            <a:lvl2pPr>
              <a:buFontTx/>
              <a:buNone/>
              <a:defRPr/>
            </a:lvl2pPr>
            <a:lvl3pPr>
              <a:buFontTx/>
              <a:buNone/>
              <a:defRPr/>
            </a:lvl3pPr>
            <a:lvl4pPr>
              <a:buFontTx/>
              <a:buNone/>
              <a:defRPr/>
            </a:lvl4pPr>
            <a:lvl5pPr>
              <a:buFontTx/>
              <a:buNone/>
              <a:defRPr/>
            </a:lvl5pPr>
          </a:lstStyle>
          <a:p>
            <a:pPr lvl="0"/>
            <a:r>
              <a:rPr lang="en-US"/>
              <a:t>Primary Headline Goes Here</a:t>
            </a:r>
          </a:p>
        </p:txBody>
      </p:sp>
      <p:sp>
        <p:nvSpPr>
          <p:cNvPr id="18" name="Text Placeholder 9">
            <a:extLst>
              <a:ext uri="{FF2B5EF4-FFF2-40B4-BE49-F238E27FC236}">
                <a16:creationId xmlns:a16="http://schemas.microsoft.com/office/drawing/2014/main" id="{8D9E876D-331D-FB45-A379-5D77B3575243}"/>
              </a:ext>
            </a:extLst>
          </p:cNvPr>
          <p:cNvSpPr>
            <a:spLocks noGrp="1"/>
          </p:cNvSpPr>
          <p:nvPr>
            <p:ph type="body" sz="quarter" idx="19" hasCustomPrompt="1"/>
          </p:nvPr>
        </p:nvSpPr>
        <p:spPr>
          <a:xfrm>
            <a:off x="1291099" y="1964695"/>
            <a:ext cx="3243989" cy="161583"/>
          </a:xfrm>
          <a:prstGeom prst="rect">
            <a:avLst/>
          </a:prstGeom>
        </p:spPr>
        <p:txBody>
          <a:bodyPr lIns="0" tIns="0" rIns="0" bIns="0" anchor="ctr"/>
          <a:lstStyle>
            <a:lvl1pPr marL="0" indent="0">
              <a:lnSpc>
                <a:spcPts val="1260"/>
              </a:lnSpc>
              <a:spcBef>
                <a:spcPts val="0"/>
              </a:spcBef>
              <a:buFontTx/>
              <a:buNone/>
              <a:defRPr sz="1050" b="1" cap="all" baseline="0">
                <a:solidFill>
                  <a:srgbClr val="D86018"/>
                </a:solidFill>
                <a:latin typeface="Montserrat" pitchFamily="2" charset="77"/>
              </a:defRPr>
            </a:lvl1pPr>
            <a:lvl2pPr>
              <a:buFontTx/>
              <a:buNone/>
              <a:defRPr/>
            </a:lvl2pPr>
            <a:lvl3pPr>
              <a:buFontTx/>
              <a:buNone/>
              <a:defRPr/>
            </a:lvl3pPr>
            <a:lvl4pPr>
              <a:buFontTx/>
              <a:buNone/>
              <a:defRPr/>
            </a:lvl4pPr>
            <a:lvl5pPr>
              <a:buFontTx/>
              <a:buNone/>
              <a:defRPr/>
            </a:lvl5pPr>
          </a:lstStyle>
          <a:p>
            <a:pPr lvl="0"/>
            <a:r>
              <a:rPr lang="en-US"/>
              <a:t>Subhead</a:t>
            </a:r>
          </a:p>
        </p:txBody>
      </p:sp>
      <p:sp>
        <p:nvSpPr>
          <p:cNvPr id="19" name="Text Placeholder 2">
            <a:extLst>
              <a:ext uri="{FF2B5EF4-FFF2-40B4-BE49-F238E27FC236}">
                <a16:creationId xmlns:a16="http://schemas.microsoft.com/office/drawing/2014/main" id="{BAACA009-EE8E-A642-ADBD-90E64283D63F}"/>
              </a:ext>
            </a:extLst>
          </p:cNvPr>
          <p:cNvSpPr>
            <a:spLocks noGrp="1"/>
          </p:cNvSpPr>
          <p:nvPr>
            <p:ph type="body" sz="quarter" idx="17" hasCustomPrompt="1"/>
          </p:nvPr>
        </p:nvSpPr>
        <p:spPr>
          <a:xfrm>
            <a:off x="1285874" y="2229573"/>
            <a:ext cx="3249215" cy="2111138"/>
          </a:xfrm>
          <a:prstGeom prst="rect">
            <a:avLst/>
          </a:prstGeom>
        </p:spPr>
        <p:txBody>
          <a:bodyPr lIns="0" tIns="0" rIns="0" bIns="0"/>
          <a:lstStyle>
            <a:lvl1pPr marL="0" indent="0">
              <a:lnSpc>
                <a:spcPts val="1500"/>
              </a:lnSpc>
              <a:spcBef>
                <a:spcPts val="0"/>
              </a:spcBef>
              <a:spcAft>
                <a:spcPts val="750"/>
              </a:spcAft>
              <a:buFontTx/>
              <a:buNone/>
              <a:defRPr sz="1050" baseline="0">
                <a:solidFill>
                  <a:srgbClr val="1D3E89"/>
                </a:solidFill>
                <a:latin typeface="Open Sans" panose="020B0606030504020204" pitchFamily="34" charset="0"/>
                <a:ea typeface="Open Sans" panose="020B0606030504020204" pitchFamily="34" charset="0"/>
                <a:cs typeface="Open Sans" panose="020B0606030504020204" pitchFamily="34" charset="0"/>
              </a:defRPr>
            </a:lvl1pPr>
            <a:lvl2pPr>
              <a:buFontTx/>
              <a:buNone/>
              <a:defRPr/>
            </a:lvl2pPr>
            <a:lvl3pPr>
              <a:buFontTx/>
              <a:buNone/>
              <a:defRPr/>
            </a:lvl3pPr>
            <a:lvl4pPr>
              <a:buFontTx/>
              <a:buNone/>
              <a:defRPr/>
            </a:lvl4pPr>
            <a:lvl5pPr>
              <a:buFontTx/>
              <a:buNone/>
              <a:defRPr/>
            </a:lvl5pPr>
          </a:lstStyle>
          <a:p>
            <a:pPr lvl="0"/>
            <a:r>
              <a:rPr lang="en-US"/>
              <a:t>Lorem ipsum dolor sit amet, consectetur adipiscing elit. Suspendisse rhoncus risus lacus, et sollicitudin neque vestibulum sed. Maecenas lobortis accumsan quam, ut vulputate odio aliquam ut. Vivamus id dignissim neque. Etiam sed hendrerit arcu. Donec tristique fermentum neque vel tempus. Interdum et malesuada fames ac ante ipsum primis in faucibus. Nullam enim turpis, efficitur sit amet sem ac, hendrerit tempor turpis.</a:t>
            </a:r>
          </a:p>
        </p:txBody>
      </p:sp>
      <p:sp>
        <p:nvSpPr>
          <p:cNvPr id="20" name="Text Placeholder 9">
            <a:extLst>
              <a:ext uri="{FF2B5EF4-FFF2-40B4-BE49-F238E27FC236}">
                <a16:creationId xmlns:a16="http://schemas.microsoft.com/office/drawing/2014/main" id="{A68CC4E8-AD71-9B45-9CE1-39F8DA4BD3B2}"/>
              </a:ext>
            </a:extLst>
          </p:cNvPr>
          <p:cNvSpPr>
            <a:spLocks noGrp="1"/>
          </p:cNvSpPr>
          <p:nvPr>
            <p:ph type="body" sz="quarter" idx="22" hasCustomPrompt="1"/>
          </p:nvPr>
        </p:nvSpPr>
        <p:spPr>
          <a:xfrm>
            <a:off x="4808668" y="1964695"/>
            <a:ext cx="3243989" cy="161583"/>
          </a:xfrm>
          <a:prstGeom prst="rect">
            <a:avLst/>
          </a:prstGeom>
        </p:spPr>
        <p:txBody>
          <a:bodyPr lIns="0" tIns="0" rIns="0" bIns="0" anchor="ctr"/>
          <a:lstStyle>
            <a:lvl1pPr marL="0" indent="0">
              <a:lnSpc>
                <a:spcPts val="1260"/>
              </a:lnSpc>
              <a:spcBef>
                <a:spcPts val="0"/>
              </a:spcBef>
              <a:buFontTx/>
              <a:buNone/>
              <a:defRPr sz="1050" b="1" cap="all" baseline="0">
                <a:solidFill>
                  <a:srgbClr val="D86018"/>
                </a:solidFill>
                <a:latin typeface="Montserrat" pitchFamily="2" charset="77"/>
              </a:defRPr>
            </a:lvl1pPr>
            <a:lvl2pPr>
              <a:buFontTx/>
              <a:buNone/>
              <a:defRPr/>
            </a:lvl2pPr>
            <a:lvl3pPr>
              <a:buFontTx/>
              <a:buNone/>
              <a:defRPr/>
            </a:lvl3pPr>
            <a:lvl4pPr>
              <a:buFontTx/>
              <a:buNone/>
              <a:defRPr/>
            </a:lvl4pPr>
            <a:lvl5pPr>
              <a:buFontTx/>
              <a:buNone/>
              <a:defRPr/>
            </a:lvl5pPr>
          </a:lstStyle>
          <a:p>
            <a:pPr lvl="0"/>
            <a:r>
              <a:rPr lang="en-US"/>
              <a:t>Subhead</a:t>
            </a:r>
          </a:p>
        </p:txBody>
      </p:sp>
      <p:sp>
        <p:nvSpPr>
          <p:cNvPr id="21" name="Text Placeholder 2">
            <a:extLst>
              <a:ext uri="{FF2B5EF4-FFF2-40B4-BE49-F238E27FC236}">
                <a16:creationId xmlns:a16="http://schemas.microsoft.com/office/drawing/2014/main" id="{FC19E5A9-C23C-504C-B0E2-8E37BBF9B12A}"/>
              </a:ext>
            </a:extLst>
          </p:cNvPr>
          <p:cNvSpPr>
            <a:spLocks noGrp="1"/>
          </p:cNvSpPr>
          <p:nvPr>
            <p:ph type="body" sz="quarter" idx="23" hasCustomPrompt="1"/>
          </p:nvPr>
        </p:nvSpPr>
        <p:spPr>
          <a:xfrm>
            <a:off x="4803443" y="2229573"/>
            <a:ext cx="3249215" cy="2111138"/>
          </a:xfrm>
          <a:prstGeom prst="rect">
            <a:avLst/>
          </a:prstGeom>
        </p:spPr>
        <p:txBody>
          <a:bodyPr lIns="0" tIns="0" rIns="0" bIns="0"/>
          <a:lstStyle>
            <a:lvl1pPr marL="0" indent="0">
              <a:lnSpc>
                <a:spcPts val="1500"/>
              </a:lnSpc>
              <a:spcBef>
                <a:spcPts val="0"/>
              </a:spcBef>
              <a:spcAft>
                <a:spcPts val="750"/>
              </a:spcAft>
              <a:buFontTx/>
              <a:buNone/>
              <a:defRPr sz="1050" baseline="0">
                <a:solidFill>
                  <a:srgbClr val="1D3E89"/>
                </a:solidFill>
                <a:latin typeface="Open Sans" panose="020B0606030504020204" pitchFamily="34" charset="0"/>
                <a:ea typeface="Open Sans" panose="020B0606030504020204" pitchFamily="34" charset="0"/>
                <a:cs typeface="Open Sans" panose="020B0606030504020204" pitchFamily="34" charset="0"/>
              </a:defRPr>
            </a:lvl1pPr>
            <a:lvl2pPr>
              <a:buFontTx/>
              <a:buNone/>
              <a:defRPr/>
            </a:lvl2pPr>
            <a:lvl3pPr>
              <a:buFontTx/>
              <a:buNone/>
              <a:defRPr/>
            </a:lvl3pPr>
            <a:lvl4pPr>
              <a:buFontTx/>
              <a:buNone/>
              <a:defRPr/>
            </a:lvl4pPr>
            <a:lvl5pPr>
              <a:buFontTx/>
              <a:buNone/>
              <a:defRPr/>
            </a:lvl5pPr>
          </a:lstStyle>
          <a:p>
            <a:pPr lvl="0"/>
            <a:r>
              <a:rPr lang="en-US"/>
              <a:t>Lorem ipsum dolor sit amet, consectetur adipiscing elit. Suspendisse rhoncus risus lacus, et sollicitudin neque vestibulum sed. Maecenas lobortis accumsan quam, ut vulputate odio aliquam ut. Vivamus id dignissim neque. Etiam sed hendrerit arcu. Donec tristique fermentum neque vel tempus. Interdum et malesuada fames ac ante ipsum primis in faucibus. Nullam enim turpis, efficitur sit amet sem ac, hendrerit tempor turpis.</a:t>
            </a:r>
          </a:p>
        </p:txBody>
      </p:sp>
    </p:spTree>
    <p:extLst>
      <p:ext uri="{BB962C8B-B14F-4D97-AF65-F5344CB8AC3E}">
        <p14:creationId xmlns:p14="http://schemas.microsoft.com/office/powerpoint/2010/main" val="1339516584"/>
      </p:ext>
    </p:extLst>
  </p:cSld>
  <p:clrMapOvr>
    <a:masterClrMapping/>
  </p:clrMapOvr>
  <p:extLst>
    <p:ext uri="{DCECCB84-F9BA-43D5-87BE-67443E8EF086}">
      <p15:sldGuideLst xmlns:p15="http://schemas.microsoft.com/office/powerpoint/2012/main">
        <p15:guide id="4" orient="horz" pos="4200">
          <p15:clr>
            <a:srgbClr val="FBAE4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userDrawn="1">
  <p:cSld name="2. Master Bkg - Lt Gray">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83303121-B04E-244C-9717-800442EA097E}"/>
              </a:ext>
            </a:extLst>
          </p:cNvPr>
          <p:cNvSpPr/>
          <p:nvPr userDrawn="1"/>
        </p:nvSpPr>
        <p:spPr>
          <a:xfrm>
            <a:off x="142875" y="5001337"/>
            <a:ext cx="4429126" cy="142163"/>
          </a:xfrm>
          <a:prstGeom prst="rect">
            <a:avLst/>
          </a:prstGeom>
          <a:solidFill>
            <a:srgbClr val="D8601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50"/>
          </a:p>
        </p:txBody>
      </p:sp>
      <p:sp>
        <p:nvSpPr>
          <p:cNvPr id="4" name="Rectangle 3">
            <a:extLst>
              <a:ext uri="{FF2B5EF4-FFF2-40B4-BE49-F238E27FC236}">
                <a16:creationId xmlns:a16="http://schemas.microsoft.com/office/drawing/2014/main" id="{44E48E2D-7309-094A-AC6B-E4499F4D636E}"/>
              </a:ext>
            </a:extLst>
          </p:cNvPr>
          <p:cNvSpPr/>
          <p:nvPr userDrawn="1"/>
        </p:nvSpPr>
        <p:spPr>
          <a:xfrm>
            <a:off x="142875" y="142875"/>
            <a:ext cx="8858250" cy="4857750"/>
          </a:xfrm>
          <a:prstGeom prst="rect">
            <a:avLst/>
          </a:prstGeom>
          <a:solidFill>
            <a:srgbClr val="F6F4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p>
        </p:txBody>
      </p:sp>
      <p:pic>
        <p:nvPicPr>
          <p:cNvPr id="5" name="Picture 4">
            <a:extLst>
              <a:ext uri="{FF2B5EF4-FFF2-40B4-BE49-F238E27FC236}">
                <a16:creationId xmlns:a16="http://schemas.microsoft.com/office/drawing/2014/main" id="{DF136F6B-AED9-904D-9FA6-AE3DB4203326}"/>
              </a:ext>
            </a:extLst>
          </p:cNvPr>
          <p:cNvPicPr>
            <a:picLocks noChangeAspect="1"/>
          </p:cNvPicPr>
          <p:nvPr userDrawn="1"/>
        </p:nvPicPr>
        <p:blipFill rotWithShape="1">
          <a:blip r:embed="rId2" cstate="email">
            <a:extLst>
              <a:ext uri="{28A0092B-C50C-407E-A947-70E740481C1C}">
                <a14:useLocalDpi xmlns:a14="http://schemas.microsoft.com/office/drawing/2010/main" val="0"/>
              </a:ext>
            </a:extLst>
          </a:blip>
          <a:srcRect/>
          <a:stretch/>
        </p:blipFill>
        <p:spPr>
          <a:xfrm>
            <a:off x="4907865" y="1834474"/>
            <a:ext cx="4093261" cy="3166151"/>
          </a:xfrm>
          <a:prstGeom prst="rect">
            <a:avLst/>
          </a:prstGeom>
        </p:spPr>
      </p:pic>
      <p:sp>
        <p:nvSpPr>
          <p:cNvPr id="10" name="Rectangle 9">
            <a:extLst>
              <a:ext uri="{FF2B5EF4-FFF2-40B4-BE49-F238E27FC236}">
                <a16:creationId xmlns:a16="http://schemas.microsoft.com/office/drawing/2014/main" id="{EAB3B305-DCF4-3A4D-A960-1F6E7BC29D41}"/>
              </a:ext>
            </a:extLst>
          </p:cNvPr>
          <p:cNvSpPr/>
          <p:nvPr userDrawn="1"/>
        </p:nvSpPr>
        <p:spPr>
          <a:xfrm>
            <a:off x="4572000" y="5001337"/>
            <a:ext cx="4429126" cy="142163"/>
          </a:xfrm>
          <a:prstGeom prst="rect">
            <a:avLst/>
          </a:prstGeom>
          <a:solidFill>
            <a:srgbClr val="D19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50"/>
          </a:p>
        </p:txBody>
      </p:sp>
      <p:sp>
        <p:nvSpPr>
          <p:cNvPr id="11" name="Slide Number Placeholder 2">
            <a:extLst>
              <a:ext uri="{FF2B5EF4-FFF2-40B4-BE49-F238E27FC236}">
                <a16:creationId xmlns:a16="http://schemas.microsoft.com/office/drawing/2014/main" id="{EE050B0A-11EA-414C-9C02-BA997D916F84}"/>
              </a:ext>
            </a:extLst>
          </p:cNvPr>
          <p:cNvSpPr>
            <a:spLocks noGrp="1"/>
          </p:cNvSpPr>
          <p:nvPr>
            <p:ph type="sldNum" sz="quarter" idx="10"/>
          </p:nvPr>
        </p:nvSpPr>
        <p:spPr>
          <a:xfrm>
            <a:off x="8265790" y="5000626"/>
            <a:ext cx="503959" cy="142163"/>
          </a:xfrm>
          <a:prstGeom prst="rect">
            <a:avLst/>
          </a:prstGeom>
        </p:spPr>
        <p:txBody>
          <a:bodyPr lIns="0" rIns="0" anchor="ctr" anchorCtr="0"/>
          <a:lstStyle>
            <a:lvl1pPr algn="r">
              <a:defRPr sz="750" b="1">
                <a:solidFill>
                  <a:schemeClr val="bg1"/>
                </a:solidFill>
                <a:latin typeface="Montserrat" pitchFamily="2" charset="77"/>
              </a:defRPr>
            </a:lvl1pPr>
          </a:lstStyle>
          <a:p>
            <a:pPr algn="r"/>
            <a:fld id="{18FF2C6D-2AA1-024A-A651-F2F87D6F8EA3}" type="slidenum">
              <a:rPr lang="en-US"/>
              <a:pPr algn="r"/>
              <a:t>‹nº›</a:t>
            </a:fld>
            <a:endParaRPr lang="en-US"/>
          </a:p>
        </p:txBody>
      </p:sp>
      <p:pic>
        <p:nvPicPr>
          <p:cNvPr id="15" name="Graphic 14">
            <a:extLst>
              <a:ext uri="{FF2B5EF4-FFF2-40B4-BE49-F238E27FC236}">
                <a16:creationId xmlns:a16="http://schemas.microsoft.com/office/drawing/2014/main" id="{D5B3BB48-14EF-A740-85F7-266707D9CEAC}"/>
              </a:ext>
            </a:extLst>
          </p:cNvPr>
          <p:cNvPicPr>
            <a:picLocks noChangeAspect="1"/>
          </p:cNvPicPr>
          <p:nvPr userDrawn="1"/>
        </p:nvPicPr>
        <p:blipFill>
          <a:blip cstate="email">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7586607" y="156787"/>
            <a:ext cx="1358366" cy="189225"/>
          </a:xfrm>
          <a:prstGeom prst="rect">
            <a:avLst/>
          </a:prstGeom>
        </p:spPr>
      </p:pic>
    </p:spTree>
    <p:extLst>
      <p:ext uri="{BB962C8B-B14F-4D97-AF65-F5344CB8AC3E}">
        <p14:creationId xmlns:p14="http://schemas.microsoft.com/office/powerpoint/2010/main" val="2069889033"/>
      </p:ext>
    </p:extLst>
  </p:cSld>
  <p:clrMapOvr>
    <a:masterClrMapping/>
  </p:clrMapOvr>
  <p:extLst>
    <p:ext uri="{DCECCB84-F9BA-43D5-87BE-67443E8EF086}">
      <p15:sldGuideLst xmlns:p15="http://schemas.microsoft.com/office/powerpoint/2012/main">
        <p15:guide id="4" orient="horz" pos="4200">
          <p15:clr>
            <a:srgbClr val="FBAE40"/>
          </p15:clr>
        </p15:guide>
      </p15:sldGuideLst>
    </p:ext>
  </p:extLst>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3.xml"/><Relationship Id="rId3" Type="http://schemas.openxmlformats.org/officeDocument/2006/relationships/slideLayout" Target="../slideLayouts/slideLayout8.xml"/><Relationship Id="rId7" Type="http://schemas.openxmlformats.org/officeDocument/2006/relationships/slideLayout" Target="../slideLayouts/slideLayout12.xml"/><Relationship Id="rId12" Type="http://schemas.openxmlformats.org/officeDocument/2006/relationships/theme" Target="../theme/theme2.xml"/><Relationship Id="rId2" Type="http://schemas.openxmlformats.org/officeDocument/2006/relationships/slideLayout" Target="../slideLayouts/slideLayout7.xml"/><Relationship Id="rId1" Type="http://schemas.openxmlformats.org/officeDocument/2006/relationships/slideLayout" Target="../slideLayouts/slideLayout6.xml"/><Relationship Id="rId6" Type="http://schemas.openxmlformats.org/officeDocument/2006/relationships/slideLayout" Target="../slideLayouts/slideLayout11.xml"/><Relationship Id="rId11" Type="http://schemas.openxmlformats.org/officeDocument/2006/relationships/slideLayout" Target="../slideLayouts/slideLayout16.xml"/><Relationship Id="rId5" Type="http://schemas.openxmlformats.org/officeDocument/2006/relationships/slideLayout" Target="../slideLayouts/slideLayout10.xml"/><Relationship Id="rId10" Type="http://schemas.openxmlformats.org/officeDocument/2006/relationships/slideLayout" Target="../slideLayouts/slideLayout15.xml"/><Relationship Id="rId4" Type="http://schemas.openxmlformats.org/officeDocument/2006/relationships/slideLayout" Target="../slideLayouts/slideLayout9.xml"/><Relationship Id="rId9" Type="http://schemas.openxmlformats.org/officeDocument/2006/relationships/slideLayout" Target="../slideLayouts/slideLayout14.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24.xml"/><Relationship Id="rId13" Type="http://schemas.openxmlformats.org/officeDocument/2006/relationships/slideLayout" Target="../slideLayouts/slideLayout29.xml"/><Relationship Id="rId3" Type="http://schemas.openxmlformats.org/officeDocument/2006/relationships/slideLayout" Target="../slideLayouts/slideLayout19.xml"/><Relationship Id="rId7" Type="http://schemas.openxmlformats.org/officeDocument/2006/relationships/slideLayout" Target="../slideLayouts/slideLayout23.xml"/><Relationship Id="rId12" Type="http://schemas.openxmlformats.org/officeDocument/2006/relationships/slideLayout" Target="../slideLayouts/slideLayout28.xml"/><Relationship Id="rId2" Type="http://schemas.openxmlformats.org/officeDocument/2006/relationships/slideLayout" Target="../slideLayouts/slideLayout18.xml"/><Relationship Id="rId1" Type="http://schemas.openxmlformats.org/officeDocument/2006/relationships/slideLayout" Target="../slideLayouts/slideLayout17.xml"/><Relationship Id="rId6" Type="http://schemas.openxmlformats.org/officeDocument/2006/relationships/slideLayout" Target="../slideLayouts/slideLayout22.xml"/><Relationship Id="rId11" Type="http://schemas.openxmlformats.org/officeDocument/2006/relationships/slideLayout" Target="../slideLayouts/slideLayout27.xml"/><Relationship Id="rId5" Type="http://schemas.openxmlformats.org/officeDocument/2006/relationships/slideLayout" Target="../slideLayouts/slideLayout21.xml"/><Relationship Id="rId15" Type="http://schemas.openxmlformats.org/officeDocument/2006/relationships/theme" Target="../theme/theme3.xml"/><Relationship Id="rId10" Type="http://schemas.openxmlformats.org/officeDocument/2006/relationships/slideLayout" Target="../slideLayouts/slideLayout26.xml"/><Relationship Id="rId4" Type="http://schemas.openxmlformats.org/officeDocument/2006/relationships/slideLayout" Target="../slideLayouts/slideLayout20.xml"/><Relationship Id="rId9" Type="http://schemas.openxmlformats.org/officeDocument/2006/relationships/slideLayout" Target="../slideLayouts/slideLayout25.xml"/><Relationship Id="rId14" Type="http://schemas.openxmlformats.org/officeDocument/2006/relationships/slideLayout" Target="../slideLayouts/slideLayout3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9"/>
        <p:cNvGrpSpPr/>
        <p:nvPr/>
      </p:nvGrpSpPr>
      <p:grpSpPr>
        <a:xfrm>
          <a:off x="0" y="0"/>
          <a:ext cx="0" cy="0"/>
          <a:chOff x="0" y="0"/>
          <a:chExt cx="0" cy="0"/>
        </a:xfrm>
      </p:grpSpPr>
      <p:sp>
        <p:nvSpPr>
          <p:cNvPr id="10" name="Google Shape;10;g33cfa92e89b_0_99"/>
          <p:cNvSpPr txBox="1">
            <a:spLocks noGrp="1"/>
          </p:cNvSpPr>
          <p:nvPr>
            <p:ph type="title"/>
          </p:nvPr>
        </p:nvSpPr>
        <p:spPr>
          <a:xfrm>
            <a:off x="228600" y="228600"/>
            <a:ext cx="8520600" cy="572700"/>
          </a:xfrm>
          <a:prstGeom prst="rect">
            <a:avLst/>
          </a:prstGeom>
          <a:noFill/>
          <a:ln>
            <a:noFill/>
          </a:ln>
        </p:spPr>
        <p:txBody>
          <a:bodyPr spcFirstLastPara="1" wrap="square" lIns="91425" tIns="91425" rIns="91425" bIns="91425" anchor="ctr" anchorCtr="0">
            <a:normAutofit/>
          </a:bodyPr>
          <a:lstStyle>
            <a:lvl1pPr marR="0" lvl="0" algn="l" rtl="0">
              <a:lnSpc>
                <a:spcPct val="100000"/>
              </a:lnSpc>
              <a:spcBef>
                <a:spcPts val="0"/>
              </a:spcBef>
              <a:spcAft>
                <a:spcPts val="0"/>
              </a:spcAft>
              <a:buClr>
                <a:schemeClr val="dk1"/>
              </a:buClr>
              <a:buSzPts val="2800"/>
              <a:buFont typeface="Montserrat ExtraBold"/>
              <a:buNone/>
              <a:defRPr sz="2800" b="0" i="0" u="none" strike="noStrike" cap="none">
                <a:solidFill>
                  <a:schemeClr val="dk1"/>
                </a:solidFill>
                <a:latin typeface="Montserrat ExtraBold"/>
                <a:ea typeface="Montserrat ExtraBold"/>
                <a:cs typeface="Montserrat ExtraBold"/>
                <a:sym typeface="Montserrat ExtraBold"/>
              </a:defRPr>
            </a:lvl1pPr>
            <a:lvl2pPr marR="0" lvl="1" algn="l" rtl="0">
              <a:lnSpc>
                <a:spcPct val="100000"/>
              </a:lnSpc>
              <a:spcBef>
                <a:spcPts val="0"/>
              </a:spcBef>
              <a:spcAft>
                <a:spcPts val="0"/>
              </a:spcAft>
              <a:buClr>
                <a:schemeClr val="dk1"/>
              </a:buClr>
              <a:buSzPts val="2800"/>
              <a:buFont typeface="Montserrat ExtraBold"/>
              <a:buNone/>
              <a:defRPr sz="2800" b="0" i="0" u="none" strike="noStrike" cap="none">
                <a:solidFill>
                  <a:schemeClr val="dk1"/>
                </a:solidFill>
                <a:latin typeface="Montserrat ExtraBold"/>
                <a:ea typeface="Montserrat ExtraBold"/>
                <a:cs typeface="Montserrat ExtraBold"/>
                <a:sym typeface="Montserrat ExtraBold"/>
              </a:defRPr>
            </a:lvl2pPr>
            <a:lvl3pPr marR="0" lvl="2" algn="l" rtl="0">
              <a:lnSpc>
                <a:spcPct val="100000"/>
              </a:lnSpc>
              <a:spcBef>
                <a:spcPts val="0"/>
              </a:spcBef>
              <a:spcAft>
                <a:spcPts val="0"/>
              </a:spcAft>
              <a:buClr>
                <a:schemeClr val="dk1"/>
              </a:buClr>
              <a:buSzPts val="2800"/>
              <a:buFont typeface="Montserrat ExtraBold"/>
              <a:buNone/>
              <a:defRPr sz="2800" b="0" i="0" u="none" strike="noStrike" cap="none">
                <a:solidFill>
                  <a:schemeClr val="dk1"/>
                </a:solidFill>
                <a:latin typeface="Montserrat ExtraBold"/>
                <a:ea typeface="Montserrat ExtraBold"/>
                <a:cs typeface="Montserrat ExtraBold"/>
                <a:sym typeface="Montserrat ExtraBold"/>
              </a:defRPr>
            </a:lvl3pPr>
            <a:lvl4pPr marR="0" lvl="3" algn="l" rtl="0">
              <a:lnSpc>
                <a:spcPct val="100000"/>
              </a:lnSpc>
              <a:spcBef>
                <a:spcPts val="0"/>
              </a:spcBef>
              <a:spcAft>
                <a:spcPts val="0"/>
              </a:spcAft>
              <a:buClr>
                <a:schemeClr val="dk1"/>
              </a:buClr>
              <a:buSzPts val="2800"/>
              <a:buFont typeface="Montserrat ExtraBold"/>
              <a:buNone/>
              <a:defRPr sz="2800" b="0" i="0" u="none" strike="noStrike" cap="none">
                <a:solidFill>
                  <a:schemeClr val="dk1"/>
                </a:solidFill>
                <a:latin typeface="Montserrat ExtraBold"/>
                <a:ea typeface="Montserrat ExtraBold"/>
                <a:cs typeface="Montserrat ExtraBold"/>
                <a:sym typeface="Montserrat ExtraBold"/>
              </a:defRPr>
            </a:lvl4pPr>
            <a:lvl5pPr marR="0" lvl="4" algn="l" rtl="0">
              <a:lnSpc>
                <a:spcPct val="100000"/>
              </a:lnSpc>
              <a:spcBef>
                <a:spcPts val="0"/>
              </a:spcBef>
              <a:spcAft>
                <a:spcPts val="0"/>
              </a:spcAft>
              <a:buClr>
                <a:schemeClr val="dk1"/>
              </a:buClr>
              <a:buSzPts val="2800"/>
              <a:buFont typeface="Montserrat ExtraBold"/>
              <a:buNone/>
              <a:defRPr sz="2800" b="0" i="0" u="none" strike="noStrike" cap="none">
                <a:solidFill>
                  <a:schemeClr val="dk1"/>
                </a:solidFill>
                <a:latin typeface="Montserrat ExtraBold"/>
                <a:ea typeface="Montserrat ExtraBold"/>
                <a:cs typeface="Montserrat ExtraBold"/>
                <a:sym typeface="Montserrat ExtraBold"/>
              </a:defRPr>
            </a:lvl5pPr>
            <a:lvl6pPr marR="0" lvl="5" algn="l" rtl="0">
              <a:lnSpc>
                <a:spcPct val="100000"/>
              </a:lnSpc>
              <a:spcBef>
                <a:spcPts val="0"/>
              </a:spcBef>
              <a:spcAft>
                <a:spcPts val="0"/>
              </a:spcAft>
              <a:buClr>
                <a:schemeClr val="dk1"/>
              </a:buClr>
              <a:buSzPts val="2800"/>
              <a:buFont typeface="Montserrat ExtraBold"/>
              <a:buNone/>
              <a:defRPr sz="2800" b="0" i="0" u="none" strike="noStrike" cap="none">
                <a:solidFill>
                  <a:schemeClr val="dk1"/>
                </a:solidFill>
                <a:latin typeface="Montserrat ExtraBold"/>
                <a:ea typeface="Montserrat ExtraBold"/>
                <a:cs typeface="Montserrat ExtraBold"/>
                <a:sym typeface="Montserrat ExtraBold"/>
              </a:defRPr>
            </a:lvl6pPr>
            <a:lvl7pPr marR="0" lvl="6" algn="l" rtl="0">
              <a:lnSpc>
                <a:spcPct val="100000"/>
              </a:lnSpc>
              <a:spcBef>
                <a:spcPts val="0"/>
              </a:spcBef>
              <a:spcAft>
                <a:spcPts val="0"/>
              </a:spcAft>
              <a:buClr>
                <a:schemeClr val="dk1"/>
              </a:buClr>
              <a:buSzPts val="2800"/>
              <a:buFont typeface="Montserrat ExtraBold"/>
              <a:buNone/>
              <a:defRPr sz="2800" b="0" i="0" u="none" strike="noStrike" cap="none">
                <a:solidFill>
                  <a:schemeClr val="dk1"/>
                </a:solidFill>
                <a:latin typeface="Montserrat ExtraBold"/>
                <a:ea typeface="Montserrat ExtraBold"/>
                <a:cs typeface="Montserrat ExtraBold"/>
                <a:sym typeface="Montserrat ExtraBold"/>
              </a:defRPr>
            </a:lvl7pPr>
            <a:lvl8pPr marR="0" lvl="7" algn="l" rtl="0">
              <a:lnSpc>
                <a:spcPct val="100000"/>
              </a:lnSpc>
              <a:spcBef>
                <a:spcPts val="0"/>
              </a:spcBef>
              <a:spcAft>
                <a:spcPts val="0"/>
              </a:spcAft>
              <a:buClr>
                <a:schemeClr val="dk1"/>
              </a:buClr>
              <a:buSzPts val="2800"/>
              <a:buFont typeface="Montserrat ExtraBold"/>
              <a:buNone/>
              <a:defRPr sz="2800" b="0" i="0" u="none" strike="noStrike" cap="none">
                <a:solidFill>
                  <a:schemeClr val="dk1"/>
                </a:solidFill>
                <a:latin typeface="Montserrat ExtraBold"/>
                <a:ea typeface="Montserrat ExtraBold"/>
                <a:cs typeface="Montserrat ExtraBold"/>
                <a:sym typeface="Montserrat ExtraBold"/>
              </a:defRPr>
            </a:lvl8pPr>
            <a:lvl9pPr marR="0" lvl="8" algn="l" rtl="0">
              <a:lnSpc>
                <a:spcPct val="100000"/>
              </a:lnSpc>
              <a:spcBef>
                <a:spcPts val="0"/>
              </a:spcBef>
              <a:spcAft>
                <a:spcPts val="0"/>
              </a:spcAft>
              <a:buClr>
                <a:schemeClr val="dk1"/>
              </a:buClr>
              <a:buSzPts val="2800"/>
              <a:buFont typeface="Montserrat ExtraBold"/>
              <a:buNone/>
              <a:defRPr sz="2800" b="0" i="0" u="none" strike="noStrike" cap="none">
                <a:solidFill>
                  <a:schemeClr val="dk1"/>
                </a:solidFill>
                <a:latin typeface="Montserrat ExtraBold"/>
                <a:ea typeface="Montserrat ExtraBold"/>
                <a:cs typeface="Montserrat ExtraBold"/>
                <a:sym typeface="Montserrat ExtraBold"/>
              </a:defRPr>
            </a:lvl9pPr>
          </a:lstStyle>
          <a:p>
            <a:endParaRPr/>
          </a:p>
        </p:txBody>
      </p:sp>
      <p:sp>
        <p:nvSpPr>
          <p:cNvPr id="11" name="Google Shape;11;g33cfa92e89b_0_99"/>
          <p:cNvSpPr txBox="1">
            <a:spLocks noGrp="1"/>
          </p:cNvSpPr>
          <p:nvPr>
            <p:ph type="body" idx="1"/>
          </p:nvPr>
        </p:nvSpPr>
        <p:spPr>
          <a:xfrm>
            <a:off x="228600" y="1024075"/>
            <a:ext cx="8686800" cy="2635800"/>
          </a:xfrm>
          <a:prstGeom prst="rect">
            <a:avLst/>
          </a:prstGeom>
          <a:noFill/>
          <a:ln>
            <a:noFill/>
          </a:ln>
        </p:spPr>
        <p:txBody>
          <a:bodyPr spcFirstLastPara="1" wrap="square" lIns="91425" tIns="91425" rIns="91425" bIns="91425" anchor="t" anchorCtr="0">
            <a:normAutofit/>
          </a:bodyPr>
          <a:lstStyle>
            <a:lvl1pPr marL="457200" marR="0" lvl="0" indent="-342900" algn="l" rtl="0">
              <a:lnSpc>
                <a:spcPct val="100000"/>
              </a:lnSpc>
              <a:spcBef>
                <a:spcPts val="0"/>
              </a:spcBef>
              <a:spcAft>
                <a:spcPts val="0"/>
              </a:spcAft>
              <a:buClr>
                <a:schemeClr val="dk1"/>
              </a:buClr>
              <a:buSzPts val="1800"/>
              <a:buFont typeface="Montserrat"/>
              <a:buChar char="●"/>
              <a:defRPr sz="1800" b="0" i="0" u="none" strike="noStrike" cap="none">
                <a:solidFill>
                  <a:schemeClr val="dk1"/>
                </a:solidFill>
                <a:latin typeface="Montserrat"/>
                <a:ea typeface="Montserrat"/>
                <a:cs typeface="Montserrat"/>
                <a:sym typeface="Montserrat"/>
              </a:defRPr>
            </a:lvl1pPr>
            <a:lvl2pPr marL="914400" marR="0" lvl="1" indent="-317500" algn="l" rtl="0">
              <a:lnSpc>
                <a:spcPct val="100000"/>
              </a:lnSpc>
              <a:spcBef>
                <a:spcPts val="0"/>
              </a:spcBef>
              <a:spcAft>
                <a:spcPts val="0"/>
              </a:spcAft>
              <a:buClr>
                <a:schemeClr val="dk1"/>
              </a:buClr>
              <a:buSzPts val="1400"/>
              <a:buFont typeface="Montserrat"/>
              <a:buChar char="○"/>
              <a:defRPr sz="1400" b="0" i="0" u="none" strike="noStrike" cap="none">
                <a:solidFill>
                  <a:schemeClr val="dk1"/>
                </a:solidFill>
                <a:latin typeface="Montserrat"/>
                <a:ea typeface="Montserrat"/>
                <a:cs typeface="Montserrat"/>
                <a:sym typeface="Montserrat"/>
              </a:defRPr>
            </a:lvl2pPr>
            <a:lvl3pPr marL="1371600" marR="0" lvl="2" indent="-317500" algn="l" rtl="0">
              <a:lnSpc>
                <a:spcPct val="100000"/>
              </a:lnSpc>
              <a:spcBef>
                <a:spcPts val="0"/>
              </a:spcBef>
              <a:spcAft>
                <a:spcPts val="0"/>
              </a:spcAft>
              <a:buClr>
                <a:schemeClr val="dk1"/>
              </a:buClr>
              <a:buSzPts val="1400"/>
              <a:buFont typeface="Montserrat"/>
              <a:buChar char="■"/>
              <a:defRPr sz="1400" b="0" i="0" u="none" strike="noStrike" cap="none">
                <a:solidFill>
                  <a:schemeClr val="dk1"/>
                </a:solidFill>
                <a:latin typeface="Montserrat"/>
                <a:ea typeface="Montserrat"/>
                <a:cs typeface="Montserrat"/>
                <a:sym typeface="Montserrat"/>
              </a:defRPr>
            </a:lvl3pPr>
            <a:lvl4pPr marL="1828800" marR="0" lvl="3" indent="-317500" algn="l" rtl="0">
              <a:lnSpc>
                <a:spcPct val="100000"/>
              </a:lnSpc>
              <a:spcBef>
                <a:spcPts val="0"/>
              </a:spcBef>
              <a:spcAft>
                <a:spcPts val="0"/>
              </a:spcAft>
              <a:buClr>
                <a:schemeClr val="dk1"/>
              </a:buClr>
              <a:buSzPts val="1400"/>
              <a:buFont typeface="Montserrat"/>
              <a:buChar char="●"/>
              <a:defRPr sz="1400" b="0" i="0" u="none" strike="noStrike" cap="none">
                <a:solidFill>
                  <a:schemeClr val="dk1"/>
                </a:solidFill>
                <a:latin typeface="Montserrat"/>
                <a:ea typeface="Montserrat"/>
                <a:cs typeface="Montserrat"/>
                <a:sym typeface="Montserrat"/>
              </a:defRPr>
            </a:lvl4pPr>
            <a:lvl5pPr marL="2286000" marR="0" lvl="4" indent="-317500" algn="l" rtl="0">
              <a:lnSpc>
                <a:spcPct val="100000"/>
              </a:lnSpc>
              <a:spcBef>
                <a:spcPts val="0"/>
              </a:spcBef>
              <a:spcAft>
                <a:spcPts val="0"/>
              </a:spcAft>
              <a:buClr>
                <a:schemeClr val="dk1"/>
              </a:buClr>
              <a:buSzPts val="1400"/>
              <a:buFont typeface="Montserrat"/>
              <a:buChar char="○"/>
              <a:defRPr sz="1400" b="0" i="0" u="none" strike="noStrike" cap="none">
                <a:solidFill>
                  <a:schemeClr val="dk1"/>
                </a:solidFill>
                <a:latin typeface="Montserrat"/>
                <a:ea typeface="Montserrat"/>
                <a:cs typeface="Montserrat"/>
                <a:sym typeface="Montserrat"/>
              </a:defRPr>
            </a:lvl5pPr>
            <a:lvl6pPr marL="2743200" marR="0" lvl="5" indent="-317500" algn="l" rtl="0">
              <a:lnSpc>
                <a:spcPct val="100000"/>
              </a:lnSpc>
              <a:spcBef>
                <a:spcPts val="0"/>
              </a:spcBef>
              <a:spcAft>
                <a:spcPts val="0"/>
              </a:spcAft>
              <a:buClr>
                <a:schemeClr val="dk1"/>
              </a:buClr>
              <a:buSzPts val="1400"/>
              <a:buFont typeface="Montserrat"/>
              <a:buChar char="■"/>
              <a:defRPr sz="1400" b="0" i="0" u="none" strike="noStrike" cap="none">
                <a:solidFill>
                  <a:schemeClr val="dk1"/>
                </a:solidFill>
                <a:latin typeface="Montserrat"/>
                <a:ea typeface="Montserrat"/>
                <a:cs typeface="Montserrat"/>
                <a:sym typeface="Montserrat"/>
              </a:defRPr>
            </a:lvl6pPr>
            <a:lvl7pPr marL="3200400" marR="0" lvl="6" indent="-317500" algn="l" rtl="0">
              <a:lnSpc>
                <a:spcPct val="100000"/>
              </a:lnSpc>
              <a:spcBef>
                <a:spcPts val="0"/>
              </a:spcBef>
              <a:spcAft>
                <a:spcPts val="0"/>
              </a:spcAft>
              <a:buClr>
                <a:schemeClr val="dk1"/>
              </a:buClr>
              <a:buSzPts val="1400"/>
              <a:buFont typeface="Montserrat"/>
              <a:buChar char="●"/>
              <a:defRPr sz="1400" b="0" i="0" u="none" strike="noStrike" cap="none">
                <a:solidFill>
                  <a:schemeClr val="dk1"/>
                </a:solidFill>
                <a:latin typeface="Montserrat"/>
                <a:ea typeface="Montserrat"/>
                <a:cs typeface="Montserrat"/>
                <a:sym typeface="Montserrat"/>
              </a:defRPr>
            </a:lvl7pPr>
            <a:lvl8pPr marL="3657600" marR="0" lvl="7" indent="-317500" algn="l" rtl="0">
              <a:lnSpc>
                <a:spcPct val="100000"/>
              </a:lnSpc>
              <a:spcBef>
                <a:spcPts val="0"/>
              </a:spcBef>
              <a:spcAft>
                <a:spcPts val="0"/>
              </a:spcAft>
              <a:buClr>
                <a:schemeClr val="dk1"/>
              </a:buClr>
              <a:buSzPts val="1400"/>
              <a:buFont typeface="Montserrat"/>
              <a:buChar char="○"/>
              <a:defRPr sz="1400" b="0" i="0" u="none" strike="noStrike" cap="none">
                <a:solidFill>
                  <a:schemeClr val="dk1"/>
                </a:solidFill>
                <a:latin typeface="Montserrat"/>
                <a:ea typeface="Montserrat"/>
                <a:cs typeface="Montserrat"/>
                <a:sym typeface="Montserrat"/>
              </a:defRPr>
            </a:lvl8pPr>
            <a:lvl9pPr marL="4114800" marR="0" lvl="8" indent="-317500" algn="l" rtl="0">
              <a:lnSpc>
                <a:spcPct val="100000"/>
              </a:lnSpc>
              <a:spcBef>
                <a:spcPts val="0"/>
              </a:spcBef>
              <a:spcAft>
                <a:spcPts val="0"/>
              </a:spcAft>
              <a:buClr>
                <a:schemeClr val="dk1"/>
              </a:buClr>
              <a:buSzPts val="1400"/>
              <a:buFont typeface="Montserrat"/>
              <a:buChar char="■"/>
              <a:defRPr sz="1400" b="0" i="0" u="none" strike="noStrike" cap="none">
                <a:solidFill>
                  <a:schemeClr val="dk1"/>
                </a:solidFill>
                <a:latin typeface="Montserrat"/>
                <a:ea typeface="Montserrat"/>
                <a:cs typeface="Montserrat"/>
                <a:sym typeface="Montserrat"/>
              </a:defRPr>
            </a:lvl9pPr>
          </a:lstStyle>
          <a:p>
            <a:endParaRPr/>
          </a:p>
        </p:txBody>
      </p:sp>
    </p:spTree>
  </p:cSld>
  <p:clrMap bg1="lt1" tx1="dk1" bg2="dk2" tx2="lt2" accent1="accent1" accent2="accent2" accent3="accent3" accent4="accent4" accent5="accent5" accent6="accent6" hlink="hlink" folHlink="folHlink"/>
  <p:sldLayoutIdLst>
    <p:sldLayoutId id="2147483653" r:id="rId1"/>
    <p:sldLayoutId id="2147483654" r:id="rId2"/>
    <p:sldLayoutId id="2147483659" r:id="rId3"/>
    <p:sldLayoutId id="2147483661" r:id="rId4"/>
    <p:sldLayoutId id="2147483691" r:id="rId5"/>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pos="144">
          <p15:clr>
            <a:srgbClr val="E46962"/>
          </p15:clr>
        </p15:guide>
        <p15:guide id="2" orient="horz" pos="144">
          <p15:clr>
            <a:srgbClr val="E46962"/>
          </p15:clr>
        </p15:guide>
        <p15:guide id="3" pos="5616">
          <p15:clr>
            <a:srgbClr val="E46962"/>
          </p15:clr>
        </p15:guide>
        <p15:guide id="4" orient="horz" pos="3096">
          <p15:clr>
            <a:srgbClr val="E46962"/>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42900" y="205979"/>
            <a:ext cx="6172200" cy="857250"/>
          </a:xfrm>
          <a:prstGeom prst="rect">
            <a:avLst/>
          </a:prstGeom>
        </p:spPr>
        <p:txBody>
          <a:bodyPr vert="horz" lIns="91440" tIns="45720" rIns="91440" bIns="45720" rtlCol="0" anchor="ctr">
            <a:normAutofit/>
          </a:bodyPr>
          <a:lstStyle/>
          <a:p>
            <a:r>
              <a:rPr lang="pt"/>
              <a:t>Clique para editar o estilo do título Master</a:t>
            </a:r>
          </a:p>
        </p:txBody>
      </p:sp>
      <p:sp>
        <p:nvSpPr>
          <p:cNvPr id="3" name="Text Placeholder 2"/>
          <p:cNvSpPr>
            <a:spLocks noGrp="1"/>
          </p:cNvSpPr>
          <p:nvPr>
            <p:ph type="body" idx="1"/>
          </p:nvPr>
        </p:nvSpPr>
        <p:spPr>
          <a:xfrm>
            <a:off x="342900" y="1200151"/>
            <a:ext cx="6172200" cy="3394472"/>
          </a:xfrm>
          <a:prstGeom prst="rect">
            <a:avLst/>
          </a:prstGeom>
        </p:spPr>
        <p:txBody>
          <a:bodyPr vert="horz" lIns="91440" tIns="45720" rIns="91440" bIns="45720" rtlCol="0">
            <a:normAutofit/>
          </a:bodyPr>
          <a:lstStyle/>
          <a:p>
            <a:pPr lvl="0"/>
            <a:r>
              <a:rPr lang="pt"/>
              <a:t>Clique para editar estilos de texto Master</a:t>
            </a:r>
          </a:p>
          <a:p>
            <a:pPr lvl="1"/>
            <a:r>
              <a:rPr lang="pt"/>
              <a:t>Segundo nível</a:t>
            </a:r>
          </a:p>
          <a:p>
            <a:pPr lvl="2"/>
            <a:r>
              <a:rPr lang="pt"/>
              <a:t>Terceiro nível</a:t>
            </a:r>
          </a:p>
          <a:p>
            <a:pPr lvl="3"/>
            <a:r>
              <a:rPr lang="pt"/>
              <a:t>Quarto nível</a:t>
            </a:r>
          </a:p>
          <a:p>
            <a:pPr lvl="4"/>
            <a:r>
              <a:rPr lang="pt"/>
              <a:t>Quinto nível</a:t>
            </a:r>
          </a:p>
        </p:txBody>
      </p:sp>
      <p:sp>
        <p:nvSpPr>
          <p:cNvPr id="4" name="Date Placeholder 3"/>
          <p:cNvSpPr>
            <a:spLocks noGrp="1"/>
          </p:cNvSpPr>
          <p:nvPr>
            <p:ph type="dt" sz="half" idx="2"/>
          </p:nvPr>
        </p:nvSpPr>
        <p:spPr>
          <a:xfrm>
            <a:off x="342900" y="4767263"/>
            <a:ext cx="1600200" cy="273844"/>
          </a:xfrm>
          <a:prstGeom prst="rect">
            <a:avLst/>
          </a:prstGeom>
        </p:spPr>
        <p:txBody>
          <a:bodyPr vert="horz" lIns="91440" tIns="45720" rIns="91440" bIns="45720" rtlCol="0" anchor="ctr"/>
          <a:lstStyle>
            <a:lvl1pPr algn="l">
              <a:defRPr sz="900">
                <a:solidFill>
                  <a:schemeClr val="tx1">
                    <a:tint val="75000"/>
                  </a:schemeClr>
                </a:solidFill>
              </a:defRPr>
            </a:lvl1pPr>
          </a:lstStyle>
          <a:p>
            <a:fld id="{5BCAD085-E8A6-8845-BD4E-CB4CCA059FC4}" type="datetimeFigureOut">
              <a:rPr lang="en-US" smtClean="0"/>
              <a:t>10/11/2026</a:t>
            </a:fld>
            <a:endParaRPr lang="en-US"/>
          </a:p>
        </p:txBody>
      </p:sp>
      <p:sp>
        <p:nvSpPr>
          <p:cNvPr id="5" name="Footer Placeholder 4"/>
          <p:cNvSpPr>
            <a:spLocks noGrp="1"/>
          </p:cNvSpPr>
          <p:nvPr>
            <p:ph type="ftr" sz="quarter" idx="3"/>
          </p:nvPr>
        </p:nvSpPr>
        <p:spPr>
          <a:xfrm>
            <a:off x="2343150" y="4767263"/>
            <a:ext cx="2171700" cy="273844"/>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4914900" y="4767263"/>
            <a:ext cx="1600200" cy="273844"/>
          </a:xfrm>
          <a:prstGeom prst="rect">
            <a:avLst/>
          </a:prstGeom>
        </p:spPr>
        <p:txBody>
          <a:bodyPr vert="horz" lIns="91440" tIns="45720" rIns="91440" bIns="45720" rtlCol="0" anchor="ctr"/>
          <a:lstStyle>
            <a:lvl1pPr algn="r">
              <a:defRPr sz="900">
                <a:solidFill>
                  <a:schemeClr val="tx1">
                    <a:tint val="75000"/>
                  </a:schemeClr>
                </a:solidFill>
              </a:defRPr>
            </a:lvl1pPr>
          </a:lstStyle>
          <a:p>
            <a:fld id="{C1FF6DA9-008F-8B48-92A6-B652298478BF}" type="slidenum">
              <a:rPr lang="en-US" smtClean="0"/>
              <a:t>‹nº›</a:t>
            </a:fld>
            <a:endParaRPr lang="en-US"/>
          </a:p>
        </p:txBody>
      </p:sp>
    </p:spTree>
    <p:extLst>
      <p:ext uri="{BB962C8B-B14F-4D97-AF65-F5344CB8AC3E}">
        <p14:creationId xmlns:p14="http://schemas.microsoft.com/office/powerpoint/2010/main" val="1448853375"/>
      </p:ext>
    </p:extLst>
  </p:cSld>
  <p:clrMap bg1="lt1" tx1="dk1" bg2="lt2" tx2="dk2" accent1="accent1" accent2="accent2" accent3="accent3" accent4="accent4" accent5="accent5" accent6="accent6" hlink="hlink" folHlink="folHlink"/>
  <p:sldLayoutIdLst>
    <p:sldLayoutId id="2147483664" r:id="rId1"/>
    <p:sldLayoutId id="2147483665" r:id="rId2"/>
    <p:sldLayoutId id="2147483666" r:id="rId3"/>
    <p:sldLayoutId id="2147483667" r:id="rId4"/>
    <p:sldLayoutId id="2147483668" r:id="rId5"/>
    <p:sldLayoutId id="2147483669" r:id="rId6"/>
    <p:sldLayoutId id="2147483670" r:id="rId7"/>
    <p:sldLayoutId id="2147483671" r:id="rId8"/>
    <p:sldLayoutId id="2147483672" r:id="rId9"/>
    <p:sldLayoutId id="2147483673" r:id="rId10"/>
    <p:sldLayoutId id="2147483674" r:id="rId11"/>
  </p:sldLayoutIdLst>
  <p:txStyles>
    <p:titleStyle>
      <a:lvl1pPr algn="ctr" defTabSz="342900" rtl="0" eaLnBrk="1" latinLnBrk="0" hangingPunct="1">
        <a:spcBef>
          <a:spcPct val="0"/>
        </a:spcBef>
        <a:buNone/>
        <a:defRPr sz="3300" kern="1200">
          <a:solidFill>
            <a:schemeClr val="tx1"/>
          </a:solidFill>
          <a:latin typeface="+mj-lt"/>
          <a:ea typeface="+mj-ea"/>
          <a:cs typeface="+mj-cs"/>
        </a:defRPr>
      </a:lvl1pPr>
    </p:titleStyle>
    <p:bodyStyle>
      <a:lvl1pPr marL="257175" indent="-257175" algn="l" defTabSz="342900" rtl="0" eaLnBrk="1" latinLnBrk="0" hangingPunct="1">
        <a:spcBef>
          <a:spcPct val="20000"/>
        </a:spcBef>
        <a:buFont typeface="Arial"/>
        <a:buChar char="•"/>
        <a:defRPr sz="2400" kern="1200">
          <a:solidFill>
            <a:schemeClr val="tx1"/>
          </a:solidFill>
          <a:latin typeface="+mn-lt"/>
          <a:ea typeface="+mn-ea"/>
          <a:cs typeface="+mn-cs"/>
        </a:defRPr>
      </a:lvl1pPr>
      <a:lvl2pPr marL="557213" indent="-214313" algn="l" defTabSz="342900" rtl="0" eaLnBrk="1" latinLnBrk="0" hangingPunct="1">
        <a:spcBef>
          <a:spcPct val="20000"/>
        </a:spcBef>
        <a:buFont typeface="Arial"/>
        <a:buChar char="–"/>
        <a:defRPr sz="2100" kern="1200">
          <a:solidFill>
            <a:schemeClr val="tx1"/>
          </a:solidFill>
          <a:latin typeface="+mn-lt"/>
          <a:ea typeface="+mn-ea"/>
          <a:cs typeface="+mn-cs"/>
        </a:defRPr>
      </a:lvl2pPr>
      <a:lvl3pPr marL="857250" indent="-171450" algn="l" defTabSz="342900" rtl="0" eaLnBrk="1" latinLnBrk="0" hangingPunct="1">
        <a:spcBef>
          <a:spcPct val="20000"/>
        </a:spcBef>
        <a:buFont typeface="Arial"/>
        <a:buChar char="•"/>
        <a:defRPr sz="1800" kern="1200">
          <a:solidFill>
            <a:schemeClr val="tx1"/>
          </a:solidFill>
          <a:latin typeface="+mn-lt"/>
          <a:ea typeface="+mn-ea"/>
          <a:cs typeface="+mn-cs"/>
        </a:defRPr>
      </a:lvl3pPr>
      <a:lvl4pPr marL="1200150" indent="-171450" algn="l" defTabSz="342900" rtl="0" eaLnBrk="1" latinLnBrk="0" hangingPunct="1">
        <a:spcBef>
          <a:spcPct val="20000"/>
        </a:spcBef>
        <a:buFont typeface="Arial"/>
        <a:buChar char="–"/>
        <a:defRPr sz="1500" kern="1200">
          <a:solidFill>
            <a:schemeClr val="tx1"/>
          </a:solidFill>
          <a:latin typeface="+mn-lt"/>
          <a:ea typeface="+mn-ea"/>
          <a:cs typeface="+mn-cs"/>
        </a:defRPr>
      </a:lvl4pPr>
      <a:lvl5pPr marL="1543050" indent="-171450" algn="l" defTabSz="342900" rtl="0" eaLnBrk="1" latinLnBrk="0" hangingPunct="1">
        <a:spcBef>
          <a:spcPct val="20000"/>
        </a:spcBef>
        <a:buFont typeface="Arial"/>
        <a:buChar char="»"/>
        <a:defRPr sz="1500" kern="1200">
          <a:solidFill>
            <a:schemeClr val="tx1"/>
          </a:solidFill>
          <a:latin typeface="+mn-lt"/>
          <a:ea typeface="+mn-ea"/>
          <a:cs typeface="+mn-cs"/>
        </a:defRPr>
      </a:lvl5pPr>
      <a:lvl6pPr marL="1885950" indent="-171450" algn="l" defTabSz="342900" rtl="0" eaLnBrk="1" latinLnBrk="0" hangingPunct="1">
        <a:spcBef>
          <a:spcPct val="20000"/>
        </a:spcBef>
        <a:buFont typeface="Arial"/>
        <a:buChar char="•"/>
        <a:defRPr sz="1500" kern="1200">
          <a:solidFill>
            <a:schemeClr val="tx1"/>
          </a:solidFill>
          <a:latin typeface="+mn-lt"/>
          <a:ea typeface="+mn-ea"/>
          <a:cs typeface="+mn-cs"/>
        </a:defRPr>
      </a:lvl6pPr>
      <a:lvl7pPr marL="2228850" indent="-171450" algn="l" defTabSz="342900" rtl="0" eaLnBrk="1" latinLnBrk="0" hangingPunct="1">
        <a:spcBef>
          <a:spcPct val="20000"/>
        </a:spcBef>
        <a:buFont typeface="Arial"/>
        <a:buChar char="•"/>
        <a:defRPr sz="1500" kern="1200">
          <a:solidFill>
            <a:schemeClr val="tx1"/>
          </a:solidFill>
          <a:latin typeface="+mn-lt"/>
          <a:ea typeface="+mn-ea"/>
          <a:cs typeface="+mn-cs"/>
        </a:defRPr>
      </a:lvl7pPr>
      <a:lvl8pPr marL="2571750" indent="-171450" algn="l" defTabSz="342900" rtl="0" eaLnBrk="1" latinLnBrk="0" hangingPunct="1">
        <a:spcBef>
          <a:spcPct val="20000"/>
        </a:spcBef>
        <a:buFont typeface="Arial"/>
        <a:buChar char="•"/>
        <a:defRPr sz="1500" kern="1200">
          <a:solidFill>
            <a:schemeClr val="tx1"/>
          </a:solidFill>
          <a:latin typeface="+mn-lt"/>
          <a:ea typeface="+mn-ea"/>
          <a:cs typeface="+mn-cs"/>
        </a:defRPr>
      </a:lvl8pPr>
      <a:lvl9pPr marL="2914650" indent="-171450" algn="l" defTabSz="342900" rtl="0" eaLnBrk="1" latinLnBrk="0" hangingPunct="1">
        <a:spcBef>
          <a:spcPct val="20000"/>
        </a:spcBef>
        <a:buFont typeface="Arial"/>
        <a:buChar char="•"/>
        <a:defRPr sz="1500" kern="1200">
          <a:solidFill>
            <a:schemeClr val="tx1"/>
          </a:solidFill>
          <a:latin typeface="+mn-lt"/>
          <a:ea typeface="+mn-ea"/>
          <a:cs typeface="+mn-cs"/>
        </a:defRPr>
      </a:lvl9pPr>
    </p:bodyStyle>
    <p:otherStyle>
      <a:defPPr>
        <a:defRPr lang="en-US"/>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273844"/>
            <a:ext cx="7886700" cy="994172"/>
          </a:xfrm>
          <a:prstGeom prst="rect">
            <a:avLst/>
          </a:prstGeom>
        </p:spPr>
        <p:txBody>
          <a:bodyPr vert="horz" lIns="91440" tIns="45720" rIns="91440" bIns="45720" rtlCol="0" anchor="ctr">
            <a:normAutofit/>
          </a:bodyPr>
          <a:lstStyle/>
          <a:p>
            <a:r>
              <a:rPr lang="pt-PT"/>
              <a:t>Clique para editar o estilo de título do Modelo Global</a:t>
            </a:r>
            <a:endParaRPr lang="en-US"/>
          </a:p>
        </p:txBody>
      </p:sp>
      <p:sp>
        <p:nvSpPr>
          <p:cNvPr id="3" name="Text Placeholder 2"/>
          <p:cNvSpPr>
            <a:spLocks noGrp="1"/>
          </p:cNvSpPr>
          <p:nvPr>
            <p:ph type="body" idx="1"/>
          </p:nvPr>
        </p:nvSpPr>
        <p:spPr>
          <a:xfrm>
            <a:off x="628650" y="1369219"/>
            <a:ext cx="7886700" cy="3263504"/>
          </a:xfrm>
          <a:prstGeom prst="rect">
            <a:avLst/>
          </a:prstGeom>
        </p:spPr>
        <p:txBody>
          <a:bodyPr vert="horz" lIns="91440" tIns="45720" rIns="91440" bIns="45720" rtlCol="0">
            <a:normAutofit/>
          </a:bodyPr>
          <a:lstStyle/>
          <a:p>
            <a:pPr lvl="0"/>
            <a:r>
              <a:rPr lang="pt-PT"/>
              <a:t>Clique para editar os estilos do texto de Modelo Global</a:t>
            </a:r>
          </a:p>
          <a:p>
            <a:pPr lvl="1"/>
            <a:r>
              <a:rPr lang="pt-PT"/>
              <a:t>Segundo nível</a:t>
            </a:r>
          </a:p>
          <a:p>
            <a:pPr lvl="2"/>
            <a:r>
              <a:rPr lang="pt-PT"/>
              <a:t>Terceiro nível</a:t>
            </a:r>
          </a:p>
          <a:p>
            <a:pPr lvl="3"/>
            <a:r>
              <a:rPr lang="pt-PT"/>
              <a:t>Quarto nível</a:t>
            </a:r>
          </a:p>
          <a:p>
            <a:pPr lvl="4"/>
            <a:r>
              <a:rPr lang="pt-PT"/>
              <a:t>Quinto nível</a:t>
            </a:r>
            <a:endParaRPr lang="en-US"/>
          </a:p>
        </p:txBody>
      </p:sp>
      <p:sp>
        <p:nvSpPr>
          <p:cNvPr id="4" name="Date Placeholder 3"/>
          <p:cNvSpPr>
            <a:spLocks noGrp="1"/>
          </p:cNvSpPr>
          <p:nvPr>
            <p:ph type="dt" sz="half" idx="2"/>
          </p:nvPr>
        </p:nvSpPr>
        <p:spPr>
          <a:xfrm>
            <a:off x="628650" y="4767263"/>
            <a:ext cx="2057400" cy="273844"/>
          </a:xfrm>
          <a:prstGeom prst="rect">
            <a:avLst/>
          </a:prstGeom>
        </p:spPr>
        <p:txBody>
          <a:bodyPr vert="horz" lIns="91440" tIns="45720" rIns="91440" bIns="45720" rtlCol="0" anchor="ctr"/>
          <a:lstStyle>
            <a:lvl1pPr algn="l">
              <a:defRPr sz="900">
                <a:solidFill>
                  <a:schemeClr val="tx1">
                    <a:tint val="75000"/>
                  </a:schemeClr>
                </a:solidFill>
              </a:defRPr>
            </a:lvl1pPr>
          </a:lstStyle>
          <a:p>
            <a:fld id="{9800D704-C3E1-4E66-9CF7-C38893EC8F84}" type="datetimeFigureOut">
              <a:rPr lang="pt-PT" smtClean="0"/>
              <a:t>11/10/2026</a:t>
            </a:fld>
            <a:endParaRPr lang="pt-PT"/>
          </a:p>
        </p:txBody>
      </p:sp>
      <p:sp>
        <p:nvSpPr>
          <p:cNvPr id="5" name="Footer Placeholder 4"/>
          <p:cNvSpPr>
            <a:spLocks noGrp="1"/>
          </p:cNvSpPr>
          <p:nvPr>
            <p:ph type="ftr" sz="quarter" idx="3"/>
          </p:nvPr>
        </p:nvSpPr>
        <p:spPr>
          <a:xfrm>
            <a:off x="3028950" y="4767263"/>
            <a:ext cx="3086100" cy="273844"/>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pt-PT"/>
          </a:p>
        </p:txBody>
      </p:sp>
      <p:sp>
        <p:nvSpPr>
          <p:cNvPr id="6" name="Slide Number Placeholder 5"/>
          <p:cNvSpPr>
            <a:spLocks noGrp="1"/>
          </p:cNvSpPr>
          <p:nvPr>
            <p:ph type="sldNum" sz="quarter" idx="4"/>
          </p:nvPr>
        </p:nvSpPr>
        <p:spPr>
          <a:xfrm>
            <a:off x="6457950" y="4767263"/>
            <a:ext cx="2057400" cy="273844"/>
          </a:xfrm>
          <a:prstGeom prst="rect">
            <a:avLst/>
          </a:prstGeom>
        </p:spPr>
        <p:txBody>
          <a:bodyPr vert="horz" lIns="91440" tIns="45720" rIns="91440" bIns="45720" rtlCol="0" anchor="ctr"/>
          <a:lstStyle>
            <a:lvl1pPr algn="r">
              <a:defRPr sz="900">
                <a:solidFill>
                  <a:schemeClr val="tx1">
                    <a:tint val="75000"/>
                  </a:schemeClr>
                </a:solidFill>
              </a:defRPr>
            </a:lvl1pPr>
          </a:lstStyle>
          <a:p>
            <a:fld id="{D02D42BE-C4EB-4F1B-8B21-1E8DF8E9E23C}" type="slidenum">
              <a:rPr lang="pt-PT" smtClean="0"/>
              <a:t>‹nº›</a:t>
            </a:fld>
            <a:endParaRPr lang="pt-PT"/>
          </a:p>
        </p:txBody>
      </p:sp>
    </p:spTree>
    <p:extLst>
      <p:ext uri="{BB962C8B-B14F-4D97-AF65-F5344CB8AC3E}">
        <p14:creationId xmlns:p14="http://schemas.microsoft.com/office/powerpoint/2010/main" val="3847386712"/>
      </p:ext>
    </p:extLst>
  </p:cSld>
  <p:clrMap bg1="lt1" tx1="dk1" bg2="lt2" tx2="dk2" accent1="accent1" accent2="accent2" accent3="accent3" accent4="accent4" accent5="accent5" accent6="accent6" hlink="hlink" folHlink="folHlink"/>
  <p:sldLayoutIdLst>
    <p:sldLayoutId id="2147483677" r:id="rId1"/>
    <p:sldLayoutId id="2147483678" r:id="rId2"/>
    <p:sldLayoutId id="2147483679" r:id="rId3"/>
    <p:sldLayoutId id="2147483680" r:id="rId4"/>
    <p:sldLayoutId id="2147483681" r:id="rId5"/>
    <p:sldLayoutId id="2147483682" r:id="rId6"/>
    <p:sldLayoutId id="2147483683" r:id="rId7"/>
    <p:sldLayoutId id="2147483684" r:id="rId8"/>
    <p:sldLayoutId id="2147483685" r:id="rId9"/>
    <p:sldLayoutId id="2147483686" r:id="rId10"/>
    <p:sldLayoutId id="2147483687" r:id="rId11"/>
    <p:sldLayoutId id="2147483688" r:id="rId12"/>
    <p:sldLayoutId id="2147483689" r:id="rId13"/>
    <p:sldLayoutId id="2147483690" r:id="rId14"/>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xml"/><Relationship Id="rId1" Type="http://schemas.openxmlformats.org/officeDocument/2006/relationships/slideLayout" Target="../slideLayouts/slideLayout3.xml"/><Relationship Id="rId5" Type="http://schemas.openxmlformats.org/officeDocument/2006/relationships/image" Target="../media/image6.jpeg"/><Relationship Id="rId4" Type="http://schemas.openxmlformats.org/officeDocument/2006/relationships/image" Target="../media/image5.png"/></Relationships>
</file>

<file path=ppt/slides/_rels/slide2.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9.png"/><Relationship Id="rId7" Type="http://schemas.openxmlformats.org/officeDocument/2006/relationships/image" Target="../media/image12.png"/><Relationship Id="rId2" Type="http://schemas.openxmlformats.org/officeDocument/2006/relationships/image" Target="../media/image8.png"/><Relationship Id="rId1" Type="http://schemas.openxmlformats.org/officeDocument/2006/relationships/slideLayout" Target="../slideLayouts/slideLayout28.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4.jpeg"/></Relationships>
</file>

<file path=ppt/slides/_rels/slide4.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8.png"/><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8.png"/><Relationship Id="rId1" Type="http://schemas.openxmlformats.org/officeDocument/2006/relationships/slideLayout" Target="../slideLayouts/slideLayout5.xml"/><Relationship Id="rId4" Type="http://schemas.openxmlformats.org/officeDocument/2006/relationships/image" Target="../media/image14.png"/></Relationships>
</file>

<file path=ppt/slides/_rels/slide6.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8.png"/><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8.png"/><Relationship Id="rId1" Type="http://schemas.openxmlformats.org/officeDocument/2006/relationships/slideLayout" Target="../slideLayouts/slideLayout5.xml"/><Relationship Id="rId4" Type="http://schemas.openxmlformats.org/officeDocument/2006/relationships/image" Target="../media/image15.png"/></Relationships>
</file>

<file path=ppt/slides/_rels/slide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3.xml"/><Relationship Id="rId1" Type="http://schemas.openxmlformats.org/officeDocument/2006/relationships/slideLayout" Target="../slideLayouts/slideLayout5.xml"/><Relationship Id="rId6" Type="http://schemas.openxmlformats.org/officeDocument/2006/relationships/image" Target="../media/image19.jpeg"/><Relationship Id="rId5" Type="http://schemas.openxmlformats.org/officeDocument/2006/relationships/image" Target="../media/image18.jpeg"/><Relationship Id="rId4" Type="http://schemas.openxmlformats.org/officeDocument/2006/relationships/image" Target="../media/image17.png"/></Relationships>
</file>

<file path=ppt/slides/_rels/slide9.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8.png"/><Relationship Id="rId1" Type="http://schemas.openxmlformats.org/officeDocument/2006/relationships/slideLayout" Target="../slideLayouts/slideLayout5.xml"/><Relationship Id="rId4" Type="http://schemas.openxmlformats.org/officeDocument/2006/relationships/image" Target="../media/image20.jpeg"/></Relationships>
</file>

<file path=ppt/slides/_rels/slide10.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8.png"/><Relationship Id="rId1" Type="http://schemas.openxmlformats.org/officeDocument/2006/relationships/slideLayout" Target="../slideLayouts/slideLayout5.xml"/><Relationship Id="rId4" Type="http://schemas.openxmlformats.org/officeDocument/2006/relationships/image" Target="../media/image22.png"/></Relationships>
</file>

<file path=ppt/slides/_rels/slide12.xml.rels><?xml version="1.0" encoding="UTF-8" standalone="yes"?>
<Relationships xmlns="http://schemas.openxmlformats.org/package/2006/relationships"><Relationship Id="rId3" Type="http://schemas.openxmlformats.org/officeDocument/2006/relationships/image" Target="../media/image4.jpeg"/><Relationship Id="rId7" Type="http://schemas.openxmlformats.org/officeDocument/2006/relationships/image" Target="../media/image25.jpeg"/><Relationship Id="rId2" Type="http://schemas.openxmlformats.org/officeDocument/2006/relationships/image" Target="../media/image8.png"/><Relationship Id="rId1" Type="http://schemas.openxmlformats.org/officeDocument/2006/relationships/slideLayout" Target="../slideLayouts/slideLayout5.xml"/><Relationship Id="rId6" Type="http://schemas.microsoft.com/office/2007/relationships/hdphoto" Target="../media/hdphoto1.wdp"/><Relationship Id="rId5" Type="http://schemas.openxmlformats.org/officeDocument/2006/relationships/image" Target="../media/image24.png"/><Relationship Id="rId4" Type="http://schemas.openxmlformats.org/officeDocument/2006/relationships/image" Target="../media/image23.png"/></Relationships>
</file>

<file path=ppt/slides/_rels/slide13.xml.rels><?xml version="1.0" encoding="UTF-8" standalone="yes"?>
<Relationships xmlns="http://schemas.openxmlformats.org/package/2006/relationships"><Relationship Id="rId8" Type="http://schemas.openxmlformats.org/officeDocument/2006/relationships/image" Target="../media/image30.png"/><Relationship Id="rId3" Type="http://schemas.openxmlformats.org/officeDocument/2006/relationships/image" Target="../media/image26.jpeg"/><Relationship Id="rId7" Type="http://schemas.openxmlformats.org/officeDocument/2006/relationships/image" Target="../media/image29.jpeg"/><Relationship Id="rId2" Type="http://schemas.openxmlformats.org/officeDocument/2006/relationships/image" Target="../media/image4.jpeg"/><Relationship Id="rId1" Type="http://schemas.openxmlformats.org/officeDocument/2006/relationships/slideLayout" Target="../slideLayouts/slideLayout5.xml"/><Relationship Id="rId6" Type="http://schemas.openxmlformats.org/officeDocument/2006/relationships/image" Target="../media/image28.jpeg"/><Relationship Id="rId5" Type="http://schemas.microsoft.com/office/2007/relationships/hdphoto" Target="../media/hdphoto2.wdp"/><Relationship Id="rId4" Type="http://schemas.openxmlformats.org/officeDocument/2006/relationships/image" Target="../media/image27.png"/></Relationships>
</file>

<file path=ppt/slides/_rels/slide1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31.png"/><Relationship Id="rId1" Type="http://schemas.openxmlformats.org/officeDocument/2006/relationships/slideLayout" Target="../slideLayouts/slideLayout5.xml"/><Relationship Id="rId4" Type="http://schemas.openxmlformats.org/officeDocument/2006/relationships/image" Target="../media/image4.jpeg"/></Relationships>
</file>

<file path=ppt/slides/_rels/slide15.xml.rels><?xml version="1.0" encoding="UTF-8" standalone="yes"?>
<Relationships xmlns="http://schemas.openxmlformats.org/package/2006/relationships"><Relationship Id="rId3" Type="http://schemas.openxmlformats.org/officeDocument/2006/relationships/image" Target="../media/image33.jpeg"/><Relationship Id="rId2" Type="http://schemas.openxmlformats.org/officeDocument/2006/relationships/image" Target="../media/image32.jpeg"/><Relationship Id="rId1" Type="http://schemas.openxmlformats.org/officeDocument/2006/relationships/slideLayout" Target="../slideLayouts/slideLayout12.xml"/><Relationship Id="rId4" Type="http://schemas.openxmlformats.org/officeDocument/2006/relationships/image" Target="../media/image34.jpeg"/></Relationships>
</file>

<file path=ppt/slides/_rels/slide16.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44.png"/><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dk2"/>
        </a:solidFill>
        <a:effectLst/>
      </p:bgPr>
    </p:bg>
    <p:spTree>
      <p:nvGrpSpPr>
        <p:cNvPr id="1" name="Shape 115"/>
        <p:cNvGrpSpPr/>
        <p:nvPr/>
      </p:nvGrpSpPr>
      <p:grpSpPr>
        <a:xfrm>
          <a:off x="0" y="0"/>
          <a:ext cx="0" cy="0"/>
          <a:chOff x="0" y="0"/>
          <a:chExt cx="0" cy="0"/>
        </a:xfrm>
      </p:grpSpPr>
      <p:sp>
        <p:nvSpPr>
          <p:cNvPr id="116" name="Google Shape;116;g389d0d1ae5c_0_69"/>
          <p:cNvSpPr txBox="1"/>
          <p:nvPr/>
        </p:nvSpPr>
        <p:spPr>
          <a:xfrm>
            <a:off x="105356" y="1708050"/>
            <a:ext cx="4060162" cy="2215596"/>
          </a:xfrm>
          <a:prstGeom prst="rect">
            <a:avLst/>
          </a:prstGeom>
          <a:noFill/>
          <a:ln>
            <a:noFill/>
          </a:ln>
        </p:spPr>
        <p:txBody>
          <a:bodyPr spcFirstLastPara="1" wrap="square" lIns="91425" tIns="91425" rIns="91425" bIns="91425" anchor="t" anchorCtr="0">
            <a:normAutofit fontScale="92500"/>
          </a:bodyPr>
          <a:lstStyle/>
          <a:p>
            <a:pPr algn="ctr"/>
            <a:r>
              <a:rPr lang="pt-BR" sz="4400" b="1" i="1" dirty="0">
                <a:ln w="12700">
                  <a:solidFill>
                    <a:schemeClr val="accent3">
                      <a:lumMod val="50000"/>
                    </a:schemeClr>
                  </a:solidFill>
                  <a:prstDash val="solid"/>
                </a:ln>
                <a:pattFill prst="narHorz">
                  <a:fgClr>
                    <a:schemeClr val="accent3"/>
                  </a:fgClr>
                  <a:bgClr>
                    <a:schemeClr val="accent3">
                      <a:lumMod val="40000"/>
                      <a:lumOff val="60000"/>
                    </a:schemeClr>
                  </a:bgClr>
                </a:pattFill>
                <a:effectLst>
                  <a:innerShdw blurRad="177800">
                    <a:schemeClr val="accent3">
                      <a:lumMod val="50000"/>
                    </a:schemeClr>
                  </a:innerShdw>
                </a:effectLst>
                <a:latin typeface="Amasis MT Pro Black" panose="02040A04050005020304" pitchFamily="18" charset="0"/>
              </a:rPr>
              <a:t>Dos resultados à consolidação dos ganhos</a:t>
            </a:r>
            <a:endParaRPr lang="pt-PT" sz="4400" b="1" i="1" dirty="0">
              <a:ln w="12700">
                <a:solidFill>
                  <a:schemeClr val="accent3">
                    <a:lumMod val="50000"/>
                  </a:schemeClr>
                </a:solidFill>
                <a:prstDash val="solid"/>
              </a:ln>
              <a:pattFill prst="narHorz">
                <a:fgClr>
                  <a:schemeClr val="accent3"/>
                </a:fgClr>
                <a:bgClr>
                  <a:schemeClr val="accent3">
                    <a:lumMod val="40000"/>
                    <a:lumOff val="60000"/>
                  </a:schemeClr>
                </a:bgClr>
              </a:pattFill>
              <a:effectLst>
                <a:innerShdw blurRad="177800">
                  <a:schemeClr val="accent3">
                    <a:lumMod val="50000"/>
                  </a:schemeClr>
                </a:innerShdw>
              </a:effectLst>
              <a:latin typeface="Amasis MT Pro Black" panose="02040A04050005020304" pitchFamily="18" charset="0"/>
            </a:endParaRPr>
          </a:p>
        </p:txBody>
      </p:sp>
      <p:cxnSp>
        <p:nvCxnSpPr>
          <p:cNvPr id="122" name="Google Shape;122;g389d0d1ae5c_0_69"/>
          <p:cNvCxnSpPr/>
          <p:nvPr/>
        </p:nvCxnSpPr>
        <p:spPr>
          <a:xfrm>
            <a:off x="228589" y="1219854"/>
            <a:ext cx="404100" cy="0"/>
          </a:xfrm>
          <a:prstGeom prst="straightConnector1">
            <a:avLst/>
          </a:prstGeom>
          <a:noFill/>
          <a:ln w="38100" cap="flat" cmpd="sng">
            <a:solidFill>
              <a:schemeClr val="lt1"/>
            </a:solidFill>
            <a:prstDash val="solid"/>
            <a:miter lim="800000"/>
            <a:headEnd type="none" w="sm" len="sm"/>
            <a:tailEnd type="none" w="sm" len="sm"/>
          </a:ln>
        </p:spPr>
      </p:cxnSp>
      <p:sp>
        <p:nvSpPr>
          <p:cNvPr id="2" name="Google Shape;139;g3899b68cd51_0_10">
            <a:extLst>
              <a:ext uri="{FF2B5EF4-FFF2-40B4-BE49-F238E27FC236}">
                <a16:creationId xmlns:a16="http://schemas.microsoft.com/office/drawing/2014/main" id="{195E8C24-282D-0F95-06DC-BC59FB2594A7}"/>
              </a:ext>
            </a:extLst>
          </p:cNvPr>
          <p:cNvSpPr txBox="1">
            <a:spLocks/>
          </p:cNvSpPr>
          <p:nvPr/>
        </p:nvSpPr>
        <p:spPr>
          <a:xfrm>
            <a:off x="1290780" y="4764549"/>
            <a:ext cx="4016700" cy="350100"/>
          </a:xfrm>
          <a:prstGeom prst="rect">
            <a:avLst/>
          </a:prstGeom>
        </p:spPr>
        <p:txBody>
          <a:bodyPr spcFirstLastPara="1" wrap="square" lIns="91425" tIns="91425" rIns="91425" bIns="91425" anchor="ctr" anchorCtr="0">
            <a:normAutofit fontScale="90000" lnSpcReduction="20000"/>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pt" b="1" dirty="0">
                <a:solidFill>
                  <a:schemeClr val="accent2">
                    <a:lumMod val="90000"/>
                  </a:schemeClr>
                </a:solidFill>
              </a:rPr>
              <a:t>13 de Outubro 2026</a:t>
            </a:r>
          </a:p>
        </p:txBody>
      </p:sp>
      <p:pic>
        <p:nvPicPr>
          <p:cNvPr id="4" name="Picture 3" descr="Mãos segurando peças de quebra-cabeça em círculo&#10;&#10;O conteúdo gerado por IA pode estar incorreto.">
            <a:extLst>
              <a:ext uri="{FF2B5EF4-FFF2-40B4-BE49-F238E27FC236}">
                <a16:creationId xmlns:a16="http://schemas.microsoft.com/office/drawing/2014/main" id="{0EB6C9C7-EB8D-E532-FF73-A46CFE694D59}"/>
              </a:ext>
            </a:extLst>
          </p:cNvPr>
          <p:cNvPicPr>
            <a:picLocks noChangeAspect="1"/>
          </p:cNvPicPr>
          <p:nvPr/>
        </p:nvPicPr>
        <p:blipFill>
          <a:blip r:embed="rId3" cstate="email">
            <a:extLst>
              <a:ext uri="{28A0092B-C50C-407E-A947-70E740481C1C}">
                <a14:useLocalDpi xmlns:a14="http://schemas.microsoft.com/office/drawing/2010/main" val="0"/>
              </a:ext>
            </a:extLst>
          </a:blip>
          <a:stretch>
            <a:fillRect/>
          </a:stretch>
        </p:blipFill>
        <p:spPr>
          <a:xfrm>
            <a:off x="0" y="0"/>
            <a:ext cx="1460205" cy="1384153"/>
          </a:xfrm>
          <a:prstGeom prst="rect">
            <a:avLst/>
          </a:prstGeom>
        </p:spPr>
      </p:pic>
      <p:pic>
        <p:nvPicPr>
          <p:cNvPr id="6" name="Picture 5" descr="Um retângulo branco com texto roxo&#10;&#10;O conteúdo gerado por IA pode estar incorreto.">
            <a:extLst>
              <a:ext uri="{FF2B5EF4-FFF2-40B4-BE49-F238E27FC236}">
                <a16:creationId xmlns:a16="http://schemas.microsoft.com/office/drawing/2014/main" id="{0D2BB2AE-1D8C-F434-DF29-F9BD0F1BB9E1}"/>
              </a:ext>
            </a:extLst>
          </p:cNvPr>
          <p:cNvPicPr>
            <a:picLocks noChangeAspect="1"/>
          </p:cNvPicPr>
          <p:nvPr/>
        </p:nvPicPr>
        <p:blipFill>
          <a:blip r:embed="rId4" cstate="email">
            <a:extLst>
              <a:ext uri="{28A0092B-C50C-407E-A947-70E740481C1C}">
                <a14:useLocalDpi xmlns:a14="http://schemas.microsoft.com/office/drawing/2010/main" val="0"/>
              </a:ext>
            </a:extLst>
          </a:blip>
          <a:stretch>
            <a:fillRect/>
          </a:stretch>
        </p:blipFill>
        <p:spPr>
          <a:xfrm>
            <a:off x="3631330" y="3733800"/>
            <a:ext cx="5455522" cy="948517"/>
          </a:xfrm>
          <a:prstGeom prst="rect">
            <a:avLst/>
          </a:prstGeom>
          <a:solidFill>
            <a:schemeClr val="accent3">
              <a:lumMod val="90000"/>
            </a:schemeClr>
          </a:solidFill>
        </p:spPr>
      </p:pic>
      <p:pic>
        <p:nvPicPr>
          <p:cNvPr id="5" name="Imagem 4">
            <a:extLst>
              <a:ext uri="{FF2B5EF4-FFF2-40B4-BE49-F238E27FC236}">
                <a16:creationId xmlns:a16="http://schemas.microsoft.com/office/drawing/2014/main" id="{33C28078-6935-20E0-CBA6-28C5A94A1858}"/>
              </a:ext>
            </a:extLst>
          </p:cNvPr>
          <p:cNvPicPr>
            <a:picLocks noGrp="1" noRot="1" noChangeAspect="1" noMove="1" noResize="1" noEditPoints="1" noAdjustHandles="1" noChangeArrowheads="1" noChangeShapeType="1" noCrop="1"/>
          </p:cNvPicPr>
          <p:nvPr/>
        </p:nvPicPr>
        <p:blipFill rotWithShape="1">
          <a:blip r:embed="rId5" cstate="print">
            <a:extLst>
              <a:ext uri="{28A0092B-C50C-407E-A947-70E740481C1C}">
                <a14:useLocalDpi xmlns:a14="http://schemas.microsoft.com/office/drawing/2010/main" val="0"/>
              </a:ext>
            </a:extLst>
          </a:blip>
          <a:srcRect/>
          <a:stretch>
            <a:fillRect/>
          </a:stretch>
        </p:blipFill>
        <p:spPr bwMode="auto">
          <a:xfrm flipH="1">
            <a:off x="4116940" y="77040"/>
            <a:ext cx="4921704" cy="3507082"/>
          </a:xfrm>
          <a:prstGeom prst="rect">
            <a:avLst/>
          </a:prstGeom>
          <a:noFill/>
          <a:ln>
            <a:noFill/>
          </a:ln>
          <a:extLst>
            <a:ext uri="{53640926-AAD7-44D8-BBD7-CCE9431645EC}">
              <a14:shadowObscured xmlns:a14="http://schemas.microsoft.com/office/drawing/2010/main"/>
            </a:ext>
          </a:extLst>
        </p:spPr>
      </p:pic>
      <p:sp>
        <p:nvSpPr>
          <p:cNvPr id="7" name="CaixaDeTexto 6">
            <a:extLst>
              <a:ext uri="{FF2B5EF4-FFF2-40B4-BE49-F238E27FC236}">
                <a16:creationId xmlns:a16="http://schemas.microsoft.com/office/drawing/2014/main" id="{A8C6C846-FC83-6AE4-A80C-DCE573F07E4D}"/>
              </a:ext>
            </a:extLst>
          </p:cNvPr>
          <p:cNvSpPr txBox="1"/>
          <p:nvPr/>
        </p:nvSpPr>
        <p:spPr>
          <a:xfrm>
            <a:off x="228589" y="4073324"/>
            <a:ext cx="4572000" cy="307777"/>
          </a:xfrm>
          <a:prstGeom prst="rect">
            <a:avLst/>
          </a:prstGeom>
          <a:noFill/>
        </p:spPr>
        <p:txBody>
          <a:bodyPr wrap="square">
            <a:spAutoFit/>
          </a:bodyPr>
          <a:lstStyle/>
          <a:p>
            <a:r>
              <a:rPr lang="pt-PT" dirty="0">
                <a:solidFill>
                  <a:schemeClr val="bg1"/>
                </a:solidFill>
              </a:rPr>
              <a:t>VI Reunião de Coordenação do SSCM</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91C6F5C4-B97A-6CC1-B1F9-E08BCFD5480B}"/>
              </a:ext>
            </a:extLst>
          </p:cNvPr>
          <p:cNvPicPr>
            <a:picLocks noChangeAspect="1"/>
          </p:cNvPicPr>
          <p:nvPr/>
        </p:nvPicPr>
        <p:blipFill>
          <a:blip r:embed="rId3" cstate="email">
            <a:extLst>
              <a:ext uri="{28A0092B-C50C-407E-A947-70E740481C1C}">
                <a14:useLocalDpi xmlns:a14="http://schemas.microsoft.com/office/drawing/2010/main" val="0"/>
              </a:ext>
            </a:extLst>
          </a:blip>
          <a:stretch>
            <a:fillRect/>
          </a:stretch>
        </p:blipFill>
        <p:spPr>
          <a:xfrm>
            <a:off x="2429" y="7951"/>
            <a:ext cx="9139141" cy="5143500"/>
          </a:xfrm>
          <a:prstGeom prst="rect">
            <a:avLst/>
          </a:prstGeom>
        </p:spPr>
      </p:pic>
    </p:spTree>
    <p:extLst>
      <p:ext uri="{BB962C8B-B14F-4D97-AF65-F5344CB8AC3E}">
        <p14:creationId xmlns:p14="http://schemas.microsoft.com/office/powerpoint/2010/main" val="60901002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6" name="Imagem 35">
            <a:extLst>
              <a:ext uri="{FF2B5EF4-FFF2-40B4-BE49-F238E27FC236}">
                <a16:creationId xmlns:a16="http://schemas.microsoft.com/office/drawing/2014/main" id="{E3800269-4821-16AC-0AF9-B3C386AC888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2657" y="4678311"/>
            <a:ext cx="4064209" cy="292115"/>
          </a:xfrm>
          <a:prstGeom prst="rect">
            <a:avLst/>
          </a:prstGeom>
        </p:spPr>
      </p:pic>
      <p:pic>
        <p:nvPicPr>
          <p:cNvPr id="6" name="Imagem 5">
            <a:extLst>
              <a:ext uri="{FF2B5EF4-FFF2-40B4-BE49-F238E27FC236}">
                <a16:creationId xmlns:a16="http://schemas.microsoft.com/office/drawing/2014/main" id="{CBBA2E92-2967-B51F-7B33-64F3E77C0EFD}"/>
              </a:ext>
            </a:extLst>
          </p:cNvPr>
          <p:cNvPicPr>
            <a:picLocks noGrp="1" noRot="1" noChangeAspect="1" noMove="1" noResize="1" noEditPoints="1" noAdjustHandles="1" noChangeArrowheads="1" noChangeShapeType="1" noCrop="1"/>
          </p:cNvPicPr>
          <p:nvPr/>
        </p:nvPicPr>
        <p:blipFill>
          <a:blip r:embed="rId3">
            <a:extLst>
              <a:ext uri="{28A0092B-C50C-407E-A947-70E740481C1C}">
                <a14:useLocalDpi xmlns:a14="http://schemas.microsoft.com/office/drawing/2010/main" val="0"/>
              </a:ext>
            </a:extLst>
          </a:blip>
          <a:stretch>
            <a:fillRect/>
          </a:stretch>
        </p:blipFill>
        <p:spPr>
          <a:xfrm>
            <a:off x="3240023" y="809844"/>
            <a:ext cx="5780945" cy="4170539"/>
          </a:xfrm>
          <a:prstGeom prst="rect">
            <a:avLst/>
          </a:prstGeom>
        </p:spPr>
      </p:pic>
      <p:pic>
        <p:nvPicPr>
          <p:cNvPr id="19" name="Picture 3" descr="Mãos segurando peças de quebra-cabeça em círculo&#10;&#10;O conteúdo gerado por IA pode estar incorreto.">
            <a:extLst>
              <a:ext uri="{FF2B5EF4-FFF2-40B4-BE49-F238E27FC236}">
                <a16:creationId xmlns:a16="http://schemas.microsoft.com/office/drawing/2014/main" id="{B8DF6742-4FCC-9EB3-87E5-08713CFF0C84}"/>
              </a:ext>
            </a:extLst>
          </p:cNvPr>
          <p:cNvPicPr>
            <a:picLocks noChangeAspect="1"/>
          </p:cNvPicPr>
          <p:nvPr/>
        </p:nvPicPr>
        <p:blipFill>
          <a:blip r:embed="rId4" cstate="email">
            <a:extLst>
              <a:ext uri="{28A0092B-C50C-407E-A947-70E740481C1C}">
                <a14:useLocalDpi xmlns:a14="http://schemas.microsoft.com/office/drawing/2010/main" val="0"/>
              </a:ext>
            </a:extLst>
          </a:blip>
          <a:stretch>
            <a:fillRect/>
          </a:stretch>
        </p:blipFill>
        <p:spPr>
          <a:xfrm>
            <a:off x="8287562" y="73479"/>
            <a:ext cx="489046" cy="463575"/>
          </a:xfrm>
          <a:prstGeom prst="rect">
            <a:avLst/>
          </a:prstGeom>
        </p:spPr>
      </p:pic>
      <p:pic>
        <p:nvPicPr>
          <p:cNvPr id="21" name="Imagem 20">
            <a:extLst>
              <a:ext uri="{FF2B5EF4-FFF2-40B4-BE49-F238E27FC236}">
                <a16:creationId xmlns:a16="http://schemas.microsoft.com/office/drawing/2014/main" id="{2E4FEDB7-BA5D-A435-7726-DCA398CD6C9B}"/>
              </a:ext>
            </a:extLst>
          </p:cNvPr>
          <p:cNvPicPr>
            <a:picLocks noGrp="1" noRot="1" noChangeAspect="1" noMove="1" noResize="1" noEditPoints="1" noAdjustHandles="1" noChangeArrowheads="1" noChangeShapeType="1" noCrop="1"/>
          </p:cNvPicPr>
          <p:nvPr/>
        </p:nvPicPr>
        <p:blipFill>
          <a:blip r:embed="rId5">
            <a:extLst>
              <a:ext uri="{28A0092B-C50C-407E-A947-70E740481C1C}">
                <a14:useLocalDpi xmlns:a14="http://schemas.microsoft.com/office/drawing/2010/main" val="0"/>
              </a:ext>
            </a:extLst>
          </a:blip>
          <a:stretch>
            <a:fillRect/>
          </a:stretch>
        </p:blipFill>
        <p:spPr>
          <a:xfrm>
            <a:off x="174993" y="390728"/>
            <a:ext cx="7389463" cy="476274"/>
          </a:xfrm>
          <a:prstGeom prst="rect">
            <a:avLst/>
          </a:prstGeom>
        </p:spPr>
      </p:pic>
      <p:grpSp>
        <p:nvGrpSpPr>
          <p:cNvPr id="28" name="Agrupar 27">
            <a:extLst>
              <a:ext uri="{FF2B5EF4-FFF2-40B4-BE49-F238E27FC236}">
                <a16:creationId xmlns:a16="http://schemas.microsoft.com/office/drawing/2014/main" id="{416D9855-40C9-2B3C-A7D3-A9F2AAD578D9}"/>
              </a:ext>
            </a:extLst>
          </p:cNvPr>
          <p:cNvGrpSpPr>
            <a:grpSpLocks noGrp="1" noUngrp="1" noRot="1" noMove="1" noResize="1"/>
          </p:cNvGrpSpPr>
          <p:nvPr/>
        </p:nvGrpSpPr>
        <p:grpSpPr>
          <a:xfrm>
            <a:off x="8165" y="1357405"/>
            <a:ext cx="3142285" cy="2210388"/>
            <a:chOff x="8165" y="1357405"/>
            <a:chExt cx="3142285" cy="2210388"/>
          </a:xfrm>
        </p:grpSpPr>
        <p:pic>
          <p:nvPicPr>
            <p:cNvPr id="25" name="Picture 2">
              <a:extLst>
                <a:ext uri="{FF2B5EF4-FFF2-40B4-BE49-F238E27FC236}">
                  <a16:creationId xmlns:a16="http://schemas.microsoft.com/office/drawing/2014/main" id="{F4D90012-24C7-4E5D-383A-6E9604723465}"/>
                </a:ext>
              </a:extLst>
            </p:cNvPr>
            <p:cNvPicPr>
              <a:picLocks noGrp="1" noRot="1" noChangeAspect="1" noMove="1" noResize="1" noEditPoints="1" noAdjustHandles="1" noChangeArrowheads="1" noChangeShapeType="1" noCrop="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277586" y="1357405"/>
              <a:ext cx="2872864" cy="2210388"/>
            </a:xfrm>
            <a:prstGeom prst="rect">
              <a:avLst/>
            </a:prstGeom>
            <a:noFill/>
          </p:spPr>
        </p:pic>
        <p:pic>
          <p:nvPicPr>
            <p:cNvPr id="27" name="Imagem 26">
              <a:extLst>
                <a:ext uri="{FF2B5EF4-FFF2-40B4-BE49-F238E27FC236}">
                  <a16:creationId xmlns:a16="http://schemas.microsoft.com/office/drawing/2014/main" id="{E8774718-4356-68AC-0F1B-96B84F515C94}"/>
                </a:ext>
              </a:extLst>
            </p:cNvPr>
            <p:cNvPicPr>
              <a:picLocks noGrp="1" noRot="1" noChangeAspect="1" noMove="1" noResize="1" noEditPoints="1" noAdjustHandles="1" noChangeArrowheads="1" noChangeShapeType="1" noCrop="1"/>
            </p:cNvPicPr>
            <p:nvPr/>
          </p:nvPicPr>
          <p:blipFill>
            <a:blip r:embed="rId7">
              <a:extLst>
                <a:ext uri="{28A0092B-C50C-407E-A947-70E740481C1C}">
                  <a14:useLocalDpi xmlns:a14="http://schemas.microsoft.com/office/drawing/2010/main" val="0"/>
                </a:ext>
              </a:extLst>
            </a:blip>
            <a:stretch>
              <a:fillRect/>
            </a:stretch>
          </p:blipFill>
          <p:spPr>
            <a:xfrm>
              <a:off x="8165" y="2565671"/>
              <a:ext cx="359229" cy="358021"/>
            </a:xfrm>
            <a:prstGeom prst="rect">
              <a:avLst/>
            </a:prstGeom>
          </p:spPr>
        </p:pic>
      </p:grpSp>
      <p:sp>
        <p:nvSpPr>
          <p:cNvPr id="38" name="Rectangle 8">
            <a:extLst>
              <a:ext uri="{FF2B5EF4-FFF2-40B4-BE49-F238E27FC236}">
                <a16:creationId xmlns:a16="http://schemas.microsoft.com/office/drawing/2014/main" id="{589BF1E5-FDB4-688B-ACD8-A7829746DC62}"/>
              </a:ext>
            </a:extLst>
          </p:cNvPr>
          <p:cNvSpPr/>
          <p:nvPr/>
        </p:nvSpPr>
        <p:spPr>
          <a:xfrm>
            <a:off x="186172" y="67611"/>
            <a:ext cx="6179399" cy="373949"/>
          </a:xfrm>
          <a:prstGeom prst="rect">
            <a:avLst/>
          </a:prstGeom>
          <a:solidFill>
            <a:srgbClr val="0B2E6B"/>
          </a:solidFill>
        </p:spPr>
        <p:txBody>
          <a:bodyPr wrap="square" lIns="0" tIns="0" rIns="0" bIns="0" anchor="b">
            <a:spAutoFit/>
          </a:bodyPr>
          <a:lstStyle/>
          <a:p>
            <a:pPr algn="ctr" defTabSz="685800">
              <a:lnSpc>
                <a:spcPct val="90000"/>
              </a:lnSpc>
              <a:spcBef>
                <a:spcPct val="0"/>
              </a:spcBef>
            </a:pPr>
            <a:r>
              <a:rPr lang="en-US" sz="2700" b="1" dirty="0">
                <a:solidFill>
                  <a:schemeClr val="bg1"/>
                </a:solidFill>
                <a:latin typeface="Biome" panose="020B0502040204020203" pitchFamily="34" charset="0"/>
                <a:cs typeface="Biome" panose="020B0502040204020203" pitchFamily="34" charset="0"/>
              </a:rPr>
              <a:t>INFORMAÇÃO GERAL DO PROJECTO </a:t>
            </a:r>
            <a:endParaRPr lang="fr-FR" sz="2700" b="1" dirty="0">
              <a:solidFill>
                <a:schemeClr val="bg1"/>
              </a:solidFill>
              <a:latin typeface="Biome" panose="020B0502040204020203" pitchFamily="34" charset="0"/>
              <a:cs typeface="Biome" panose="020B0502040204020203" pitchFamily="34" charset="0"/>
            </a:endParaRPr>
          </a:p>
        </p:txBody>
      </p:sp>
    </p:spTree>
    <p:extLst>
      <p:ext uri="{BB962C8B-B14F-4D97-AF65-F5344CB8AC3E}">
        <p14:creationId xmlns:p14="http://schemas.microsoft.com/office/powerpoint/2010/main" val="200968457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9FED34BE-2D84-2B48-9508-E17923AA2028}"/>
              </a:ext>
            </a:extLst>
          </p:cNvPr>
          <p:cNvSpPr/>
          <p:nvPr/>
        </p:nvSpPr>
        <p:spPr>
          <a:xfrm>
            <a:off x="268846" y="215926"/>
            <a:ext cx="6179399" cy="373949"/>
          </a:xfrm>
          <a:prstGeom prst="rect">
            <a:avLst/>
          </a:prstGeom>
          <a:solidFill>
            <a:srgbClr val="0B2E6B"/>
          </a:solidFill>
        </p:spPr>
        <p:txBody>
          <a:bodyPr wrap="square" lIns="0" tIns="0" rIns="0" bIns="0" anchor="b">
            <a:spAutoFit/>
          </a:bodyPr>
          <a:lstStyle/>
          <a:p>
            <a:pPr algn="ctr" defTabSz="685800">
              <a:lnSpc>
                <a:spcPct val="90000"/>
              </a:lnSpc>
              <a:spcBef>
                <a:spcPct val="0"/>
              </a:spcBef>
            </a:pPr>
            <a:r>
              <a:rPr lang="en-US" sz="2700" b="1" dirty="0">
                <a:solidFill>
                  <a:schemeClr val="bg1"/>
                </a:solidFill>
                <a:latin typeface="Biome" panose="020B0502040204020203" pitchFamily="34" charset="0"/>
                <a:cs typeface="Biome" panose="020B0502040204020203" pitchFamily="34" charset="0"/>
              </a:rPr>
              <a:t>INFORMAÇÃO GERAL DO PROJECTO </a:t>
            </a:r>
            <a:endParaRPr lang="fr-FR" sz="2700" b="1" dirty="0">
              <a:solidFill>
                <a:schemeClr val="bg1"/>
              </a:solidFill>
              <a:latin typeface="Biome" panose="020B0502040204020203" pitchFamily="34" charset="0"/>
              <a:cs typeface="Biome" panose="020B0502040204020203" pitchFamily="34" charset="0"/>
            </a:endParaRPr>
          </a:p>
        </p:txBody>
      </p:sp>
      <p:sp>
        <p:nvSpPr>
          <p:cNvPr id="13" name="CaixaDeTexto 12">
            <a:extLst>
              <a:ext uri="{FF2B5EF4-FFF2-40B4-BE49-F238E27FC236}">
                <a16:creationId xmlns:a16="http://schemas.microsoft.com/office/drawing/2014/main" id="{1BF2B444-6DF6-A212-4D7A-733E3EA07E13}"/>
              </a:ext>
            </a:extLst>
          </p:cNvPr>
          <p:cNvSpPr txBox="1"/>
          <p:nvPr/>
        </p:nvSpPr>
        <p:spPr>
          <a:xfrm>
            <a:off x="584314" y="1112012"/>
            <a:ext cx="7851026" cy="1361911"/>
          </a:xfrm>
          <a:prstGeom prst="rect">
            <a:avLst/>
          </a:prstGeom>
          <a:noFill/>
        </p:spPr>
        <p:txBody>
          <a:bodyPr wrap="square">
            <a:spAutoFit/>
          </a:bodyPr>
          <a:lstStyle/>
          <a:p>
            <a:pPr algn="just"/>
            <a:r>
              <a:rPr lang="pt-PT" sz="1650" dirty="0"/>
              <a:t>O projeto visa melhorar a capacidade das raparigas adolescentes e das mulheres jovens para exercerem a sua saúde e os seus direitos sexuais e reprodutivos e melhorar o seu acesso a aconselhamento e serviços de qualidade, adaptados aos jovens, reforçando          simultaneamente as políticas e as orientações, centrando - se nos seus direitos.</a:t>
            </a:r>
          </a:p>
        </p:txBody>
      </p:sp>
      <p:sp>
        <p:nvSpPr>
          <p:cNvPr id="14" name="Text Placeholder 4">
            <a:extLst>
              <a:ext uri="{FF2B5EF4-FFF2-40B4-BE49-F238E27FC236}">
                <a16:creationId xmlns:a16="http://schemas.microsoft.com/office/drawing/2014/main" id="{04F6ABEA-B7B2-F512-4C89-DF601DE235CE}"/>
              </a:ext>
            </a:extLst>
          </p:cNvPr>
          <p:cNvSpPr txBox="1">
            <a:spLocks/>
          </p:cNvSpPr>
          <p:nvPr/>
        </p:nvSpPr>
        <p:spPr>
          <a:xfrm>
            <a:off x="258063" y="757034"/>
            <a:ext cx="2427987" cy="216755"/>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400" b="1" u="sng" dirty="0"/>
              <a:t>Objectivo</a:t>
            </a:r>
            <a:endParaRPr lang="pt-PT" sz="2400" b="1" u="sng" dirty="0"/>
          </a:p>
        </p:txBody>
      </p:sp>
      <p:sp>
        <p:nvSpPr>
          <p:cNvPr id="15" name="Oval 14">
            <a:extLst>
              <a:ext uri="{FF2B5EF4-FFF2-40B4-BE49-F238E27FC236}">
                <a16:creationId xmlns:a16="http://schemas.microsoft.com/office/drawing/2014/main" id="{4BA5495E-FDB1-D905-C060-6CE6C2CE0A45}"/>
              </a:ext>
            </a:extLst>
          </p:cNvPr>
          <p:cNvSpPr/>
          <p:nvPr/>
        </p:nvSpPr>
        <p:spPr>
          <a:xfrm>
            <a:off x="2155371" y="2549595"/>
            <a:ext cx="2188354" cy="685800"/>
          </a:xfrm>
          <a:prstGeom prst="ellipse">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500" b="1" dirty="0">
                <a:solidFill>
                  <a:schemeClr val="tx1"/>
                </a:solidFill>
                <a:latin typeface="Open Sans" panose="020B0606030504020204" pitchFamily="34" charset="0"/>
                <a:ea typeface="Open Sans" panose="020B0606030504020204" pitchFamily="34" charset="0"/>
                <a:cs typeface="Open Sans" panose="020B0606030504020204" pitchFamily="34" charset="0"/>
              </a:rPr>
              <a:t>Grupo Alvo</a:t>
            </a:r>
          </a:p>
          <a:p>
            <a:pPr algn="ctr"/>
            <a:r>
              <a:rPr lang="en-US" sz="1500" b="1" dirty="0">
                <a:solidFill>
                  <a:schemeClr val="tx1"/>
                </a:solidFill>
                <a:latin typeface="Open Sans" panose="020B0606030504020204" pitchFamily="34" charset="0"/>
                <a:ea typeface="Open Sans" panose="020B0606030504020204" pitchFamily="34" charset="0"/>
                <a:cs typeface="Open Sans" panose="020B0606030504020204" pitchFamily="34" charset="0"/>
              </a:rPr>
              <a:t>10 – 24 </a:t>
            </a:r>
            <a:r>
              <a:rPr lang="en-US" sz="1500" b="1" dirty="0" err="1">
                <a:solidFill>
                  <a:schemeClr val="tx1"/>
                </a:solidFill>
                <a:latin typeface="Open Sans" panose="020B0606030504020204" pitchFamily="34" charset="0"/>
                <a:ea typeface="Open Sans" panose="020B0606030504020204" pitchFamily="34" charset="0"/>
                <a:cs typeface="Open Sans" panose="020B0606030504020204" pitchFamily="34" charset="0"/>
              </a:rPr>
              <a:t>anos</a:t>
            </a:r>
            <a:r>
              <a:rPr lang="en-US" sz="1500" b="1" dirty="0">
                <a:solidFill>
                  <a:schemeClr val="tx1"/>
                </a:solidFill>
                <a:latin typeface="Open Sans" panose="020B0606030504020204" pitchFamily="34" charset="0"/>
                <a:ea typeface="Open Sans" panose="020B0606030504020204" pitchFamily="34" charset="0"/>
                <a:cs typeface="Open Sans" panose="020B0606030504020204" pitchFamily="34" charset="0"/>
              </a:rPr>
              <a:t/>
            </a:r>
            <a:endParaRPr lang="pt-PT" sz="1200" b="1"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6" name="Oval 15">
            <a:extLst>
              <a:ext uri="{FF2B5EF4-FFF2-40B4-BE49-F238E27FC236}">
                <a16:creationId xmlns:a16="http://schemas.microsoft.com/office/drawing/2014/main" id="{1B9E39ED-B612-3BFF-AB99-D8DF756C483C}"/>
              </a:ext>
            </a:extLst>
          </p:cNvPr>
          <p:cNvSpPr/>
          <p:nvPr/>
        </p:nvSpPr>
        <p:spPr>
          <a:xfrm>
            <a:off x="5147391" y="2473923"/>
            <a:ext cx="2188354" cy="761473"/>
          </a:xfrm>
          <a:prstGeom prst="ellipse">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pt-PT" sz="1500" b="1" dirty="0">
                <a:solidFill>
                  <a:schemeClr val="tx1"/>
                </a:solidFill>
              </a:rPr>
              <a:t>Duração:</a:t>
            </a:r>
          </a:p>
          <a:p>
            <a:pPr algn="ctr"/>
            <a:r>
              <a:rPr lang="pt-PT" sz="1500" b="1" dirty="0">
                <a:solidFill>
                  <a:schemeClr val="tx1"/>
                </a:solidFill>
              </a:rPr>
              <a:t>Março 2024 – Março 2026</a:t>
            </a:r>
          </a:p>
        </p:txBody>
      </p:sp>
      <p:sp>
        <p:nvSpPr>
          <p:cNvPr id="18" name="CaixaDeTexto 17">
            <a:extLst>
              <a:ext uri="{FF2B5EF4-FFF2-40B4-BE49-F238E27FC236}">
                <a16:creationId xmlns:a16="http://schemas.microsoft.com/office/drawing/2014/main" id="{B99918BF-4D8D-AAD9-97BC-52EA33BCF31F}"/>
              </a:ext>
            </a:extLst>
          </p:cNvPr>
          <p:cNvSpPr txBox="1"/>
          <p:nvPr/>
        </p:nvSpPr>
        <p:spPr>
          <a:xfrm>
            <a:off x="1494065" y="3373617"/>
            <a:ext cx="6125174" cy="1084912"/>
          </a:xfrm>
          <a:prstGeom prst="rect">
            <a:avLst/>
          </a:prstGeom>
          <a:solidFill>
            <a:srgbClr val="D0F0FE"/>
          </a:solidFill>
        </p:spPr>
        <p:txBody>
          <a:bodyPr wrap="square">
            <a:spAutoFit/>
          </a:bodyPr>
          <a:lstStyle/>
          <a:p>
            <a:pPr algn="l"/>
            <a:r>
              <a:rPr lang="pt-PT" sz="1600" b="1" u="sng" dirty="0">
                <a:solidFill>
                  <a:srgbClr val="292929"/>
                </a:solidFill>
                <a:latin typeface="Roboto" panose="02000000000000000000" pitchFamily="2" charset="0"/>
              </a:rPr>
              <a:t>Áreas programáticas</a:t>
            </a:r>
            <a:r>
              <a:rPr lang="pt-PT" sz="1600" b="1" dirty="0">
                <a:solidFill>
                  <a:srgbClr val="292929"/>
                </a:solidFill>
                <a:latin typeface="Roboto" panose="02000000000000000000" pitchFamily="2" charset="0"/>
              </a:rPr>
              <a:t>:</a:t>
            </a:r>
            <a:endParaRPr lang="pt-PT" sz="1600" dirty="0">
              <a:solidFill>
                <a:srgbClr val="292929"/>
              </a:solidFill>
              <a:latin typeface="Roboto" panose="02000000000000000000" pitchFamily="2" charset="0"/>
            </a:endParaRPr>
          </a:p>
          <a:p>
            <a:pPr algn="just"/>
            <a:r>
              <a:rPr lang="pt-PT" sz="1600" dirty="0">
                <a:solidFill>
                  <a:srgbClr val="292929"/>
                </a:solidFill>
                <a:latin typeface="Roboto" panose="02000000000000000000" pitchFamily="2" charset="0"/>
              </a:rPr>
              <a:t>Adolescentes e jovens, saúde sexual e reprodutiva (PF), saúde materna (cuidados abrangentes de aborto) e violência baseada no género</a:t>
            </a:r>
          </a:p>
        </p:txBody>
      </p:sp>
      <p:pic>
        <p:nvPicPr>
          <p:cNvPr id="4" name="Imagem 3">
            <a:extLst>
              <a:ext uri="{FF2B5EF4-FFF2-40B4-BE49-F238E27FC236}">
                <a16:creationId xmlns:a16="http://schemas.microsoft.com/office/drawing/2014/main" id="{A3FCB4B9-E2E0-13AC-F4EE-14185C8E30F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58063" y="4596750"/>
            <a:ext cx="4064209" cy="292115"/>
          </a:xfrm>
          <a:prstGeom prst="rect">
            <a:avLst/>
          </a:prstGeom>
        </p:spPr>
      </p:pic>
      <p:pic>
        <p:nvPicPr>
          <p:cNvPr id="6" name="Picture 3" descr="Mãos segurando peças de quebra-cabeça em círculo&#10;&#10;O conteúdo gerado por IA pode estar incorreto.">
            <a:extLst>
              <a:ext uri="{FF2B5EF4-FFF2-40B4-BE49-F238E27FC236}">
                <a16:creationId xmlns:a16="http://schemas.microsoft.com/office/drawing/2014/main" id="{6B2A940A-1A21-10BF-0CB4-7953716FE02C}"/>
              </a:ext>
            </a:extLst>
          </p:cNvPr>
          <p:cNvPicPr>
            <a:picLocks noChangeAspect="1"/>
          </p:cNvPicPr>
          <p:nvPr/>
        </p:nvPicPr>
        <p:blipFill>
          <a:blip r:embed="rId3" cstate="email">
            <a:extLst>
              <a:ext uri="{28A0092B-C50C-407E-A947-70E740481C1C}">
                <a14:useLocalDpi xmlns:a14="http://schemas.microsoft.com/office/drawing/2010/main" val="0"/>
              </a:ext>
            </a:extLst>
          </a:blip>
          <a:stretch>
            <a:fillRect/>
          </a:stretch>
        </p:blipFill>
        <p:spPr>
          <a:xfrm>
            <a:off x="8182822" y="75996"/>
            <a:ext cx="718458" cy="681039"/>
          </a:xfrm>
          <a:prstGeom prst="rect">
            <a:avLst/>
          </a:prstGeom>
        </p:spPr>
      </p:pic>
    </p:spTree>
    <p:extLst>
      <p:ext uri="{BB962C8B-B14F-4D97-AF65-F5344CB8AC3E}">
        <p14:creationId xmlns:p14="http://schemas.microsoft.com/office/powerpoint/2010/main" val="362659458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9309EE-63B2-98B1-7B77-1E47447FF686}"/>
            </a:ext>
          </a:extLst>
        </p:cNvPr>
        <p:cNvGrpSpPr/>
        <p:nvPr/>
      </p:nvGrpSpPr>
      <p:grpSpPr>
        <a:xfrm>
          <a:off x="0" y="0"/>
          <a:ext cx="0" cy="0"/>
          <a:chOff x="0" y="0"/>
          <a:chExt cx="0" cy="0"/>
        </a:xfrm>
      </p:grpSpPr>
      <p:grpSp>
        <p:nvGrpSpPr>
          <p:cNvPr id="10" name="Agrupar 9">
            <a:extLst>
              <a:ext uri="{FF2B5EF4-FFF2-40B4-BE49-F238E27FC236}">
                <a16:creationId xmlns:a16="http://schemas.microsoft.com/office/drawing/2014/main" id="{3AB7EE71-FDB9-ED1B-ACEB-4B61888CC1F4}"/>
              </a:ext>
            </a:extLst>
          </p:cNvPr>
          <p:cNvGrpSpPr/>
          <p:nvPr/>
        </p:nvGrpSpPr>
        <p:grpSpPr>
          <a:xfrm>
            <a:off x="73478" y="4798401"/>
            <a:ext cx="8997044" cy="345099"/>
            <a:chOff x="73478" y="4798401"/>
            <a:chExt cx="8997044" cy="345099"/>
          </a:xfrm>
        </p:grpSpPr>
        <p:pic>
          <p:nvPicPr>
            <p:cNvPr id="4" name="Imagem 3">
              <a:extLst>
                <a:ext uri="{FF2B5EF4-FFF2-40B4-BE49-F238E27FC236}">
                  <a16:creationId xmlns:a16="http://schemas.microsoft.com/office/drawing/2014/main" id="{548E1CEB-E83B-1D51-4D11-D78B58D02BD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3478" y="4798401"/>
              <a:ext cx="4801378" cy="345099"/>
            </a:xfrm>
            <a:prstGeom prst="rect">
              <a:avLst/>
            </a:prstGeom>
          </p:spPr>
        </p:pic>
        <p:pic>
          <p:nvPicPr>
            <p:cNvPr id="7" name="Imagem 6">
              <a:extLst>
                <a:ext uri="{FF2B5EF4-FFF2-40B4-BE49-F238E27FC236}">
                  <a16:creationId xmlns:a16="http://schemas.microsoft.com/office/drawing/2014/main" id="{B53015CC-557C-09A5-0A24-D3C9D8DEA6C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401600" y="4984445"/>
              <a:ext cx="4668922" cy="148764"/>
            </a:xfrm>
            <a:prstGeom prst="rect">
              <a:avLst/>
            </a:prstGeom>
          </p:spPr>
        </p:pic>
      </p:grpSp>
      <p:pic>
        <p:nvPicPr>
          <p:cNvPr id="12" name="Imagem 11">
            <a:extLst>
              <a:ext uri="{FF2B5EF4-FFF2-40B4-BE49-F238E27FC236}">
                <a16:creationId xmlns:a16="http://schemas.microsoft.com/office/drawing/2014/main" id="{CF56272E-91CD-E2E8-FAC8-562EAE33F12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00678" y="-5781"/>
            <a:ext cx="8869844" cy="4804182"/>
          </a:xfrm>
          <a:prstGeom prst="rect">
            <a:avLst/>
          </a:prstGeom>
        </p:spPr>
      </p:pic>
    </p:spTree>
    <p:extLst>
      <p:ext uri="{BB962C8B-B14F-4D97-AF65-F5344CB8AC3E}">
        <p14:creationId xmlns:p14="http://schemas.microsoft.com/office/powerpoint/2010/main" val="46798004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B2D465-5B8B-41BF-FD85-EBE7F08E556F}"/>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23561647-1B7D-2AB9-0FCD-1C31B5905ABB}"/>
              </a:ext>
            </a:extLst>
          </p:cNvPr>
          <p:cNvSpPr/>
          <p:nvPr/>
        </p:nvSpPr>
        <p:spPr>
          <a:xfrm>
            <a:off x="228600" y="118872"/>
            <a:ext cx="7571231" cy="301752"/>
          </a:xfrm>
          <a:prstGeom prst="rect">
            <a:avLst/>
          </a:prstGeom>
          <a:solidFill>
            <a:srgbClr val="0B2E6B"/>
          </a:solidFill>
          <a:ln>
            <a:noFill/>
          </a:ln>
        </p:spPr>
        <p:txBody>
          <a:bodyPr wrap="square" tIns="0" rIns="73152" bIns="0" anchor="ctr">
            <a:spAutoFit/>
          </a:bodyPr>
          <a:lstStyle/>
          <a:p>
            <a:pPr algn="l" defTabSz="685800">
              <a:lnSpc>
                <a:spcPct val="90000"/>
              </a:lnSpc>
              <a:spcBef>
                <a:spcPct val="0"/>
              </a:spcBef>
            </a:pPr>
            <a:r>
              <a:rPr lang="en-US" sz="2200" b="1" dirty="0">
                <a:solidFill>
                  <a:schemeClr val="bg1"/>
                </a:solidFill>
                <a:latin typeface="Biome" panose="020B0502040204020203" pitchFamily="34" charset="0"/>
                <a:cs typeface="Biome" panose="020B0502040204020203" pitchFamily="34" charset="0"/>
              </a:rPr>
              <a:t>RESULTADOS ESTRATÉGICOS ESPERADOS</a:t>
            </a:r>
            <a:endParaRPr lang="fr-FR" sz="2700" b="1" dirty="0">
              <a:solidFill>
                <a:schemeClr val="bg1"/>
              </a:solidFill>
              <a:latin typeface="Biome" panose="020B0502040204020203" pitchFamily="34" charset="0"/>
              <a:cs typeface="Biome" panose="020B0502040204020203" pitchFamily="34" charset="0"/>
            </a:endParaRPr>
          </a:p>
        </p:txBody>
      </p:sp>
      <p:pic>
        <p:nvPicPr>
          <p:cNvPr id="4" name="Imagem 3">
            <a:extLst>
              <a:ext uri="{FF2B5EF4-FFF2-40B4-BE49-F238E27FC236}">
                <a16:creationId xmlns:a16="http://schemas.microsoft.com/office/drawing/2014/main" id="{F0833F10-87B5-2B84-F463-351A235464B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1732" y="4402488"/>
            <a:ext cx="7612380" cy="548640"/>
          </a:xfrm>
          <a:prstGeom prst="rect">
            <a:avLst/>
          </a:prstGeom>
        </p:spPr>
      </p:pic>
      <p:pic>
        <p:nvPicPr>
          <p:cNvPr id="6" name="Picture 3" descr="Mãos segurando peças de quebra-cabeça em círculo&#10;&#10;O conteúdo gerado por IA pode estar incorreto.">
            <a:extLst>
              <a:ext uri="{FF2B5EF4-FFF2-40B4-BE49-F238E27FC236}">
                <a16:creationId xmlns:a16="http://schemas.microsoft.com/office/drawing/2014/main" id="{23EFE91C-367A-F5B9-6A5F-E355755B9EF9}"/>
              </a:ext>
            </a:extLst>
          </p:cNvPr>
          <p:cNvPicPr>
            <a:picLocks noChangeAspect="1"/>
          </p:cNvPicPr>
          <p:nvPr/>
        </p:nvPicPr>
        <p:blipFill>
          <a:blip r:embed="rId3" cstate="email">
            <a:extLst>
              <a:ext uri="{28A0092B-C50C-407E-A947-70E740481C1C}">
                <a14:useLocalDpi xmlns:a14="http://schemas.microsoft.com/office/drawing/2010/main" val="0"/>
              </a:ext>
            </a:extLst>
          </a:blip>
          <a:stretch>
            <a:fillRect/>
          </a:stretch>
        </p:blipFill>
        <p:spPr>
          <a:xfrm>
            <a:off x="8197345" y="73152"/>
            <a:ext cx="713733" cy="676656"/>
          </a:xfrm>
          <a:prstGeom prst="rect">
            <a:avLst/>
          </a:prstGeom>
        </p:spPr>
      </p:pic>
      <p:sp>
        <p:nvSpPr>
          <p:cNvPr id="14" name="Outcome Orange Accent"/>
          <p:cNvSpPr/>
          <p:nvPr/>
        </p:nvSpPr>
        <p:spPr>
          <a:xfrm>
            <a:off x="228600" y="4279392"/>
            <a:ext cx="8686800" cy="64008"/>
          </a:xfrm>
          <a:prstGeom prst="rect">
            <a:avLst/>
          </a:prstGeom>
          <a:solidFill>
            <a:srgbClr val="E88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CaixaDeTexto 6">
            <a:extLst>
              <a:ext uri="{FF2B5EF4-FFF2-40B4-BE49-F238E27FC236}">
                <a16:creationId xmlns:a16="http://schemas.microsoft.com/office/drawing/2014/main" id="{AB6D26D5-55E2-0B51-2C17-F10F8F07E629}"/>
              </a:ext>
            </a:extLst>
          </p:cNvPr>
          <p:cNvSpPr txBox="1"/>
          <p:nvPr/>
        </p:nvSpPr>
        <p:spPr>
          <a:xfrm>
            <a:off x="365760" y="932688"/>
            <a:ext cx="2560320" cy="3174202"/>
          </a:xfrm>
          <a:prstGeom prst="rect">
            <a:avLst/>
          </a:prstGeom>
          <a:solidFill>
            <a:srgbClr val="E7F7FC"/>
          </a:solidFill>
          <a:ln>
            <a:noFill/>
          </a:ln>
        </p:spPr>
        <p:txBody>
          <a:bodyPr wrap="square" lIns="201168" tIns="246888" rIns="164592" bIns="164592" anchor="t">
            <a:spAutoFit/>
          </a:bodyPr>
          <a:lstStyle/>
          <a:p>
            <a:pPr algn="l">
              <a:spcAft>
                <a:spcPts val="1300"/>
              </a:spcAft>
            </a:pPr>
            <a:r>
              <a:rPr lang="pt-PT" sz="1600" b="1" dirty="0">
                <a:solidFill>
                  <a:srgbClr val="002060"/>
                </a:solidFill>
                <a:latin typeface="Biome"/>
              </a:rPr>
              <a:t>RESULTADO 1</a:t>
            </a:r>
          </a:p>
          <a:p>
            <a:pPr algn="l">
              <a:lnSpc>
                <a:spcPct val="102000"/>
              </a:lnSpc>
            </a:pPr>
            <a:r>
              <a:rPr lang="pt-PT" sz="1500" b="0" dirty="0">
                <a:solidFill>
                  <a:srgbClr val="122C4A"/>
                </a:solidFill>
                <a:latin typeface="Biome"/>
              </a:rPr>
              <a:t>Melhoria da capacidade das raparigas adolescentes e das mulheres jovens para exercerem os seus direitos à tomada de decisões em matéria de saúde sexual e reprodutiva (SSR)</a:t>
            </a:r>
          </a:p>
        </p:txBody>
      </p:sp>
      <p:sp>
        <p:nvSpPr>
          <p:cNvPr id="17" name="CaixaDeTexto 16">
            <a:extLst>
              <a:ext uri="{FF2B5EF4-FFF2-40B4-BE49-F238E27FC236}">
                <a16:creationId xmlns:a16="http://schemas.microsoft.com/office/drawing/2014/main" id="{4BDD458F-023A-357E-F509-96BCB3BAC55F}"/>
              </a:ext>
            </a:extLst>
          </p:cNvPr>
          <p:cNvSpPr txBox="1"/>
          <p:nvPr/>
        </p:nvSpPr>
        <p:spPr>
          <a:xfrm>
            <a:off x="3291840" y="932688"/>
            <a:ext cx="2560320" cy="3035808"/>
          </a:xfrm>
          <a:prstGeom prst="rect">
            <a:avLst/>
          </a:prstGeom>
          <a:solidFill>
            <a:srgbClr val="ECF2FA"/>
          </a:solidFill>
          <a:ln>
            <a:noFill/>
          </a:ln>
        </p:spPr>
        <p:txBody>
          <a:bodyPr wrap="square" lIns="201168" tIns="246888" rIns="164592" bIns="164592" anchor="t">
            <a:spAutoFit/>
          </a:bodyPr>
          <a:lstStyle/>
          <a:p>
            <a:pPr algn="l">
              <a:spcAft>
                <a:spcPts val="1300"/>
              </a:spcAft>
            </a:pPr>
            <a:r>
              <a:rPr lang="pt-PT" sz="1600" b="1">
                <a:solidFill>
                  <a:srgbClr val="002060"/>
                </a:solidFill>
                <a:latin typeface="Biome"/>
              </a:rPr>
              <a:t>RESULTADO 2</a:t>
            </a:r>
          </a:p>
          <a:p>
            <a:pPr algn="l">
              <a:lnSpc>
                <a:spcPct val="102000"/>
              </a:lnSpc>
            </a:pPr>
            <a:r>
              <a:rPr lang="pt-PT" sz="1500" b="0">
                <a:solidFill>
                  <a:srgbClr val="122C4A"/>
                </a:solidFill>
                <a:latin typeface="Biome"/>
              </a:rPr>
              <a:t>Melhoria do acesso das raparigas adolescentes e das mulheres jovens a serviços e aconselhamento de qualidade em matéria de contraceção e de cuidados pós-aborto.</a:t>
            </a:r>
          </a:p>
        </p:txBody>
      </p:sp>
      <p:sp>
        <p:nvSpPr>
          <p:cNvPr id="20" name="CaixaDeTexto 19">
            <a:extLst>
              <a:ext uri="{FF2B5EF4-FFF2-40B4-BE49-F238E27FC236}">
                <a16:creationId xmlns:a16="http://schemas.microsoft.com/office/drawing/2014/main" id="{8F015AC5-91A7-32F1-5F30-13EFDD78F1DE}"/>
              </a:ext>
            </a:extLst>
          </p:cNvPr>
          <p:cNvSpPr txBox="1"/>
          <p:nvPr/>
        </p:nvSpPr>
        <p:spPr>
          <a:xfrm>
            <a:off x="6217920" y="932688"/>
            <a:ext cx="2560320" cy="1996957"/>
          </a:xfrm>
          <a:prstGeom prst="rect">
            <a:avLst/>
          </a:prstGeom>
          <a:solidFill>
            <a:srgbClr val="FFF2DE"/>
          </a:solidFill>
          <a:ln>
            <a:noFill/>
          </a:ln>
        </p:spPr>
        <p:txBody>
          <a:bodyPr wrap="square" lIns="201168" tIns="246888" rIns="164592" bIns="164592" anchor="t">
            <a:spAutoFit/>
          </a:bodyPr>
          <a:lstStyle/>
          <a:p>
            <a:pPr algn="l">
              <a:spcAft>
                <a:spcPts val="1300"/>
              </a:spcAft>
            </a:pPr>
            <a:r>
              <a:rPr lang="pt-PT" sz="1600" b="1" dirty="0">
                <a:solidFill>
                  <a:srgbClr val="002060"/>
                </a:solidFill>
                <a:latin typeface="Biome"/>
              </a:rPr>
              <a:t>RESULTADO 3</a:t>
            </a:r>
          </a:p>
          <a:p>
            <a:pPr algn="l">
              <a:lnSpc>
                <a:spcPct val="102000"/>
              </a:lnSpc>
            </a:pPr>
            <a:r>
              <a:rPr lang="pt-PT" sz="1500" b="0" dirty="0">
                <a:solidFill>
                  <a:srgbClr val="122C4A"/>
                </a:solidFill>
                <a:latin typeface="Biome"/>
              </a:rPr>
              <a:t>Reforçar as políticas e diretrizes dos CCA/CPA através da produção de provas e da sensibilização.</a:t>
            </a:r>
          </a:p>
        </p:txBody>
      </p:sp>
      <p:sp>
        <p:nvSpPr>
          <p:cNvPr id="22" name="CaixaDeTexto 21">
            <a:extLst>
              <a:ext uri="{FF2B5EF4-FFF2-40B4-BE49-F238E27FC236}">
                <a16:creationId xmlns:a16="http://schemas.microsoft.com/office/drawing/2014/main" id="{8D0FB999-1F78-71BD-5479-4A9EB05C54BD}"/>
              </a:ext>
            </a:extLst>
          </p:cNvPr>
          <p:cNvSpPr txBox="1"/>
          <p:nvPr/>
        </p:nvSpPr>
        <p:spPr>
          <a:xfrm>
            <a:off x="365760" y="484632"/>
            <a:ext cx="7543800" cy="192360"/>
          </a:xfrm>
          <a:prstGeom prst="rect">
            <a:avLst/>
          </a:prstGeom>
          <a:noFill/>
          <a:ln>
            <a:noFill/>
          </a:ln>
        </p:spPr>
        <p:txBody>
          <a:bodyPr wrap="square" lIns="0" tIns="0" rIns="0" bIns="0">
            <a:spAutoFit/>
          </a:bodyPr>
          <a:lstStyle/>
          <a:p>
            <a:pPr algn="l"/>
            <a:r>
              <a:rPr lang="pt-PT" sz="1250" b="1">
                <a:solidFill>
                  <a:srgbClr val="122C4A"/>
                </a:solidFill>
                <a:latin typeface="Biome"/>
              </a:rPr>
              <a:t>Três áreas de transformação que sustentam a implementação do projecto.</a:t>
            </a:r>
          </a:p>
        </p:txBody>
      </p:sp>
      <p:sp>
        <p:nvSpPr>
          <p:cNvPr id="23" name="Result 1 Accent"/>
          <p:cNvSpPr/>
          <p:nvPr/>
        </p:nvSpPr>
        <p:spPr>
          <a:xfrm>
            <a:off x="365760" y="932688"/>
            <a:ext cx="2560320" cy="73152"/>
          </a:xfrm>
          <a:prstGeom prst="rect">
            <a:avLst/>
          </a:prstGeom>
          <a:solidFill>
            <a:srgbClr val="43C5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sult 2 Accent"/>
          <p:cNvSpPr/>
          <p:nvPr/>
        </p:nvSpPr>
        <p:spPr>
          <a:xfrm>
            <a:off x="3291840" y="932688"/>
            <a:ext cx="2560320" cy="73152"/>
          </a:xfrm>
          <a:prstGeom prst="rect">
            <a:avLst/>
          </a:prstGeom>
          <a:solidFill>
            <a:srgbClr val="76A9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sult 3 Accent"/>
          <p:cNvSpPr/>
          <p:nvPr/>
        </p:nvSpPr>
        <p:spPr>
          <a:xfrm>
            <a:off x="6217920" y="932688"/>
            <a:ext cx="2560320" cy="73152"/>
          </a:xfrm>
          <a:prstGeom prst="rect">
            <a:avLst/>
          </a:prstGeom>
          <a:solidFill>
            <a:srgbClr val="E88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extLst>
      <p:ext uri="{BB962C8B-B14F-4D97-AF65-F5344CB8AC3E}">
        <p14:creationId xmlns:p14="http://schemas.microsoft.com/office/powerpoint/2010/main" val="31852697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0D4E89-C63F-9433-74E0-D3A2D3B137FA}"/>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2D6780AD-85EF-AB55-A6F4-3A4064B118F7}"/>
              </a:ext>
            </a:extLst>
          </p:cNvPr>
          <p:cNvSpPr/>
          <p:nvPr/>
        </p:nvSpPr>
        <p:spPr>
          <a:xfrm>
            <a:off x="228600" y="119024"/>
            <a:ext cx="7571231" cy="304699"/>
          </a:xfrm>
          <a:prstGeom prst="rect">
            <a:avLst/>
          </a:prstGeom>
          <a:solidFill>
            <a:srgbClr val="0B2E6B"/>
          </a:solidFill>
          <a:ln>
            <a:noFill/>
          </a:ln>
        </p:spPr>
        <p:txBody>
          <a:bodyPr wrap="square" tIns="0" rIns="73152" bIns="0" anchor="ctr">
            <a:spAutoFit/>
          </a:bodyPr>
          <a:lstStyle/>
          <a:p>
            <a:pPr algn="l" defTabSz="685800">
              <a:lnSpc>
                <a:spcPct val="90000"/>
              </a:lnSpc>
              <a:spcBef>
                <a:spcPct val="0"/>
              </a:spcBef>
            </a:pPr>
            <a:r>
              <a:rPr lang="en-US" sz="2200" b="1" dirty="0">
                <a:solidFill>
                  <a:schemeClr val="bg1"/>
                </a:solidFill>
                <a:latin typeface="Biome" panose="020B0502040204020203" pitchFamily="34" charset="0"/>
                <a:cs typeface="Biome" panose="020B0502040204020203" pitchFamily="34" charset="0"/>
              </a:rPr>
              <a:t>PRINCIPAIS ACTIVIDADES </a:t>
            </a:r>
            <a:endParaRPr lang="fr-FR" sz="2700" b="1" dirty="0">
              <a:solidFill>
                <a:schemeClr val="bg1"/>
              </a:solidFill>
              <a:latin typeface="Biome" panose="020B0502040204020203" pitchFamily="34" charset="0"/>
              <a:cs typeface="Biome" panose="020B0502040204020203" pitchFamily="34" charset="0"/>
            </a:endParaRPr>
          </a:p>
        </p:txBody>
      </p:sp>
      <p:pic>
        <p:nvPicPr>
          <p:cNvPr id="4" name="Imagem 3">
            <a:extLst>
              <a:ext uri="{FF2B5EF4-FFF2-40B4-BE49-F238E27FC236}">
                <a16:creationId xmlns:a16="http://schemas.microsoft.com/office/drawing/2014/main" id="{DD271950-19E7-9B25-6E35-FFD96324DAE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1732" y="4581398"/>
            <a:ext cx="5129983" cy="369729"/>
          </a:xfrm>
          <a:prstGeom prst="rect">
            <a:avLst/>
          </a:prstGeom>
        </p:spPr>
      </p:pic>
      <p:pic>
        <p:nvPicPr>
          <p:cNvPr id="6" name="Picture 3" descr="Mãos segurando peças de quebra-cabeça em círculo&#10;&#10;O conteúdo gerado por IA pode estar incorreto.">
            <a:extLst>
              <a:ext uri="{FF2B5EF4-FFF2-40B4-BE49-F238E27FC236}">
                <a16:creationId xmlns:a16="http://schemas.microsoft.com/office/drawing/2014/main" id="{6184FF8A-DC91-7BE5-4799-55417CCA2E4D}"/>
              </a:ext>
            </a:extLst>
          </p:cNvPr>
          <p:cNvPicPr>
            <a:picLocks noChangeAspect="1"/>
          </p:cNvPicPr>
          <p:nvPr/>
        </p:nvPicPr>
        <p:blipFill>
          <a:blip r:embed="rId3" cstate="email">
            <a:extLst>
              <a:ext uri="{28A0092B-C50C-407E-A947-70E740481C1C}">
                <a14:useLocalDpi xmlns:a14="http://schemas.microsoft.com/office/drawing/2010/main" val="0"/>
              </a:ext>
            </a:extLst>
          </a:blip>
          <a:stretch>
            <a:fillRect/>
          </a:stretch>
        </p:blipFill>
        <p:spPr>
          <a:xfrm>
            <a:off x="8197345" y="73152"/>
            <a:ext cx="713733" cy="676656"/>
          </a:xfrm>
          <a:prstGeom prst="rect">
            <a:avLst/>
          </a:prstGeom>
        </p:spPr>
      </p:pic>
      <p:sp>
        <p:nvSpPr>
          <p:cNvPr id="14" name="Outcome Orange Accent">
            <a:extLst>
              <a:ext uri="{FF2B5EF4-FFF2-40B4-BE49-F238E27FC236}">
                <a16:creationId xmlns:a16="http://schemas.microsoft.com/office/drawing/2014/main" id="{B69BD0C7-2693-94A8-96F3-BD9E05116734}"/>
              </a:ext>
            </a:extLst>
          </p:cNvPr>
          <p:cNvSpPr/>
          <p:nvPr/>
        </p:nvSpPr>
        <p:spPr>
          <a:xfrm>
            <a:off x="228600" y="4418180"/>
            <a:ext cx="8686800" cy="64008"/>
          </a:xfrm>
          <a:prstGeom prst="rect">
            <a:avLst/>
          </a:prstGeom>
          <a:solidFill>
            <a:srgbClr val="E88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CaixaDeTexto 4">
            <a:extLst>
              <a:ext uri="{FF2B5EF4-FFF2-40B4-BE49-F238E27FC236}">
                <a16:creationId xmlns:a16="http://schemas.microsoft.com/office/drawing/2014/main" id="{52280C8A-D523-2ED9-A67C-2FA57A93C884}"/>
              </a:ext>
            </a:extLst>
          </p:cNvPr>
          <p:cNvSpPr txBox="1"/>
          <p:nvPr/>
        </p:nvSpPr>
        <p:spPr>
          <a:xfrm>
            <a:off x="228599" y="473009"/>
            <a:ext cx="7612379" cy="246221"/>
          </a:xfrm>
          <a:prstGeom prst="rect">
            <a:avLst/>
          </a:prstGeom>
          <a:noFill/>
        </p:spPr>
        <p:txBody>
          <a:bodyPr wrap="square">
            <a:spAutoFit/>
          </a:bodyPr>
          <a:lstStyle/>
          <a:p>
            <a:r>
              <a:rPr lang="pt-PT" sz="1000" b="1" i="1" dirty="0">
                <a:solidFill>
                  <a:srgbClr val="0B2E6B"/>
                </a:solidFill>
              </a:rPr>
              <a:t>OUTCOME 1 </a:t>
            </a:r>
            <a:r>
              <a:rPr lang="pt-PT" sz="1000" i="1" dirty="0">
                <a:solidFill>
                  <a:srgbClr val="0B2E6B"/>
                </a:solidFill>
              </a:rPr>
              <a:t>Empoderamento das raparigas e mulheres jovens para tomada de decisões em SSR.</a:t>
            </a:r>
          </a:p>
        </p:txBody>
      </p:sp>
      <p:sp>
        <p:nvSpPr>
          <p:cNvPr id="8" name="Outcome Section Label">
            <a:extLst>
              <a:ext uri="{FF2B5EF4-FFF2-40B4-BE49-F238E27FC236}">
                <a16:creationId xmlns:a16="http://schemas.microsoft.com/office/drawing/2014/main" id="{D8FE827E-D8E2-4974-A1C8-1D422DC01D0E}"/>
              </a:ext>
            </a:extLst>
          </p:cNvPr>
          <p:cNvSpPr txBox="1"/>
          <p:nvPr/>
        </p:nvSpPr>
        <p:spPr>
          <a:xfrm>
            <a:off x="7447788" y="4498810"/>
            <a:ext cx="1554480" cy="430887"/>
          </a:xfrm>
          <a:prstGeom prst="rect">
            <a:avLst/>
          </a:prstGeom>
          <a:solidFill>
            <a:srgbClr val="0B2E6B"/>
          </a:solidFill>
        </p:spPr>
        <p:txBody>
          <a:bodyPr wrap="square" lIns="0" tIns="0" rIns="0" bIns="0">
            <a:spAutoFit/>
          </a:bodyPr>
          <a:lstStyle/>
          <a:p>
            <a:pPr algn="ctr"/>
            <a:r>
              <a:rPr lang="pt-PT" sz="1400" b="1" dirty="0">
                <a:solidFill>
                  <a:srgbClr val="FFFFFF"/>
                </a:solidFill>
                <a:latin typeface="Biome"/>
              </a:rPr>
              <a:t>DIREITOS E
DECISÃO</a:t>
            </a:r>
          </a:p>
        </p:txBody>
      </p:sp>
      <p:sp>
        <p:nvSpPr>
          <p:cNvPr id="16" name="CaixaDeTexto 15">
            <a:extLst>
              <a:ext uri="{FF2B5EF4-FFF2-40B4-BE49-F238E27FC236}">
                <a16:creationId xmlns:a16="http://schemas.microsoft.com/office/drawing/2014/main" id="{86D560E7-815E-26C6-3887-ADFAE23179BF}"/>
              </a:ext>
            </a:extLst>
          </p:cNvPr>
          <p:cNvSpPr txBox="1"/>
          <p:nvPr/>
        </p:nvSpPr>
        <p:spPr>
          <a:xfrm>
            <a:off x="228600" y="835147"/>
            <a:ext cx="8682478" cy="91440"/>
          </a:xfrm>
          <a:prstGeom prst="rect">
            <a:avLst/>
          </a:prstGeom>
          <a:solidFill>
            <a:srgbClr val="E7F7FC"/>
          </a:solidFill>
          <a:ln>
            <a:noFill/>
          </a:ln>
        </p:spPr>
        <p:txBody>
          <a:bodyPr wrap="square" lIns="0" tIns="0" rIns="0" bIns="0">
            <a:spAutoFit/>
          </a:bodyPr>
          <a:lstStyle/>
          <a:p>
            <a:endParaRPr lang="pt-PT"/>
          </a:p>
        </p:txBody>
      </p:sp>
      <p:sp>
        <p:nvSpPr>
          <p:cNvPr id="18" name="CaixaDeTexto 17">
            <a:extLst>
              <a:ext uri="{FF2B5EF4-FFF2-40B4-BE49-F238E27FC236}">
                <a16:creationId xmlns:a16="http://schemas.microsoft.com/office/drawing/2014/main" id="{A38A4141-C6F2-4030-A1FA-4132736EC222}"/>
              </a:ext>
            </a:extLst>
          </p:cNvPr>
          <p:cNvSpPr txBox="1"/>
          <p:nvPr/>
        </p:nvSpPr>
        <p:spPr>
          <a:xfrm>
            <a:off x="228600" y="2416546"/>
            <a:ext cx="5340757" cy="307777"/>
          </a:xfrm>
          <a:prstGeom prst="rect">
            <a:avLst/>
          </a:prstGeom>
          <a:solidFill>
            <a:srgbClr val="002060"/>
          </a:solidFill>
          <a:ln>
            <a:noFill/>
          </a:ln>
        </p:spPr>
        <p:txBody>
          <a:bodyPr wrap="none" lIns="128016" tIns="0" rIns="73152" bIns="0" anchor="ctr">
            <a:spAutoFit/>
          </a:bodyPr>
          <a:lstStyle/>
          <a:p>
            <a:pPr algn="l"/>
            <a:r>
              <a:rPr lang="pt-PT" sz="1400" dirty="0">
                <a:latin typeface="Segoe UI Emoji"/>
              </a:rPr>
              <a:t>🚐</a:t>
            </a:r>
            <a:r>
              <a:rPr lang="pt-PT" sz="1500" b="1" dirty="0">
                <a:solidFill>
                  <a:srgbClr val="FFFFFF"/>
                </a:solidFill>
                <a:latin typeface="Biome"/>
              </a:rPr>
              <a:t/>
            </a:r>
            <a:r>
              <a:rPr lang="pt-PT" sz="2000" b="1" dirty="0">
                <a:solidFill>
                  <a:srgbClr val="FFFFFF"/>
                </a:solidFill>
                <a:latin typeface="Biome"/>
              </a:rPr>
              <a:t>111</a:t>
            </a:r>
            <a:r>
              <a:rPr lang="pt-PT" sz="1500" b="1" dirty="0">
                <a:solidFill>
                  <a:srgbClr val="FFFFFF"/>
                </a:solidFill>
                <a:latin typeface="Biome"/>
              </a:rPr>
              <a:t> BRIGADAS MÓVEIS ESCOLARES REALIZADAS</a:t>
            </a:r>
          </a:p>
        </p:txBody>
      </p:sp>
      <p:sp>
        <p:nvSpPr>
          <p:cNvPr id="20" name="TextBox 1">
            <a:extLst>
              <a:ext uri="{FF2B5EF4-FFF2-40B4-BE49-F238E27FC236}">
                <a16:creationId xmlns:a16="http://schemas.microsoft.com/office/drawing/2014/main" id="{1D24C4D0-E4F2-3A8F-5919-363EC9ABD775}"/>
              </a:ext>
            </a:extLst>
          </p:cNvPr>
          <p:cNvSpPr txBox="1"/>
          <p:nvPr/>
        </p:nvSpPr>
        <p:spPr>
          <a:xfrm>
            <a:off x="228600" y="2834960"/>
            <a:ext cx="2788920" cy="1267270"/>
          </a:xfrm>
          <a:prstGeom prst="rect">
            <a:avLst/>
          </a:prstGeom>
          <a:solidFill>
            <a:srgbClr val="E5F7FC"/>
          </a:solidFill>
          <a:ln>
            <a:noFill/>
          </a:ln>
        </p:spPr>
        <p:txBody>
          <a:bodyPr wrap="square" lIns="146304" tIns="137160" rIns="118872" bIns="91440" rtlCol="0" anchor="t">
            <a:spAutoFit/>
          </a:bodyPr>
          <a:lstStyle/>
          <a:p>
            <a:pPr algn="l">
              <a:spcAft>
                <a:spcPts val="400"/>
              </a:spcAft>
            </a:pPr>
            <a:r>
              <a:rPr lang="pt-PT" sz="3100" b="1">
                <a:solidFill>
                  <a:srgbClr val="43C5EE"/>
                </a:solidFill>
                <a:latin typeface="Biome"/>
              </a:rPr>
              <a:t>31,744</a:t>
            </a:r>
          </a:p>
          <a:p>
            <a:pPr algn="l">
              <a:lnSpc>
                <a:spcPct val="95000"/>
              </a:lnSpc>
            </a:pPr>
            <a:r>
              <a:rPr lang="pt-PT" sz="1150" b="1">
                <a:solidFill>
                  <a:srgbClr val="002060"/>
                </a:solidFill>
                <a:latin typeface="Biome"/>
              </a:rPr>
              <a:t>Adolescentes alcançados
na CSR/PF</a:t>
            </a:r>
          </a:p>
          <a:p>
            <a:pPr algn="l">
              <a:spcBef>
                <a:spcPts val="200"/>
              </a:spcBef>
            </a:pPr>
            <a:r>
              <a:rPr lang="pt-PT" sz="950" b="0">
                <a:solidFill>
                  <a:srgbClr val="122C4A"/>
                </a:solidFill>
                <a:latin typeface="Biome"/>
              </a:rPr>
              <a:t>20.498 Fem • 11.246 Masc</a:t>
            </a:r>
          </a:p>
        </p:txBody>
      </p:sp>
      <p:sp>
        <p:nvSpPr>
          <p:cNvPr id="22" name="TextBox 4">
            <a:extLst>
              <a:ext uri="{FF2B5EF4-FFF2-40B4-BE49-F238E27FC236}">
                <a16:creationId xmlns:a16="http://schemas.microsoft.com/office/drawing/2014/main" id="{182E4486-00BE-5EAA-62E6-0E15C0881180}"/>
              </a:ext>
            </a:extLst>
          </p:cNvPr>
          <p:cNvSpPr txBox="1"/>
          <p:nvPr/>
        </p:nvSpPr>
        <p:spPr>
          <a:xfrm>
            <a:off x="3182112" y="2834960"/>
            <a:ext cx="1801368" cy="1230337"/>
          </a:xfrm>
          <a:prstGeom prst="rect">
            <a:avLst/>
          </a:prstGeom>
          <a:solidFill>
            <a:srgbClr val="E9F0FA"/>
          </a:solidFill>
          <a:ln>
            <a:noFill/>
          </a:ln>
        </p:spPr>
        <p:txBody>
          <a:bodyPr wrap="square" lIns="146304" tIns="137160" rIns="118872" bIns="91440" rtlCol="0" anchor="t">
            <a:spAutoFit/>
          </a:bodyPr>
          <a:lstStyle/>
          <a:p>
            <a:pPr algn="l">
              <a:spcAft>
                <a:spcPts val="400"/>
              </a:spcAft>
            </a:pPr>
            <a:r>
              <a:rPr lang="pt-PT" sz="2200" b="1" dirty="0">
                <a:solidFill>
                  <a:srgbClr val="4D83C4"/>
                </a:solidFill>
                <a:latin typeface="Biome"/>
              </a:rPr>
              <a:t>7,189</a:t>
            </a:r>
          </a:p>
          <a:p>
            <a:pPr algn="l">
              <a:lnSpc>
                <a:spcPct val="95000"/>
              </a:lnSpc>
            </a:pPr>
            <a:r>
              <a:rPr lang="pt-PT" sz="1050" b="1" dirty="0">
                <a:solidFill>
                  <a:srgbClr val="002060"/>
                </a:solidFill>
                <a:latin typeface="Biome"/>
              </a:rPr>
              <a:t>Raparigas e mulheres jovens</a:t>
            </a:r>
          </a:p>
          <a:p>
            <a:pPr algn="l">
              <a:spcBef>
                <a:spcPts val="200"/>
              </a:spcBef>
            </a:pPr>
            <a:r>
              <a:rPr lang="pt-PT" sz="900" b="0" dirty="0">
                <a:solidFill>
                  <a:srgbClr val="122C4A"/>
                </a:solidFill>
                <a:latin typeface="Biome"/>
              </a:rPr>
              <a:t>iniciaram ou retomaram métodos contraceptivos</a:t>
            </a:r>
          </a:p>
        </p:txBody>
      </p:sp>
      <p:sp>
        <p:nvSpPr>
          <p:cNvPr id="24" name="CaixaDeTexto 23">
            <a:extLst>
              <a:ext uri="{FF2B5EF4-FFF2-40B4-BE49-F238E27FC236}">
                <a16:creationId xmlns:a16="http://schemas.microsoft.com/office/drawing/2014/main" id="{AE48F8FB-7A9C-CFEA-1E31-F9AC73E877BB}"/>
              </a:ext>
            </a:extLst>
          </p:cNvPr>
          <p:cNvSpPr txBox="1"/>
          <p:nvPr/>
        </p:nvSpPr>
        <p:spPr>
          <a:xfrm>
            <a:off x="5148072" y="2834960"/>
            <a:ext cx="1801368" cy="1076833"/>
          </a:xfrm>
          <a:prstGeom prst="rect">
            <a:avLst/>
          </a:prstGeom>
          <a:solidFill>
            <a:srgbClr val="E8F4EE"/>
          </a:solidFill>
          <a:ln>
            <a:noFill/>
          </a:ln>
        </p:spPr>
        <p:txBody>
          <a:bodyPr wrap="square" lIns="146304" tIns="137160" rIns="118872" bIns="91440" anchor="t">
            <a:spAutoFit/>
          </a:bodyPr>
          <a:lstStyle/>
          <a:p>
            <a:pPr algn="l">
              <a:spcAft>
                <a:spcPts val="400"/>
              </a:spcAft>
            </a:pPr>
            <a:r>
              <a:rPr lang="pt-PT" sz="2200" b="1" dirty="0">
                <a:solidFill>
                  <a:srgbClr val="48A678"/>
                </a:solidFill>
                <a:latin typeface="Biome"/>
              </a:rPr>
              <a:t>15,305</a:t>
            </a:r>
          </a:p>
          <a:p>
            <a:pPr algn="l">
              <a:lnSpc>
                <a:spcPct val="95000"/>
              </a:lnSpc>
            </a:pPr>
            <a:r>
              <a:rPr lang="pt-PT" sz="1050" b="1" dirty="0">
                <a:solidFill>
                  <a:srgbClr val="002060"/>
                </a:solidFill>
                <a:latin typeface="Biome"/>
              </a:rPr>
              <a:t>Adolescentes</a:t>
            </a:r>
          </a:p>
          <a:p>
            <a:pPr algn="l">
              <a:spcBef>
                <a:spcPts val="200"/>
              </a:spcBef>
            </a:pPr>
            <a:r>
              <a:rPr lang="pt-PT" sz="900" b="0" dirty="0">
                <a:solidFill>
                  <a:srgbClr val="122C4A"/>
                </a:solidFill>
                <a:latin typeface="Biome"/>
              </a:rPr>
              <a:t>receberam suplementação com sal ferroso</a:t>
            </a:r>
          </a:p>
        </p:txBody>
      </p:sp>
      <p:sp>
        <p:nvSpPr>
          <p:cNvPr id="26" name="TextBox 10">
            <a:extLst>
              <a:ext uri="{FF2B5EF4-FFF2-40B4-BE49-F238E27FC236}">
                <a16:creationId xmlns:a16="http://schemas.microsoft.com/office/drawing/2014/main" id="{97687DD9-95EA-BA66-9303-FB4534896B18}"/>
              </a:ext>
            </a:extLst>
          </p:cNvPr>
          <p:cNvSpPr txBox="1"/>
          <p:nvPr/>
        </p:nvSpPr>
        <p:spPr>
          <a:xfrm>
            <a:off x="7114032" y="2834960"/>
            <a:ext cx="1801368" cy="1091837"/>
          </a:xfrm>
          <a:prstGeom prst="rect">
            <a:avLst/>
          </a:prstGeom>
          <a:solidFill>
            <a:srgbClr val="FFF1DD"/>
          </a:solidFill>
          <a:ln>
            <a:noFill/>
          </a:ln>
        </p:spPr>
        <p:txBody>
          <a:bodyPr wrap="square" lIns="146304" tIns="137160" rIns="118872" bIns="91440" rtlCol="0" anchor="t">
            <a:spAutoFit/>
          </a:bodyPr>
          <a:lstStyle/>
          <a:p>
            <a:pPr algn="l">
              <a:spcAft>
                <a:spcPts val="400"/>
              </a:spcAft>
            </a:pPr>
            <a:r>
              <a:rPr lang="pt-PT" sz="2200" b="1" dirty="0">
                <a:solidFill>
                  <a:srgbClr val="E88200"/>
                </a:solidFill>
                <a:latin typeface="Biome"/>
              </a:rPr>
              <a:t>2.472</a:t>
            </a:r>
            <a:endParaRPr lang="pt-PT" b="1" noProof="0" dirty="0">
              <a:solidFill>
                <a:schemeClr val="tx1"/>
              </a:solidFill>
              <a:latin typeface="Amasis MT Pro Black" panose="02040A04050005020304" pitchFamily="18" charset="0"/>
            </a:endParaRPr>
          </a:p>
          <a:p>
            <a:pPr algn="l">
              <a:lnSpc>
                <a:spcPct val="95000"/>
              </a:lnSpc>
            </a:pPr>
            <a:r>
              <a:rPr lang="pt-PT" sz="1050" b="1" dirty="0">
                <a:solidFill>
                  <a:srgbClr val="002060"/>
                </a:solidFill>
                <a:latin typeface="Biome"/>
              </a:rPr>
              <a:t>Adolescentes referidos para o SAAJ</a:t>
            </a:r>
          </a:p>
          <a:p>
            <a:pPr algn="l">
              <a:spcBef>
                <a:spcPts val="200"/>
              </a:spcBef>
            </a:pPr>
            <a:endParaRPr lang="pt-PT" sz="900" b="0" dirty="0">
              <a:solidFill>
                <a:srgbClr val="122C4A"/>
              </a:solidFill>
              <a:latin typeface="Biome"/>
            </a:endParaRPr>
          </a:p>
        </p:txBody>
      </p:sp>
      <p:sp>
        <p:nvSpPr>
          <p:cNvPr id="28" name="TextBox 8">
            <a:extLst>
              <a:ext uri="{FF2B5EF4-FFF2-40B4-BE49-F238E27FC236}">
                <a16:creationId xmlns:a16="http://schemas.microsoft.com/office/drawing/2014/main" id="{537E4C9A-1BEE-BBCB-AA6C-46533DAF4FBA}"/>
              </a:ext>
            </a:extLst>
          </p:cNvPr>
          <p:cNvSpPr txBox="1"/>
          <p:nvPr/>
        </p:nvSpPr>
        <p:spPr>
          <a:xfrm>
            <a:off x="228600" y="4190293"/>
            <a:ext cx="5533118" cy="215444"/>
          </a:xfrm>
          <a:prstGeom prst="rect">
            <a:avLst/>
          </a:prstGeom>
          <a:solidFill>
            <a:srgbClr val="F2F6FA"/>
          </a:solidFill>
          <a:ln>
            <a:noFill/>
          </a:ln>
        </p:spPr>
        <p:txBody>
          <a:bodyPr wrap="none" lIns="128016" tIns="0" rIns="73152" bIns="0" rtlCol="0" anchor="ctr">
            <a:spAutoFit/>
          </a:bodyPr>
          <a:lstStyle/>
          <a:p>
            <a:pPr algn="l"/>
            <a:r>
              <a:rPr lang="pt-PT" sz="1400" b="1" dirty="0">
                <a:solidFill>
                  <a:srgbClr val="002060"/>
                </a:solidFill>
                <a:latin typeface="Biome"/>
              </a:rPr>
              <a:t>57,105</a:t>
            </a:r>
            <a:r>
              <a:rPr lang="pt-PT" sz="1100" b="1" dirty="0">
                <a:solidFill>
                  <a:srgbClr val="122C4A"/>
                </a:solidFill>
                <a:latin typeface="Biome"/>
              </a:rPr>
              <a:t>  PRESERVATIVOS DISTRIBUÍDOS  </a:t>
            </a:r>
            <a:r>
              <a:rPr lang="pt-PT" sz="1000" dirty="0">
                <a:solidFill>
                  <a:srgbClr val="122C4A"/>
                </a:solidFill>
                <a:latin typeface="Biome"/>
              </a:rPr>
              <a:t>8.209 femininos • 48.896 masculinos</a:t>
            </a:r>
          </a:p>
        </p:txBody>
      </p:sp>
      <p:sp>
        <p:nvSpPr>
          <p:cNvPr id="31" name="Teacher Highlight Title"/>
          <p:cNvSpPr txBox="1"/>
          <p:nvPr/>
        </p:nvSpPr>
        <p:spPr>
          <a:xfrm>
            <a:off x="242978" y="931536"/>
            <a:ext cx="3928961" cy="430887"/>
          </a:xfrm>
          <a:prstGeom prst="rect">
            <a:avLst/>
          </a:prstGeom>
          <a:noFill/>
        </p:spPr>
        <p:txBody>
          <a:bodyPr wrap="none" lIns="0" tIns="0" rIns="0" bIns="0" anchor="ctr">
            <a:spAutoFit/>
          </a:bodyPr>
          <a:lstStyle/>
          <a:p>
            <a:r>
              <a:rPr lang="pt-PT" sz="2800" b="1" dirty="0">
                <a:solidFill>
                  <a:srgbClr val="43C5EE"/>
                </a:solidFill>
                <a:latin typeface="Biome"/>
              </a:rPr>
              <a:t>24</a:t>
            </a:r>
            <a:r>
              <a:rPr lang="pt-PT" sz="1800" b="1" dirty="0">
                <a:solidFill>
                  <a:srgbClr val="43C5EE"/>
                </a:solidFill>
                <a:latin typeface="Biome"/>
              </a:rPr>
              <a:t> PROFESSORES </a:t>
            </a:r>
            <a:r>
              <a:rPr lang="pt-PT" sz="1800" b="1" dirty="0">
                <a:solidFill>
                  <a:srgbClr val="002060"/>
                </a:solidFill>
                <a:latin typeface="Biome"/>
              </a:rPr>
              <a:t>CAPACITADOS</a:t>
            </a:r>
            <a:r>
              <a:rPr lang="pt-PT" sz="1800" b="1" dirty="0">
                <a:solidFill>
                  <a:schemeClr val="tx1"/>
                </a:solidFill>
                <a:latin typeface="Biome"/>
              </a:rPr>
              <a:t>:</a:t>
            </a:r>
          </a:p>
        </p:txBody>
      </p:sp>
      <p:sp>
        <p:nvSpPr>
          <p:cNvPr id="32" name="Teacher Theme 1"/>
          <p:cNvSpPr txBox="1"/>
          <p:nvPr/>
        </p:nvSpPr>
        <p:spPr>
          <a:xfrm>
            <a:off x="259305" y="1325152"/>
            <a:ext cx="2148840" cy="623248"/>
          </a:xfrm>
          <a:prstGeom prst="rect">
            <a:avLst/>
          </a:prstGeom>
          <a:noFill/>
        </p:spPr>
        <p:txBody>
          <a:bodyPr wrap="square" lIns="0" tIns="0" rIns="0" bIns="0" anchor="ctr">
            <a:spAutoFit/>
          </a:bodyPr>
          <a:lstStyle/>
          <a:p>
            <a:pPr algn="l"/>
            <a:r>
              <a:rPr lang="en-US" sz="1350" b="1" dirty="0">
                <a:solidFill>
                  <a:srgbClr val="0070C0"/>
                </a:solidFill>
                <a:latin typeface="Biome"/>
              </a:rPr>
              <a:t>Em SSR</a:t>
            </a:r>
          </a:p>
          <a:p>
            <a:pPr algn="l"/>
            <a:r>
              <a:rPr lang="pt-PT" sz="1350" b="1" noProof="0" dirty="0">
                <a:solidFill>
                  <a:srgbClr val="122C4A"/>
                </a:solidFill>
                <a:latin typeface="Biome"/>
              </a:rPr>
              <a:t>Saúde Sexual e
Reprodutiva </a:t>
            </a:r>
          </a:p>
        </p:txBody>
      </p:sp>
      <p:sp>
        <p:nvSpPr>
          <p:cNvPr id="33" name="Teacher Theme 2"/>
          <p:cNvSpPr txBox="1"/>
          <p:nvPr/>
        </p:nvSpPr>
        <p:spPr>
          <a:xfrm>
            <a:off x="2591025" y="1325152"/>
            <a:ext cx="2221992" cy="623248"/>
          </a:xfrm>
          <a:prstGeom prst="rect">
            <a:avLst/>
          </a:prstGeom>
          <a:noFill/>
        </p:spPr>
        <p:txBody>
          <a:bodyPr wrap="square" lIns="0" tIns="0" rIns="0" bIns="0" anchor="ctr">
            <a:spAutoFit/>
          </a:bodyPr>
          <a:lstStyle/>
          <a:p>
            <a:pPr algn="l"/>
            <a:r>
              <a:rPr lang="en-US" sz="1350" b="1">
                <a:solidFill>
                  <a:srgbClr val="0070C0"/>
                </a:solidFill>
                <a:latin typeface="Biome"/>
              </a:rPr>
              <a:t>VBG</a:t>
            </a:r>
          </a:p>
          <a:p>
            <a:pPr algn="l"/>
            <a:r>
              <a:rPr lang="pt-PT" sz="1350" b="1" noProof="0">
                <a:solidFill>
                  <a:srgbClr val="122C4A"/>
                </a:solidFill>
                <a:latin typeface="Biome"/>
              </a:rPr>
              <a:t>Violência Baseada no
Género </a:t>
            </a:r>
          </a:p>
        </p:txBody>
      </p:sp>
      <p:sp>
        <p:nvSpPr>
          <p:cNvPr id="34" name="Teacher Theme 3"/>
          <p:cNvSpPr txBox="1"/>
          <p:nvPr/>
        </p:nvSpPr>
        <p:spPr>
          <a:xfrm>
            <a:off x="4977609" y="1429027"/>
            <a:ext cx="1610970" cy="415498"/>
          </a:xfrm>
          <a:prstGeom prst="rect">
            <a:avLst/>
          </a:prstGeom>
          <a:noFill/>
        </p:spPr>
        <p:txBody>
          <a:bodyPr wrap="square" lIns="0" tIns="0" rIns="0" bIns="0" anchor="ctr">
            <a:spAutoFit/>
          </a:bodyPr>
          <a:lstStyle/>
          <a:p>
            <a:pPr algn="l"/>
            <a:r>
              <a:rPr lang="pt-PT" sz="1350" b="1" noProof="0" dirty="0">
                <a:solidFill>
                  <a:srgbClr val="122C4A"/>
                </a:solidFill>
                <a:latin typeface="Biome"/>
              </a:rPr>
              <a:t>Ligação Escola–
Unidade Sanitária</a:t>
            </a:r>
          </a:p>
        </p:txBody>
      </p:sp>
      <p:sp>
        <p:nvSpPr>
          <p:cNvPr id="35" name="Teacher Theme Separator"/>
          <p:cNvSpPr/>
          <p:nvPr/>
        </p:nvSpPr>
        <p:spPr>
          <a:xfrm>
            <a:off x="2389857" y="1408176"/>
            <a:ext cx="16459" cy="438912"/>
          </a:xfrm>
          <a:prstGeom prst="rect">
            <a:avLst/>
          </a:prstGeom>
          <a:solidFill>
            <a:srgbClr val="43C5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acher Theme Separator"/>
          <p:cNvSpPr/>
          <p:nvPr/>
        </p:nvSpPr>
        <p:spPr>
          <a:xfrm>
            <a:off x="4767297" y="1408176"/>
            <a:ext cx="16459" cy="438912"/>
          </a:xfrm>
          <a:prstGeom prst="rect">
            <a:avLst/>
          </a:prstGeom>
          <a:solidFill>
            <a:srgbClr val="43C5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KPI 1 Accent"/>
          <p:cNvSpPr/>
          <p:nvPr/>
        </p:nvSpPr>
        <p:spPr>
          <a:xfrm>
            <a:off x="228600" y="2761485"/>
            <a:ext cx="2788920" cy="50292"/>
          </a:xfrm>
          <a:prstGeom prst="rect">
            <a:avLst/>
          </a:prstGeom>
          <a:solidFill>
            <a:srgbClr val="43C5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KPI 2 Accent"/>
          <p:cNvSpPr/>
          <p:nvPr/>
        </p:nvSpPr>
        <p:spPr>
          <a:xfrm>
            <a:off x="3182112" y="2761485"/>
            <a:ext cx="1801368" cy="50292"/>
          </a:xfrm>
          <a:prstGeom prst="rect">
            <a:avLst/>
          </a:prstGeom>
          <a:solidFill>
            <a:srgbClr val="4D83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KPI 3 Accent"/>
          <p:cNvSpPr/>
          <p:nvPr/>
        </p:nvSpPr>
        <p:spPr>
          <a:xfrm>
            <a:off x="5148072" y="2761485"/>
            <a:ext cx="1801368" cy="50292"/>
          </a:xfrm>
          <a:prstGeom prst="rect">
            <a:avLst/>
          </a:prstGeom>
          <a:solidFill>
            <a:srgbClr val="48A6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KPI 4 Accent"/>
          <p:cNvSpPr/>
          <p:nvPr/>
        </p:nvSpPr>
        <p:spPr>
          <a:xfrm>
            <a:off x="7114032" y="2761485"/>
            <a:ext cx="1801368" cy="50292"/>
          </a:xfrm>
          <a:prstGeom prst="rect">
            <a:avLst/>
          </a:prstGeom>
          <a:solidFill>
            <a:srgbClr val="E88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Imagem 2">
            <a:extLst>
              <a:ext uri="{FF2B5EF4-FFF2-40B4-BE49-F238E27FC236}">
                <a16:creationId xmlns:a16="http://schemas.microsoft.com/office/drawing/2014/main" id="{4458A85C-8571-3DF7-1326-2EF8D7DAF3F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553591" y="963749"/>
            <a:ext cx="2347432" cy="1760574"/>
          </a:xfrm>
          <a:prstGeom prst="rect">
            <a:avLst/>
          </a:prstGeom>
        </p:spPr>
      </p:pic>
    </p:spTree>
    <p:extLst>
      <p:ext uri="{BB962C8B-B14F-4D97-AF65-F5344CB8AC3E}">
        <p14:creationId xmlns:p14="http://schemas.microsoft.com/office/powerpoint/2010/main" val="125380997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A2E141-A8A1-54BA-F2F1-885FD074CD1F}"/>
            </a:ext>
          </a:extLst>
        </p:cNvPr>
        <p:cNvGrpSpPr/>
        <p:nvPr/>
      </p:nvGrpSpPr>
      <p:grpSpPr>
        <a:xfrm>
          <a:off x="0" y="0"/>
          <a:ext cx="0" cy="0"/>
          <a:chOff x="0" y="0"/>
          <a:chExt cx="0" cy="0"/>
        </a:xfrm>
      </p:grpSpPr>
      <p:grpSp>
        <p:nvGrpSpPr>
          <p:cNvPr id="7" name="Agrupar 6">
            <a:extLst>
              <a:ext uri="{FF2B5EF4-FFF2-40B4-BE49-F238E27FC236}">
                <a16:creationId xmlns:a16="http://schemas.microsoft.com/office/drawing/2014/main" id="{B2C736E7-9AE6-182A-D585-30D70842CA25}"/>
              </a:ext>
            </a:extLst>
          </p:cNvPr>
          <p:cNvGrpSpPr>
            <a:grpSpLocks noGrp="1" noUngrp="1" noRot="1" noMove="1" noResize="1"/>
          </p:cNvGrpSpPr>
          <p:nvPr/>
        </p:nvGrpSpPr>
        <p:grpSpPr>
          <a:xfrm>
            <a:off x="-114556" y="-24492"/>
            <a:ext cx="9181145" cy="5151664"/>
            <a:chOff x="-114556" y="-24492"/>
            <a:chExt cx="9181145" cy="5151664"/>
          </a:xfrm>
        </p:grpSpPr>
        <p:pic>
          <p:nvPicPr>
            <p:cNvPr id="4" name="Imagem 3">
              <a:extLst>
                <a:ext uri="{FF2B5EF4-FFF2-40B4-BE49-F238E27FC236}">
                  <a16:creationId xmlns:a16="http://schemas.microsoft.com/office/drawing/2014/main" id="{00451A5F-9BA6-CE18-8591-9D8015952C6C}"/>
                </a:ext>
              </a:extLst>
            </p:cNvPr>
            <p:cNvPicPr>
              <a:picLocks noGrp="1" noRot="1" noChangeAspect="1" noMove="1" noResize="1" noEditPoints="1" noAdjustHandles="1" noChangeArrowheads="1" noChangeShapeType="1" noCrop="1"/>
            </p:cNvPicPr>
            <p:nvPr/>
          </p:nvPicPr>
          <p:blipFill>
            <a:blip r:embed="rId3">
              <a:extLst>
                <a:ext uri="{28A0092B-C50C-407E-A947-70E740481C1C}">
                  <a14:useLocalDpi xmlns:a14="http://schemas.microsoft.com/office/drawing/2010/main" val="0"/>
                </a:ext>
              </a:extLst>
            </a:blip>
            <a:srcRect/>
            <a:stretch>
              <a:fillRect/>
            </a:stretch>
          </p:blipFill>
          <p:spPr>
            <a:xfrm>
              <a:off x="7519306" y="2873830"/>
              <a:ext cx="1543051" cy="1951265"/>
            </a:xfrm>
            <a:prstGeom prst="rect">
              <a:avLst/>
            </a:prstGeom>
          </p:spPr>
        </p:pic>
        <p:pic>
          <p:nvPicPr>
            <p:cNvPr id="3" name="Imagem 2">
              <a:extLst>
                <a:ext uri="{FF2B5EF4-FFF2-40B4-BE49-F238E27FC236}">
                  <a16:creationId xmlns:a16="http://schemas.microsoft.com/office/drawing/2014/main" id="{912C2029-CB22-0FE0-1941-7CDFEB66B768}"/>
                </a:ext>
              </a:extLst>
            </p:cNvPr>
            <p:cNvPicPr>
              <a:picLocks noGrp="1" noRot="1" noChangeAspect="1" noMove="1" noResize="1" noEditPoints="1" noAdjustHandles="1" noChangeArrowheads="1" noChangeShapeType="1" noCrop="1"/>
            </p:cNvPicPr>
            <p:nvPr/>
          </p:nvPicPr>
          <p:blipFill>
            <a:blip r:embed="rId4">
              <a:extLst>
                <a:ext uri="{28A0092B-C50C-407E-A947-70E740481C1C}">
                  <a14:useLocalDpi xmlns:a14="http://schemas.microsoft.com/office/drawing/2010/main" val="0"/>
                </a:ext>
              </a:extLst>
            </a:blip>
            <a:stretch>
              <a:fillRect/>
            </a:stretch>
          </p:blipFill>
          <p:spPr>
            <a:xfrm>
              <a:off x="-114556" y="-24492"/>
              <a:ext cx="7735050" cy="5151664"/>
            </a:xfrm>
            <a:prstGeom prst="rect">
              <a:avLst/>
            </a:prstGeom>
          </p:spPr>
        </p:pic>
        <p:pic>
          <p:nvPicPr>
            <p:cNvPr id="5" name="Imagem 4">
              <a:extLst>
                <a:ext uri="{FF2B5EF4-FFF2-40B4-BE49-F238E27FC236}">
                  <a16:creationId xmlns:a16="http://schemas.microsoft.com/office/drawing/2014/main" id="{A68EF281-D3D5-B708-8721-E6BEE1C0F57E}"/>
                </a:ext>
              </a:extLst>
            </p:cNvPr>
            <p:cNvPicPr>
              <a:picLocks noGrp="1" noRot="1" noChangeAspect="1" noMove="1" noResize="1" noEditPoints="1" noAdjustHandles="1" noChangeArrowheads="1" noChangeShapeType="1" noCrop="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7620494" y="1471247"/>
              <a:ext cx="1441864" cy="1337267"/>
            </a:xfrm>
            <a:prstGeom prst="rect">
              <a:avLst/>
            </a:prstGeom>
            <a:noFill/>
          </p:spPr>
        </p:pic>
        <p:pic>
          <p:nvPicPr>
            <p:cNvPr id="6" name="Imagem 5">
              <a:extLst>
                <a:ext uri="{FF2B5EF4-FFF2-40B4-BE49-F238E27FC236}">
                  <a16:creationId xmlns:a16="http://schemas.microsoft.com/office/drawing/2014/main" id="{A71F426E-CA40-0101-E588-42E2F06FEDA6}"/>
                </a:ext>
              </a:extLst>
            </p:cNvPr>
            <p:cNvPicPr>
              <a:picLocks noGrp="1" noRot="1" noChangeAspect="1" noMove="1" noResize="1" noEditPoints="1" noAdjustHandles="1" noChangeArrowheads="1" noChangeShapeType="1" noCrop="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7620495" y="220437"/>
              <a:ext cx="1446094" cy="1144675"/>
            </a:xfrm>
            <a:prstGeom prst="rect">
              <a:avLst/>
            </a:prstGeom>
            <a:noFill/>
          </p:spPr>
        </p:pic>
      </p:grpSp>
    </p:spTree>
    <p:extLst>
      <p:ext uri="{BB962C8B-B14F-4D97-AF65-F5344CB8AC3E}">
        <p14:creationId xmlns:p14="http://schemas.microsoft.com/office/powerpoint/2010/main" val="392307061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19880E-2DEC-DC7B-3CB1-9A6333D5168C}"/>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E3B15881-9802-BC31-1D34-70A14364F2BF}"/>
              </a:ext>
            </a:extLst>
          </p:cNvPr>
          <p:cNvSpPr/>
          <p:nvPr/>
        </p:nvSpPr>
        <p:spPr>
          <a:xfrm>
            <a:off x="228600" y="119024"/>
            <a:ext cx="7571231" cy="304699"/>
          </a:xfrm>
          <a:prstGeom prst="rect">
            <a:avLst/>
          </a:prstGeom>
          <a:solidFill>
            <a:srgbClr val="0B2E6B"/>
          </a:solidFill>
          <a:ln>
            <a:noFill/>
          </a:ln>
        </p:spPr>
        <p:txBody>
          <a:bodyPr wrap="square" tIns="0" rIns="73152" bIns="0" anchor="ctr">
            <a:spAutoFit/>
          </a:bodyPr>
          <a:lstStyle/>
          <a:p>
            <a:pPr algn="l" defTabSz="685800">
              <a:lnSpc>
                <a:spcPct val="90000"/>
              </a:lnSpc>
              <a:spcBef>
                <a:spcPct val="0"/>
              </a:spcBef>
            </a:pPr>
            <a:r>
              <a:rPr lang="en-US" sz="2200" b="1" dirty="0">
                <a:solidFill>
                  <a:schemeClr val="bg1"/>
                </a:solidFill>
                <a:latin typeface="Biome" panose="020B0502040204020203" pitchFamily="34" charset="0"/>
                <a:cs typeface="Biome" panose="020B0502040204020203" pitchFamily="34" charset="0"/>
              </a:rPr>
              <a:t>PRINCIPAIS ACTIVIDADES </a:t>
            </a:r>
            <a:endParaRPr lang="fr-FR" sz="2700" b="1" dirty="0">
              <a:solidFill>
                <a:schemeClr val="bg1"/>
              </a:solidFill>
              <a:latin typeface="Biome" panose="020B0502040204020203" pitchFamily="34" charset="0"/>
              <a:cs typeface="Biome" panose="020B0502040204020203" pitchFamily="34" charset="0"/>
            </a:endParaRPr>
          </a:p>
        </p:txBody>
      </p:sp>
      <p:pic>
        <p:nvPicPr>
          <p:cNvPr id="4" name="Imagem 3">
            <a:extLst>
              <a:ext uri="{FF2B5EF4-FFF2-40B4-BE49-F238E27FC236}">
                <a16:creationId xmlns:a16="http://schemas.microsoft.com/office/drawing/2014/main" id="{E74D7D8B-0B64-53C8-4F04-A6F5D300246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1732" y="4674222"/>
            <a:ext cx="4521708" cy="325889"/>
          </a:xfrm>
          <a:prstGeom prst="rect">
            <a:avLst/>
          </a:prstGeom>
        </p:spPr>
      </p:pic>
      <p:pic>
        <p:nvPicPr>
          <p:cNvPr id="6" name="Picture 3" descr="Mãos segurando peças de quebra-cabeça em círculo&#10;&#10;O conteúdo gerado por IA pode estar incorreto.">
            <a:extLst>
              <a:ext uri="{FF2B5EF4-FFF2-40B4-BE49-F238E27FC236}">
                <a16:creationId xmlns:a16="http://schemas.microsoft.com/office/drawing/2014/main" id="{7A9635A0-B95E-DDC4-FEC2-35A34CA62363}"/>
              </a:ext>
            </a:extLst>
          </p:cNvPr>
          <p:cNvPicPr>
            <a:picLocks noChangeAspect="1"/>
          </p:cNvPicPr>
          <p:nvPr/>
        </p:nvPicPr>
        <p:blipFill>
          <a:blip r:embed="rId3" cstate="email">
            <a:extLst>
              <a:ext uri="{28A0092B-C50C-407E-A947-70E740481C1C}">
                <a14:useLocalDpi xmlns:a14="http://schemas.microsoft.com/office/drawing/2010/main" val="0"/>
              </a:ext>
            </a:extLst>
          </a:blip>
          <a:stretch>
            <a:fillRect/>
          </a:stretch>
        </p:blipFill>
        <p:spPr>
          <a:xfrm>
            <a:off x="8197345" y="73152"/>
            <a:ext cx="713733" cy="676656"/>
          </a:xfrm>
          <a:prstGeom prst="rect">
            <a:avLst/>
          </a:prstGeom>
        </p:spPr>
      </p:pic>
      <p:sp>
        <p:nvSpPr>
          <p:cNvPr id="14" name="Outcome Orange Accent">
            <a:extLst>
              <a:ext uri="{FF2B5EF4-FFF2-40B4-BE49-F238E27FC236}">
                <a16:creationId xmlns:a16="http://schemas.microsoft.com/office/drawing/2014/main" id="{D4A86FB9-6FD8-F53C-F6BA-20FEA44C35D3}"/>
              </a:ext>
            </a:extLst>
          </p:cNvPr>
          <p:cNvSpPr/>
          <p:nvPr/>
        </p:nvSpPr>
        <p:spPr>
          <a:xfrm>
            <a:off x="228600" y="4583026"/>
            <a:ext cx="8686800" cy="64008"/>
          </a:xfrm>
          <a:prstGeom prst="rect">
            <a:avLst/>
          </a:prstGeom>
          <a:solidFill>
            <a:srgbClr val="E88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CaixaDeTexto 4">
            <a:extLst>
              <a:ext uri="{FF2B5EF4-FFF2-40B4-BE49-F238E27FC236}">
                <a16:creationId xmlns:a16="http://schemas.microsoft.com/office/drawing/2014/main" id="{3ECAD224-38B3-E9A0-2918-9B9897B747DC}"/>
              </a:ext>
            </a:extLst>
          </p:cNvPr>
          <p:cNvSpPr txBox="1"/>
          <p:nvPr/>
        </p:nvSpPr>
        <p:spPr>
          <a:xfrm>
            <a:off x="228599" y="473009"/>
            <a:ext cx="7612379" cy="246221"/>
          </a:xfrm>
          <a:prstGeom prst="rect">
            <a:avLst/>
          </a:prstGeom>
          <a:noFill/>
        </p:spPr>
        <p:txBody>
          <a:bodyPr wrap="square">
            <a:spAutoFit/>
          </a:bodyPr>
          <a:lstStyle/>
          <a:p>
            <a:r>
              <a:rPr lang="pt-PT" sz="1000" b="1" i="1" dirty="0">
                <a:solidFill>
                  <a:srgbClr val="0B2E6B"/>
                </a:solidFill>
              </a:rPr>
              <a:t>OUTCOME 1 </a:t>
            </a:r>
            <a:r>
              <a:rPr lang="pt-PT" sz="1000" i="1" dirty="0">
                <a:solidFill>
                  <a:srgbClr val="0B2E6B"/>
                </a:solidFill>
              </a:rPr>
              <a:t>Empoderamento das raparigas e mulheres jovens para tomada de decisões em SSR.</a:t>
            </a:r>
          </a:p>
        </p:txBody>
      </p:sp>
      <p:sp>
        <p:nvSpPr>
          <p:cNvPr id="16" name="CaixaDeTexto 15">
            <a:extLst>
              <a:ext uri="{FF2B5EF4-FFF2-40B4-BE49-F238E27FC236}">
                <a16:creationId xmlns:a16="http://schemas.microsoft.com/office/drawing/2014/main" id="{2EC22F37-83CE-B66F-527B-6DF86885D0E8}"/>
              </a:ext>
            </a:extLst>
          </p:cNvPr>
          <p:cNvSpPr txBox="1"/>
          <p:nvPr/>
        </p:nvSpPr>
        <p:spPr>
          <a:xfrm>
            <a:off x="228600" y="835147"/>
            <a:ext cx="8682478" cy="91440"/>
          </a:xfrm>
          <a:prstGeom prst="rect">
            <a:avLst/>
          </a:prstGeom>
          <a:solidFill>
            <a:srgbClr val="E7F7FC"/>
          </a:solidFill>
          <a:ln>
            <a:noFill/>
          </a:ln>
        </p:spPr>
        <p:txBody>
          <a:bodyPr wrap="square" lIns="0" tIns="0" rIns="0" bIns="0">
            <a:spAutoFit/>
          </a:bodyPr>
          <a:lstStyle/>
          <a:p>
            <a:endParaRPr lang="pt-PT"/>
          </a:p>
        </p:txBody>
      </p:sp>
      <p:sp>
        <p:nvSpPr>
          <p:cNvPr id="17" name="Media Training Heading"/>
          <p:cNvSpPr txBox="1"/>
          <p:nvPr/>
        </p:nvSpPr>
        <p:spPr>
          <a:xfrm>
            <a:off x="77931" y="1040023"/>
            <a:ext cx="3886200" cy="310896"/>
          </a:xfrm>
          <a:prstGeom prst="rect">
            <a:avLst/>
          </a:prstGeom>
          <a:noFill/>
          <a:ln>
            <a:noFill/>
          </a:ln>
        </p:spPr>
        <p:txBody>
          <a:bodyPr wrap="square" lIns="73152" tIns="36576" rIns="54864" bIns="27432" anchor="t">
            <a:spAutoFit/>
          </a:bodyPr>
          <a:lstStyle/>
          <a:p>
            <a:pPr algn="l">
              <a:lnSpc>
                <a:spcPct val="100000"/>
              </a:lnSpc>
              <a:spcBef>
                <a:spcPts val="0"/>
              </a:spcBef>
              <a:spcAft>
                <a:spcPts val="0"/>
              </a:spcAft>
            </a:pPr>
            <a:r>
              <a:rPr sz="1600" b="1">
                <a:solidFill>
                  <a:srgbClr val="002060"/>
                </a:solidFill>
                <a:latin typeface="Biome"/>
              </a:rPr>
              <a:t>CAPACITAÇÃO DA MÍDIA</a:t>
            </a:r>
          </a:p>
        </p:txBody>
      </p:sp>
      <p:sp>
        <p:nvSpPr>
          <p:cNvPr id="18" name="Communication Products Heading"/>
          <p:cNvSpPr txBox="1"/>
          <p:nvPr/>
        </p:nvSpPr>
        <p:spPr>
          <a:xfrm>
            <a:off x="3645682" y="1040023"/>
            <a:ext cx="4114800" cy="310896"/>
          </a:xfrm>
          <a:prstGeom prst="rect">
            <a:avLst/>
          </a:prstGeom>
          <a:noFill/>
          <a:ln>
            <a:noFill/>
          </a:ln>
        </p:spPr>
        <p:txBody>
          <a:bodyPr wrap="square" lIns="73152" tIns="36576" rIns="54864" bIns="27432" anchor="t">
            <a:spAutoFit/>
          </a:bodyPr>
          <a:lstStyle/>
          <a:p>
            <a:pPr algn="l">
              <a:lnSpc>
                <a:spcPct val="100000"/>
              </a:lnSpc>
              <a:spcBef>
                <a:spcPts val="0"/>
              </a:spcBef>
              <a:spcAft>
                <a:spcPts val="0"/>
              </a:spcAft>
            </a:pPr>
            <a:r>
              <a:rPr sz="1600" b="1" dirty="0">
                <a:solidFill>
                  <a:srgbClr val="002060"/>
                </a:solidFill>
                <a:latin typeface="Biome"/>
              </a:rPr>
              <a:t>PRODUTOS DE COMUNICAÇÃO</a:t>
            </a:r>
          </a:p>
        </p:txBody>
      </p:sp>
      <p:sp>
        <p:nvSpPr>
          <p:cNvPr id="19" name="Journalists Trained"/>
          <p:cNvSpPr txBox="1"/>
          <p:nvPr/>
        </p:nvSpPr>
        <p:spPr>
          <a:xfrm>
            <a:off x="77931" y="1378351"/>
            <a:ext cx="3445499" cy="812017"/>
          </a:xfrm>
          <a:prstGeom prst="rect">
            <a:avLst/>
          </a:prstGeom>
          <a:solidFill>
            <a:srgbClr val="EAF7FC"/>
          </a:solidFill>
          <a:ln>
            <a:noFill/>
          </a:ln>
        </p:spPr>
        <p:txBody>
          <a:bodyPr wrap="square" lIns="128016" tIns="91440" bIns="54864" anchor="t">
            <a:spAutoFit/>
          </a:bodyPr>
          <a:lstStyle/>
          <a:p>
            <a:pPr algn="l">
              <a:lnSpc>
                <a:spcPct val="100000"/>
              </a:lnSpc>
              <a:spcBef>
                <a:spcPts val="0"/>
              </a:spcBef>
              <a:spcAft>
                <a:spcPts val="500"/>
              </a:spcAft>
            </a:pPr>
            <a:r>
              <a:rPr sz="1800" dirty="0">
                <a:latin typeface="Segoe UI Emoji"/>
              </a:rPr>
              <a:t>📚</a:t>
            </a:r>
            <a:r>
              <a:rPr sz="1550" b="1" dirty="0">
                <a:solidFill>
                  <a:srgbClr val="43C5EE"/>
                </a:solidFill>
                <a:latin typeface="Biome"/>
              </a:rPr>
              <a:t/>
            </a:r>
            <a:r>
              <a:rPr b="1" dirty="0">
                <a:solidFill>
                  <a:srgbClr val="43C5EE"/>
                </a:solidFill>
                <a:latin typeface="Biome"/>
              </a:rPr>
              <a:t>10 JORNALISTAS CAPACITADOS</a:t>
            </a:r>
          </a:p>
          <a:p>
            <a:pPr>
              <a:lnSpc>
                <a:spcPct val="100000"/>
              </a:lnSpc>
            </a:pPr>
            <a:r>
              <a:rPr lang="pt-PT" sz="1050" b="1" noProof="0" dirty="0">
                <a:solidFill>
                  <a:srgbClr val="122C4A"/>
                </a:solidFill>
                <a:latin typeface="Biome"/>
              </a:rPr>
              <a:t>Estratégias de comunicação sobre SDSR, Planeamento Familiar e direitos das raparigas</a:t>
            </a:r>
            <a:r>
              <a:rPr sz="1050" b="1" dirty="0">
                <a:solidFill>
                  <a:srgbClr val="122C4A"/>
                </a:solidFill>
                <a:latin typeface="Biome"/>
              </a:rPr>
              <a:t>.</a:t>
            </a:r>
          </a:p>
        </p:txBody>
      </p:sp>
      <p:sp>
        <p:nvSpPr>
          <p:cNvPr id="20" name="Media Participants Label"/>
          <p:cNvSpPr txBox="1"/>
          <p:nvPr/>
        </p:nvSpPr>
        <p:spPr>
          <a:xfrm>
            <a:off x="77931" y="2384191"/>
            <a:ext cx="3354059" cy="233910"/>
          </a:xfrm>
          <a:prstGeom prst="rect">
            <a:avLst/>
          </a:prstGeom>
          <a:noFill/>
          <a:ln>
            <a:noFill/>
          </a:ln>
        </p:spPr>
        <p:txBody>
          <a:bodyPr wrap="square" lIns="73152" tIns="36576" rIns="54864" bIns="27432" anchor="t">
            <a:spAutoFit/>
          </a:bodyPr>
          <a:lstStyle/>
          <a:p>
            <a:pPr algn="l">
              <a:lnSpc>
                <a:spcPct val="100000"/>
              </a:lnSpc>
              <a:spcBef>
                <a:spcPts val="0"/>
              </a:spcBef>
              <a:spcAft>
                <a:spcPts val="0"/>
              </a:spcAft>
            </a:pPr>
            <a:r>
              <a:rPr sz="1100" b="1" dirty="0">
                <a:solidFill>
                  <a:srgbClr val="002060"/>
                </a:solidFill>
                <a:latin typeface="Biome"/>
              </a:rPr>
              <a:t>ÓRGÃOS DE COMUNICAÇÃO PARTICIPANTES</a:t>
            </a:r>
          </a:p>
        </p:txBody>
      </p:sp>
      <p:sp>
        <p:nvSpPr>
          <p:cNvPr id="21" name="Media Participants A"/>
          <p:cNvSpPr txBox="1"/>
          <p:nvPr/>
        </p:nvSpPr>
        <p:spPr>
          <a:xfrm>
            <a:off x="151083" y="2658511"/>
            <a:ext cx="1526650" cy="896112"/>
          </a:xfrm>
          <a:prstGeom prst="rect">
            <a:avLst/>
          </a:prstGeom>
          <a:noFill/>
          <a:ln>
            <a:noFill/>
          </a:ln>
        </p:spPr>
        <p:txBody>
          <a:bodyPr wrap="square" lIns="73152" tIns="36576" rIns="54864" bIns="27432" anchor="t">
            <a:spAutoFit/>
          </a:bodyPr>
          <a:lstStyle/>
          <a:p>
            <a:pPr algn="l">
              <a:lnSpc>
                <a:spcPct val="100000"/>
              </a:lnSpc>
              <a:spcBef>
                <a:spcPts val="0"/>
              </a:spcBef>
              <a:spcAft>
                <a:spcPts val="500"/>
              </a:spcAft>
            </a:pPr>
            <a:r>
              <a:rPr sz="1050" b="1" dirty="0">
                <a:solidFill>
                  <a:srgbClr val="122C4A"/>
                </a:solidFill>
                <a:latin typeface="Biome"/>
              </a:rPr>
              <a:t>Jornal Zambeze</a:t>
            </a:r>
          </a:p>
          <a:p>
            <a:pPr algn="l">
              <a:lnSpc>
                <a:spcPct val="100000"/>
              </a:lnSpc>
              <a:spcBef>
                <a:spcPts val="0"/>
              </a:spcBef>
              <a:spcAft>
                <a:spcPts val="500"/>
              </a:spcAft>
            </a:pPr>
            <a:r>
              <a:rPr sz="1050" b="0" dirty="0" err="1">
                <a:solidFill>
                  <a:srgbClr val="122C4A"/>
                </a:solidFill>
                <a:latin typeface="Biome"/>
              </a:rPr>
              <a:t>Soico</a:t>
            </a:r>
            <a:r>
              <a:rPr sz="1050" b="0" dirty="0">
                <a:solidFill>
                  <a:srgbClr val="122C4A"/>
                </a:solidFill>
                <a:latin typeface="Biome"/>
              </a:rPr>
              <a:t> TV (STV)</a:t>
            </a:r>
          </a:p>
          <a:p>
            <a:pPr algn="l">
              <a:lnSpc>
                <a:spcPct val="100000"/>
              </a:lnSpc>
              <a:spcBef>
                <a:spcPts val="0"/>
              </a:spcBef>
              <a:spcAft>
                <a:spcPts val="500"/>
              </a:spcAft>
            </a:pPr>
            <a:r>
              <a:rPr sz="1050" b="0" dirty="0" err="1">
                <a:solidFill>
                  <a:srgbClr val="122C4A"/>
                </a:solidFill>
                <a:latin typeface="Biome"/>
              </a:rPr>
              <a:t>Rádio</a:t>
            </a:r>
            <a:r>
              <a:rPr sz="1050" b="0" dirty="0">
                <a:solidFill>
                  <a:srgbClr val="122C4A"/>
                </a:solidFill>
                <a:latin typeface="Biome"/>
              </a:rPr>
              <a:t> Moçambique</a:t>
            </a:r>
          </a:p>
          <a:p>
            <a:pPr algn="l">
              <a:lnSpc>
                <a:spcPct val="100000"/>
              </a:lnSpc>
              <a:spcBef>
                <a:spcPts val="0"/>
              </a:spcBef>
              <a:spcAft>
                <a:spcPts val="0"/>
              </a:spcAft>
            </a:pPr>
            <a:r>
              <a:rPr sz="1050" b="0" dirty="0" err="1">
                <a:solidFill>
                  <a:srgbClr val="122C4A"/>
                </a:solidFill>
                <a:latin typeface="Biome"/>
              </a:rPr>
              <a:t>Rádio</a:t>
            </a:r>
            <a:r>
              <a:rPr sz="1050" b="0" dirty="0">
                <a:solidFill>
                  <a:srgbClr val="122C4A"/>
                </a:solidFill>
                <a:latin typeface="Biome"/>
              </a:rPr>
              <a:t> Terra</a:t>
            </a:r>
          </a:p>
        </p:txBody>
      </p:sp>
      <p:sp>
        <p:nvSpPr>
          <p:cNvPr id="22" name="Media Participants B"/>
          <p:cNvSpPr txBox="1"/>
          <p:nvPr/>
        </p:nvSpPr>
        <p:spPr>
          <a:xfrm>
            <a:off x="1636389" y="2658511"/>
            <a:ext cx="1388099" cy="1064907"/>
          </a:xfrm>
          <a:prstGeom prst="rect">
            <a:avLst/>
          </a:prstGeom>
          <a:noFill/>
          <a:ln>
            <a:noFill/>
          </a:ln>
        </p:spPr>
        <p:txBody>
          <a:bodyPr wrap="square" lIns="73152" tIns="36576" rIns="54864" bIns="27432" anchor="t">
            <a:spAutoFit/>
          </a:bodyPr>
          <a:lstStyle/>
          <a:p>
            <a:pPr algn="l">
              <a:lnSpc>
                <a:spcPct val="100000"/>
              </a:lnSpc>
              <a:spcBef>
                <a:spcPts val="0"/>
              </a:spcBef>
              <a:spcAft>
                <a:spcPts val="500"/>
              </a:spcAft>
            </a:pPr>
            <a:r>
              <a:rPr sz="1050" b="1" dirty="0">
                <a:solidFill>
                  <a:srgbClr val="122C4A"/>
                </a:solidFill>
                <a:latin typeface="Biome"/>
              </a:rPr>
              <a:t>Jornal </a:t>
            </a:r>
            <a:r>
              <a:rPr sz="1050" b="1" dirty="0" err="1">
                <a:solidFill>
                  <a:srgbClr val="122C4A"/>
                </a:solidFill>
                <a:latin typeface="Biome"/>
              </a:rPr>
              <a:t>Notícias</a:t>
            </a:r>
            <a:endParaRPr sz="1050" b="1" dirty="0">
              <a:solidFill>
                <a:srgbClr val="122C4A"/>
              </a:solidFill>
              <a:latin typeface="Biome"/>
            </a:endParaRPr>
          </a:p>
          <a:p>
            <a:pPr algn="l">
              <a:lnSpc>
                <a:spcPct val="100000"/>
              </a:lnSpc>
              <a:spcBef>
                <a:spcPts val="0"/>
              </a:spcBef>
              <a:spcAft>
                <a:spcPts val="500"/>
              </a:spcAft>
            </a:pPr>
            <a:r>
              <a:rPr sz="1050" b="0" dirty="0" err="1">
                <a:solidFill>
                  <a:srgbClr val="122C4A"/>
                </a:solidFill>
                <a:latin typeface="Biome"/>
              </a:rPr>
              <a:t>Rádio</a:t>
            </a:r>
            <a:r>
              <a:rPr sz="1050" b="0" dirty="0">
                <a:solidFill>
                  <a:srgbClr val="122C4A"/>
                </a:solidFill>
                <a:latin typeface="Biome"/>
              </a:rPr>
              <a:t/>
            </a:r>
            <a:r>
              <a:rPr sz="1050" b="0" dirty="0" err="1">
                <a:solidFill>
                  <a:srgbClr val="122C4A"/>
                </a:solidFill>
                <a:latin typeface="Biome"/>
              </a:rPr>
              <a:t>Cidade</a:t>
            </a:r>
            <a:endParaRPr sz="1050" b="0" dirty="0">
              <a:solidFill>
                <a:srgbClr val="122C4A"/>
              </a:solidFill>
              <a:latin typeface="Biome"/>
            </a:endParaRPr>
          </a:p>
          <a:p>
            <a:pPr algn="l">
              <a:lnSpc>
                <a:spcPct val="100000"/>
              </a:lnSpc>
              <a:spcBef>
                <a:spcPts val="0"/>
              </a:spcBef>
              <a:spcAft>
                <a:spcPts val="500"/>
              </a:spcAft>
            </a:pPr>
            <a:r>
              <a:rPr sz="1050" b="0" dirty="0">
                <a:solidFill>
                  <a:srgbClr val="122C4A"/>
                </a:solidFill>
                <a:latin typeface="Biome"/>
              </a:rPr>
              <a:t>Jornal Domingo</a:t>
            </a:r>
          </a:p>
          <a:p>
            <a:pPr algn="l">
              <a:lnSpc>
                <a:spcPct val="100000"/>
              </a:lnSpc>
              <a:spcBef>
                <a:spcPts val="0"/>
              </a:spcBef>
              <a:spcAft>
                <a:spcPts val="0"/>
              </a:spcAft>
            </a:pPr>
            <a:r>
              <a:rPr sz="1050" b="0" dirty="0">
                <a:solidFill>
                  <a:srgbClr val="122C4A"/>
                </a:solidFill>
                <a:latin typeface="Biome"/>
              </a:rPr>
              <a:t>X-Minde</a:t>
            </a:r>
            <a:endParaRPr lang="en-US" sz="1050" b="0" dirty="0">
              <a:solidFill>
                <a:srgbClr val="122C4A"/>
              </a:solidFill>
              <a:latin typeface="Biome"/>
            </a:endParaRPr>
          </a:p>
          <a:p>
            <a:pPr algn="l">
              <a:lnSpc>
                <a:spcPct val="100000"/>
              </a:lnSpc>
              <a:spcBef>
                <a:spcPts val="0"/>
              </a:spcBef>
              <a:spcAft>
                <a:spcPts val="0"/>
              </a:spcAft>
            </a:pPr>
            <a:r>
              <a:rPr lang="en-US" sz="1050" dirty="0">
                <a:solidFill>
                  <a:srgbClr val="122C4A"/>
                </a:solidFill>
                <a:latin typeface="Biome"/>
              </a:rPr>
              <a:t>Limpopo TV</a:t>
            </a:r>
            <a:endParaRPr sz="1050" b="0" dirty="0">
              <a:solidFill>
                <a:srgbClr val="122C4A"/>
              </a:solidFill>
              <a:latin typeface="Biome"/>
            </a:endParaRPr>
          </a:p>
        </p:txBody>
      </p:sp>
      <p:sp>
        <p:nvSpPr>
          <p:cNvPr id="23" name="Two Column Divider"/>
          <p:cNvSpPr/>
          <p:nvPr/>
        </p:nvSpPr>
        <p:spPr>
          <a:xfrm>
            <a:off x="3596385" y="1058311"/>
            <a:ext cx="22860" cy="2578608"/>
          </a:xfrm>
          <a:prstGeom prst="rect">
            <a:avLst/>
          </a:prstGeom>
          <a:solidFill>
            <a:srgbClr val="43C5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adio Spots"/>
          <p:cNvSpPr txBox="1"/>
          <p:nvPr/>
        </p:nvSpPr>
        <p:spPr>
          <a:xfrm>
            <a:off x="3613880" y="1378351"/>
            <a:ext cx="4041648" cy="684290"/>
          </a:xfrm>
          <a:prstGeom prst="rect">
            <a:avLst/>
          </a:prstGeom>
          <a:noFill/>
          <a:ln>
            <a:noFill/>
          </a:ln>
        </p:spPr>
        <p:txBody>
          <a:bodyPr wrap="square" lIns="73152" tIns="36576" rIns="54864" bIns="27432" anchor="t">
            <a:spAutoFit/>
          </a:bodyPr>
          <a:lstStyle/>
          <a:p>
            <a:pPr algn="l">
              <a:lnSpc>
                <a:spcPct val="100000"/>
              </a:lnSpc>
              <a:spcBef>
                <a:spcPts val="0"/>
              </a:spcBef>
              <a:spcAft>
                <a:spcPts val="500"/>
              </a:spcAft>
            </a:pPr>
            <a:r>
              <a:rPr lang="pt-PT" sz="1350" b="1" dirty="0">
                <a:solidFill>
                  <a:srgbClr val="43C5EE"/>
                </a:solidFill>
                <a:latin typeface="Segoe UI Symbol"/>
              </a:rPr>
              <a:t>🎙  3 SPOTS RADIOFÓNICOS PRODUZIDOS</a:t>
            </a:r>
          </a:p>
          <a:p>
            <a:pPr algn="l">
              <a:lnSpc>
                <a:spcPct val="100000"/>
              </a:lnSpc>
              <a:spcBef>
                <a:spcPts val="0"/>
              </a:spcBef>
              <a:spcAft>
                <a:spcPts val="0"/>
              </a:spcAft>
            </a:pPr>
            <a:r>
              <a:rPr lang="pt-PT" sz="1130" b="0" dirty="0">
                <a:solidFill>
                  <a:srgbClr val="122C4A"/>
                </a:solidFill>
                <a:latin typeface="Biome"/>
              </a:rPr>
              <a:t>Promoção da saúde  •  Direitos das raparigas  </a:t>
            </a:r>
          </a:p>
          <a:p>
            <a:pPr algn="l">
              <a:lnSpc>
                <a:spcPct val="100000"/>
              </a:lnSpc>
              <a:spcBef>
                <a:spcPts val="0"/>
              </a:spcBef>
              <a:spcAft>
                <a:spcPts val="0"/>
              </a:spcAft>
            </a:pPr>
            <a:r>
              <a:rPr lang="pt-PT" sz="1130" b="0" dirty="0">
                <a:solidFill>
                  <a:srgbClr val="122C4A"/>
                </a:solidFill>
                <a:latin typeface="Biome"/>
              </a:rPr>
              <a:t>•  Igualdade de género</a:t>
            </a:r>
          </a:p>
        </p:txBody>
      </p:sp>
      <p:sp>
        <p:nvSpPr>
          <p:cNvPr id="25" name="Media Coverage"/>
          <p:cNvSpPr txBox="1"/>
          <p:nvPr/>
        </p:nvSpPr>
        <p:spPr>
          <a:xfrm>
            <a:off x="3582075" y="2100727"/>
            <a:ext cx="3239759" cy="684290"/>
          </a:xfrm>
          <a:prstGeom prst="rect">
            <a:avLst/>
          </a:prstGeom>
          <a:noFill/>
          <a:ln>
            <a:noFill/>
          </a:ln>
        </p:spPr>
        <p:txBody>
          <a:bodyPr wrap="square" lIns="73152" tIns="36576" rIns="54864" bIns="27432" anchor="t">
            <a:spAutoFit/>
          </a:bodyPr>
          <a:lstStyle/>
          <a:p>
            <a:pPr algn="l">
              <a:lnSpc>
                <a:spcPct val="100000"/>
              </a:lnSpc>
              <a:spcBef>
                <a:spcPts val="0"/>
              </a:spcBef>
              <a:spcAft>
                <a:spcPts val="500"/>
              </a:spcAft>
            </a:pPr>
            <a:r>
              <a:rPr lang="pt-PT" sz="1350" b="1" dirty="0">
                <a:solidFill>
                  <a:srgbClr val="43C5EE"/>
                </a:solidFill>
                <a:latin typeface="Segoe UI Emoji"/>
              </a:rPr>
              <a:t>📺  COBERTURA MEDIÁTICA</a:t>
            </a:r>
          </a:p>
          <a:p>
            <a:pPr algn="l">
              <a:lnSpc>
                <a:spcPct val="100000"/>
              </a:lnSpc>
              <a:spcBef>
                <a:spcPts val="0"/>
              </a:spcBef>
              <a:spcAft>
                <a:spcPts val="0"/>
              </a:spcAft>
            </a:pPr>
            <a:r>
              <a:rPr lang="pt-PT" sz="1130" b="0" dirty="0">
                <a:solidFill>
                  <a:srgbClr val="122C4A"/>
                </a:solidFill>
                <a:latin typeface="Biome"/>
              </a:rPr>
              <a:t>STV: 1 programa  •  TVM: 1 programa  •  Jornal Notícias: 1 matéria</a:t>
            </a:r>
          </a:p>
        </p:txBody>
      </p:sp>
      <p:sp>
        <p:nvSpPr>
          <p:cNvPr id="26" name="Media Dialogue"/>
          <p:cNvSpPr txBox="1"/>
          <p:nvPr/>
        </p:nvSpPr>
        <p:spPr>
          <a:xfrm>
            <a:off x="3637730" y="2823103"/>
            <a:ext cx="3138384" cy="858184"/>
          </a:xfrm>
          <a:prstGeom prst="rect">
            <a:avLst/>
          </a:prstGeom>
          <a:noFill/>
          <a:ln>
            <a:noFill/>
          </a:ln>
        </p:spPr>
        <p:txBody>
          <a:bodyPr wrap="square" lIns="73152" tIns="36576" rIns="54864" bIns="27432" anchor="t">
            <a:spAutoFit/>
          </a:bodyPr>
          <a:lstStyle/>
          <a:p>
            <a:pPr algn="l">
              <a:lnSpc>
                <a:spcPct val="100000"/>
              </a:lnSpc>
              <a:spcBef>
                <a:spcPts val="0"/>
              </a:spcBef>
              <a:spcAft>
                <a:spcPts val="500"/>
              </a:spcAft>
            </a:pPr>
            <a:r>
              <a:rPr lang="pt-PT" sz="1350" b="1" dirty="0">
                <a:solidFill>
                  <a:srgbClr val="43C5EE"/>
                </a:solidFill>
                <a:latin typeface="Segoe UI Emoji"/>
              </a:rPr>
              <a:t>🗣  DIÁLOGO COM A MÍDIA</a:t>
            </a:r>
          </a:p>
          <a:p>
            <a:pPr algn="l">
              <a:lnSpc>
                <a:spcPct val="100000"/>
              </a:lnSpc>
              <a:spcBef>
                <a:spcPts val="0"/>
              </a:spcBef>
              <a:spcAft>
                <a:spcPts val="0"/>
              </a:spcAft>
            </a:pPr>
            <a:r>
              <a:rPr lang="pt-PT" sz="1130" b="0" dirty="0">
                <a:solidFill>
                  <a:srgbClr val="122C4A"/>
                </a:solidFill>
                <a:latin typeface="Biome"/>
              </a:rPr>
              <a:t>1 mesa redonda para melhorar a cobertura em programas  sobre SSR e Planeamento Familiar.</a:t>
            </a:r>
          </a:p>
        </p:txBody>
      </p:sp>
      <p:sp>
        <p:nvSpPr>
          <p:cNvPr id="27" name="Key Message"/>
          <p:cNvSpPr txBox="1"/>
          <p:nvPr/>
        </p:nvSpPr>
        <p:spPr>
          <a:xfrm>
            <a:off x="228600" y="3954822"/>
            <a:ext cx="8686800" cy="603504"/>
          </a:xfrm>
          <a:prstGeom prst="rect">
            <a:avLst/>
          </a:prstGeom>
          <a:solidFill>
            <a:srgbClr val="F3F6F9"/>
          </a:solidFill>
          <a:ln>
            <a:noFill/>
          </a:ln>
        </p:spPr>
        <p:txBody>
          <a:bodyPr wrap="square" lIns="128016" tIns="64008" rIns="128016" bIns="27432" anchor="t">
            <a:spAutoFit/>
          </a:bodyPr>
          <a:lstStyle/>
          <a:p>
            <a:pPr algn="l">
              <a:lnSpc>
                <a:spcPct val="100000"/>
              </a:lnSpc>
              <a:spcBef>
                <a:spcPts val="0"/>
              </a:spcBef>
              <a:spcAft>
                <a:spcPts val="300"/>
              </a:spcAft>
            </a:pPr>
            <a:r>
              <a:rPr sz="1050" b="1" dirty="0">
                <a:solidFill>
                  <a:srgbClr val="E88200"/>
                </a:solidFill>
                <a:latin typeface="Biome"/>
              </a:rPr>
              <a:t>MENSAGEM-CHAVE</a:t>
            </a:r>
          </a:p>
          <a:p>
            <a:pPr algn="l">
              <a:lnSpc>
                <a:spcPct val="100000"/>
              </a:lnSpc>
              <a:spcBef>
                <a:spcPts val="0"/>
              </a:spcBef>
              <a:spcAft>
                <a:spcPts val="0"/>
              </a:spcAft>
            </a:pPr>
            <a:r>
              <a:rPr lang="pt-PT" sz="1050" b="1" noProof="0" dirty="0">
                <a:solidFill>
                  <a:srgbClr val="002060"/>
                </a:solidFill>
                <a:latin typeface="Biome"/>
              </a:rPr>
              <a:t>O projecto fortaleceu a capacidade dos órgãos de comunicação social para promover informação baseada em evidências sobre Saúde Sexual e Reprodutiva, contribuindo para uma cobertura mediática mais informada e inclusiva.</a:t>
            </a:r>
          </a:p>
        </p:txBody>
      </p:sp>
      <p:grpSp>
        <p:nvGrpSpPr>
          <p:cNvPr id="7" name="Agrupar 6">
            <a:extLst>
              <a:ext uri="{FF2B5EF4-FFF2-40B4-BE49-F238E27FC236}">
                <a16:creationId xmlns:a16="http://schemas.microsoft.com/office/drawing/2014/main" id="{AF00C1D9-1602-AA9C-530E-8AC3D8B5A855}"/>
              </a:ext>
            </a:extLst>
          </p:cNvPr>
          <p:cNvGrpSpPr>
            <a:grpSpLocks noGrp="1" noUngrp="1" noRot="1" noMove="1" noResize="1"/>
          </p:cNvGrpSpPr>
          <p:nvPr/>
        </p:nvGrpSpPr>
        <p:grpSpPr>
          <a:xfrm>
            <a:off x="7056914" y="1157992"/>
            <a:ext cx="2070515" cy="2518395"/>
            <a:chOff x="7056914" y="1157992"/>
            <a:chExt cx="2070515" cy="2518395"/>
          </a:xfrm>
        </p:grpSpPr>
        <p:pic>
          <p:nvPicPr>
            <p:cNvPr id="41" name="Picture 1">
              <a:extLst>
                <a:ext uri="{FF2B5EF4-FFF2-40B4-BE49-F238E27FC236}">
                  <a16:creationId xmlns:a16="http://schemas.microsoft.com/office/drawing/2014/main" id="{CBF7FE05-E084-6B02-C390-3DF1F3E5844E}"/>
                </a:ext>
              </a:extLst>
            </p:cNvPr>
            <p:cNvPicPr>
              <a:picLocks noGrp="1" noRot="1" noChangeAspect="1" noMove="1" noResize="1" noEditPoints="1" noAdjustHandles="1" noChangeArrowheads="1" noChangeShapeType="1" noCrop="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7056914" y="1157992"/>
              <a:ext cx="2070514" cy="2195720"/>
            </a:xfrm>
            <a:prstGeom prst="rect">
              <a:avLst/>
            </a:prstGeom>
            <a:noFill/>
            <a:ln>
              <a:noFill/>
            </a:ln>
          </p:spPr>
        </p:pic>
        <p:sp>
          <p:nvSpPr>
            <p:cNvPr id="43" name="Media Participants B">
              <a:extLst>
                <a:ext uri="{FF2B5EF4-FFF2-40B4-BE49-F238E27FC236}">
                  <a16:creationId xmlns:a16="http://schemas.microsoft.com/office/drawing/2014/main" id="{37AFB7DF-385B-B8D2-1A94-F4BD4D3DA0B3}"/>
                </a:ext>
              </a:extLst>
            </p:cNvPr>
            <p:cNvSpPr txBox="1">
              <a:spLocks noGrp="1" noRot="1" noMove="1" noResize="1" noEditPoints="1" noAdjustHandles="1" noChangeArrowheads="1" noChangeShapeType="1"/>
            </p:cNvSpPr>
            <p:nvPr/>
          </p:nvSpPr>
          <p:spPr>
            <a:xfrm>
              <a:off x="7056915" y="3365533"/>
              <a:ext cx="2070514" cy="310854"/>
            </a:xfrm>
            <a:prstGeom prst="rect">
              <a:avLst/>
            </a:prstGeom>
            <a:solidFill>
              <a:schemeClr val="tx1">
                <a:lumMod val="50000"/>
                <a:lumOff val="50000"/>
              </a:schemeClr>
            </a:solidFill>
            <a:ln>
              <a:noFill/>
            </a:ln>
          </p:spPr>
          <p:txBody>
            <a:bodyPr wrap="square" lIns="73152" tIns="36576" rIns="54864" bIns="27432" anchor="t">
              <a:spAutoFit/>
            </a:bodyPr>
            <a:lstStyle/>
            <a:p>
              <a:pPr algn="ctr">
                <a:lnSpc>
                  <a:spcPct val="100000"/>
                </a:lnSpc>
                <a:spcBef>
                  <a:spcPts val="0"/>
                </a:spcBef>
                <a:spcAft>
                  <a:spcPts val="500"/>
                </a:spcAft>
              </a:pPr>
              <a:r>
                <a:rPr lang="pt-PT" sz="800" b="1" i="1" noProof="0" dirty="0">
                  <a:solidFill>
                    <a:schemeClr val="bg1"/>
                  </a:solidFill>
                  <a:latin typeface="Times New Roman" panose="02020603050405020304" pitchFamily="18" charset="0"/>
                  <a:cs typeface="Times New Roman" panose="02020603050405020304" pitchFamily="18" charset="0"/>
                </a:rPr>
                <a:t>Entrega de certificados aos jornalistas treinados</a:t>
              </a:r>
            </a:p>
          </p:txBody>
        </p:sp>
      </p:grpSp>
    </p:spTree>
    <p:extLst>
      <p:ext uri="{BB962C8B-B14F-4D97-AF65-F5344CB8AC3E}">
        <p14:creationId xmlns:p14="http://schemas.microsoft.com/office/powerpoint/2010/main" val="286296499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m 2">
            <a:extLst>
              <a:ext uri="{FF2B5EF4-FFF2-40B4-BE49-F238E27FC236}">
                <a16:creationId xmlns:a16="http://schemas.microsoft.com/office/drawing/2014/main" id="{03C7DB64-1173-2E18-8821-3FFD05B6AB67}"/>
              </a:ext>
            </a:extLst>
          </p:cNvPr>
          <p:cNvPicPr>
            <a:picLocks noGrp="1" noRot="1" noChangeAspect="1" noMove="1" noResize="1" noEditPoints="1" noAdjustHandles="1" noChangeArrowheads="1" noChangeShapeType="1" noCrop="1"/>
          </p:cNvPicPr>
          <p:nvPr/>
        </p:nvPicPr>
        <p:blipFill>
          <a:blip r:embed="rId2">
            <a:extLst>
              <a:ext uri="{28A0092B-C50C-407E-A947-70E740481C1C}">
                <a14:useLocalDpi xmlns:a14="http://schemas.microsoft.com/office/drawing/2010/main" val="0"/>
              </a:ext>
            </a:extLst>
          </a:blip>
          <a:srcRect/>
          <a:stretch>
            <a:fillRect/>
          </a:stretch>
        </p:blipFill>
        <p:spPr>
          <a:xfrm>
            <a:off x="431321" y="0"/>
            <a:ext cx="8281358" cy="5143500"/>
          </a:xfrm>
          <a:prstGeom prst="rect">
            <a:avLst/>
          </a:prstGeom>
        </p:spPr>
      </p:pic>
    </p:spTree>
    <p:extLst>
      <p:ext uri="{BB962C8B-B14F-4D97-AF65-F5344CB8AC3E}">
        <p14:creationId xmlns:p14="http://schemas.microsoft.com/office/powerpoint/2010/main" val="148116593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356D7C-091D-8E98-6D6B-BCEFADD98FBA}"/>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63C1EE6C-4F9A-8979-34D4-E272E84BD98E}"/>
              </a:ext>
            </a:extLst>
          </p:cNvPr>
          <p:cNvSpPr/>
          <p:nvPr/>
        </p:nvSpPr>
        <p:spPr>
          <a:xfrm>
            <a:off x="228600" y="139799"/>
            <a:ext cx="7571231" cy="263149"/>
          </a:xfrm>
          <a:prstGeom prst="rect">
            <a:avLst/>
          </a:prstGeom>
          <a:solidFill>
            <a:srgbClr val="0B2E6B"/>
          </a:solidFill>
          <a:ln>
            <a:noFill/>
          </a:ln>
        </p:spPr>
        <p:txBody>
          <a:bodyPr wrap="square" tIns="0" rIns="73152" bIns="0" anchor="ctr">
            <a:spAutoFit/>
          </a:bodyPr>
          <a:lstStyle/>
          <a:p>
            <a:pPr algn="l" defTabSz="685800">
              <a:lnSpc>
                <a:spcPct val="90000"/>
              </a:lnSpc>
              <a:spcBef>
                <a:spcPct val="0"/>
              </a:spcBef>
            </a:pPr>
            <a:r>
              <a:rPr lang="en-US" sz="1900" b="1" dirty="0">
                <a:solidFill>
                  <a:schemeClr val="bg1"/>
                </a:solidFill>
                <a:latin typeface="Biome" panose="020B0502040204020203" pitchFamily="34" charset="0"/>
                <a:cs typeface="Biome" panose="020B0502040204020203" pitchFamily="34" charset="0"/>
              </a:rPr>
              <a:t>ACTIVIDADES REALIZADAS</a:t>
            </a:r>
            <a:endParaRPr lang="fr-FR" sz="2700" b="1" dirty="0">
              <a:solidFill>
                <a:schemeClr val="bg1"/>
              </a:solidFill>
              <a:latin typeface="Biome" panose="020B0502040204020203" pitchFamily="34" charset="0"/>
              <a:cs typeface="Biome" panose="020B0502040204020203" pitchFamily="34" charset="0"/>
            </a:endParaRPr>
          </a:p>
        </p:txBody>
      </p:sp>
      <p:pic>
        <p:nvPicPr>
          <p:cNvPr id="4" name="Imagem 3">
            <a:extLst>
              <a:ext uri="{FF2B5EF4-FFF2-40B4-BE49-F238E27FC236}">
                <a16:creationId xmlns:a16="http://schemas.microsoft.com/office/drawing/2014/main" id="{E6EA13A2-597A-1ED0-0C62-505F66D2A86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1732" y="4581398"/>
            <a:ext cx="5129983" cy="369729"/>
          </a:xfrm>
          <a:prstGeom prst="rect">
            <a:avLst/>
          </a:prstGeom>
        </p:spPr>
      </p:pic>
      <p:pic>
        <p:nvPicPr>
          <p:cNvPr id="6" name="Picture 3" descr="Mãos segurando peças de quebra-cabeça em círculo&#10;&#10;O conteúdo gerado por IA pode estar incorreto.">
            <a:extLst>
              <a:ext uri="{FF2B5EF4-FFF2-40B4-BE49-F238E27FC236}">
                <a16:creationId xmlns:a16="http://schemas.microsoft.com/office/drawing/2014/main" id="{19FC5B68-8D8C-F6CE-6916-A3028022C35A}"/>
              </a:ext>
            </a:extLst>
          </p:cNvPr>
          <p:cNvPicPr>
            <a:picLocks noChangeAspect="1"/>
          </p:cNvPicPr>
          <p:nvPr/>
        </p:nvPicPr>
        <p:blipFill>
          <a:blip r:embed="rId3" cstate="email">
            <a:extLst>
              <a:ext uri="{28A0092B-C50C-407E-A947-70E740481C1C}">
                <a14:useLocalDpi xmlns:a14="http://schemas.microsoft.com/office/drawing/2010/main" val="0"/>
              </a:ext>
            </a:extLst>
          </a:blip>
          <a:stretch>
            <a:fillRect/>
          </a:stretch>
        </p:blipFill>
        <p:spPr>
          <a:xfrm>
            <a:off x="8197345" y="73152"/>
            <a:ext cx="713733" cy="676656"/>
          </a:xfrm>
          <a:prstGeom prst="rect">
            <a:avLst/>
          </a:prstGeom>
        </p:spPr>
      </p:pic>
      <p:sp>
        <p:nvSpPr>
          <p:cNvPr id="14" name="Outcome Orange Accent">
            <a:extLst>
              <a:ext uri="{FF2B5EF4-FFF2-40B4-BE49-F238E27FC236}">
                <a16:creationId xmlns:a16="http://schemas.microsoft.com/office/drawing/2014/main" id="{B614FA5A-E130-8418-5AA5-BA55AF025882}"/>
              </a:ext>
            </a:extLst>
          </p:cNvPr>
          <p:cNvSpPr/>
          <p:nvPr/>
        </p:nvSpPr>
        <p:spPr>
          <a:xfrm>
            <a:off x="228600" y="4418180"/>
            <a:ext cx="8686800" cy="64008"/>
          </a:xfrm>
          <a:prstGeom prst="rect">
            <a:avLst/>
          </a:prstGeom>
          <a:solidFill>
            <a:srgbClr val="E88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CaixaDeTexto 4">
            <a:extLst>
              <a:ext uri="{FF2B5EF4-FFF2-40B4-BE49-F238E27FC236}">
                <a16:creationId xmlns:a16="http://schemas.microsoft.com/office/drawing/2014/main" id="{6C7427E2-9F8E-8BD5-D105-D0ECAE924BF8}"/>
              </a:ext>
            </a:extLst>
          </p:cNvPr>
          <p:cNvSpPr txBox="1"/>
          <p:nvPr/>
        </p:nvSpPr>
        <p:spPr>
          <a:xfrm>
            <a:off x="228599" y="473009"/>
            <a:ext cx="7612379" cy="246221"/>
          </a:xfrm>
          <a:prstGeom prst="rect">
            <a:avLst/>
          </a:prstGeom>
          <a:noFill/>
        </p:spPr>
        <p:txBody>
          <a:bodyPr wrap="square">
            <a:spAutoFit/>
          </a:bodyPr>
          <a:lstStyle/>
          <a:p>
            <a:r>
              <a:rPr lang="pt-PT" sz="1000" b="1" i="1" dirty="0">
                <a:solidFill>
                  <a:srgbClr val="0B2E6B"/>
                </a:solidFill>
              </a:rPr>
              <a:t>OUTCOME 1 </a:t>
            </a:r>
            <a:r>
              <a:rPr lang="pt-PT" sz="1000" i="1" dirty="0">
                <a:solidFill>
                  <a:srgbClr val="0B2E6B"/>
                </a:solidFill>
              </a:rPr>
              <a:t>Empoderamento das raparigas e mulheres jovens para tomada de decisões em SSR.</a:t>
            </a:r>
          </a:p>
        </p:txBody>
      </p:sp>
      <p:sp>
        <p:nvSpPr>
          <p:cNvPr id="8" name="Outcome Section Label">
            <a:extLst>
              <a:ext uri="{FF2B5EF4-FFF2-40B4-BE49-F238E27FC236}">
                <a16:creationId xmlns:a16="http://schemas.microsoft.com/office/drawing/2014/main" id="{42467EB5-A99B-7DD7-1843-ADB2CD5F8B29}"/>
              </a:ext>
            </a:extLst>
          </p:cNvPr>
          <p:cNvSpPr txBox="1"/>
          <p:nvPr/>
        </p:nvSpPr>
        <p:spPr>
          <a:xfrm>
            <a:off x="4457700" y="4670491"/>
            <a:ext cx="4544568" cy="184666"/>
          </a:xfrm>
          <a:prstGeom prst="rect">
            <a:avLst/>
          </a:prstGeom>
          <a:solidFill>
            <a:srgbClr val="0B2E6B"/>
          </a:solidFill>
        </p:spPr>
        <p:txBody>
          <a:bodyPr wrap="square" lIns="0" tIns="0" rIns="0" bIns="0">
            <a:spAutoFit/>
          </a:bodyPr>
          <a:lstStyle/>
          <a:p>
            <a:r>
              <a:rPr lang="pt-PT" sz="1200" b="1" dirty="0">
                <a:solidFill>
                  <a:srgbClr val="FFFFFF"/>
                </a:solidFill>
                <a:latin typeface="Biome"/>
              </a:rPr>
              <a:t>Comunidades mobilizadas pelos direitos reprodutivos</a:t>
            </a:r>
          </a:p>
        </p:txBody>
      </p:sp>
      <p:sp>
        <p:nvSpPr>
          <p:cNvPr id="15" name="KPI Takeaway Title"/>
          <p:cNvSpPr txBox="1"/>
          <p:nvPr/>
        </p:nvSpPr>
        <p:spPr>
          <a:xfrm>
            <a:off x="228600" y="896112"/>
            <a:ext cx="5696712" cy="475488"/>
          </a:xfrm>
          <a:prstGeom prst="rect">
            <a:avLst/>
          </a:prstGeom>
          <a:noFill/>
        </p:spPr>
        <p:txBody>
          <a:bodyPr wrap="square" lIns="0" tIns="0" rIns="0" bIns="0" anchor="ctr">
            <a:noAutofit/>
          </a:bodyPr>
          <a:lstStyle/>
          <a:p>
            <a:pPr algn="l">
              <a:lnSpc>
                <a:spcPct val="100000"/>
              </a:lnSpc>
              <a:spcBef>
                <a:spcPts val="0"/>
              </a:spcBef>
              <a:spcAft>
                <a:spcPts val="0"/>
              </a:spcAft>
            </a:pPr>
            <a:r>
              <a:rPr lang="pt-PT" sz="2000" b="1" noProof="0" dirty="0">
                <a:solidFill>
                  <a:srgbClr val="0B2E6B"/>
                </a:solidFill>
                <a:latin typeface="Biome"/>
              </a:rPr>
              <a:t>Participação comunitária reforça a ligação aos serviços de SSR</a:t>
            </a:r>
          </a:p>
        </p:txBody>
      </p:sp>
      <p:sp>
        <p:nvSpPr>
          <p:cNvPr id="16" name="KPI 1 Accent"/>
          <p:cNvSpPr/>
          <p:nvPr/>
        </p:nvSpPr>
        <p:spPr>
          <a:xfrm>
            <a:off x="167634" y="1517904"/>
            <a:ext cx="438912" cy="50292"/>
          </a:xfrm>
          <a:prstGeom prst="rect">
            <a:avLst/>
          </a:prstGeom>
          <a:solidFill>
            <a:srgbClr val="E88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KPI 1 Value"/>
          <p:cNvSpPr txBox="1"/>
          <p:nvPr/>
        </p:nvSpPr>
        <p:spPr>
          <a:xfrm>
            <a:off x="167634" y="1636776"/>
            <a:ext cx="1505037" cy="566928"/>
          </a:xfrm>
          <a:prstGeom prst="rect">
            <a:avLst/>
          </a:prstGeom>
          <a:noFill/>
        </p:spPr>
        <p:txBody>
          <a:bodyPr wrap="square" lIns="0" tIns="0" rIns="0" bIns="0" anchor="t">
            <a:noAutofit/>
          </a:bodyPr>
          <a:lstStyle/>
          <a:p>
            <a:pPr algn="l">
              <a:lnSpc>
                <a:spcPct val="100000"/>
              </a:lnSpc>
              <a:spcBef>
                <a:spcPts val="0"/>
              </a:spcBef>
              <a:spcAft>
                <a:spcPts val="0"/>
              </a:spcAft>
            </a:pPr>
            <a:r>
              <a:rPr sz="4300" b="1">
                <a:solidFill>
                  <a:srgbClr val="0B2E6B"/>
                </a:solidFill>
                <a:latin typeface="Biome"/>
              </a:rPr>
              <a:t>90</a:t>
            </a:r>
          </a:p>
        </p:txBody>
      </p:sp>
      <p:sp>
        <p:nvSpPr>
          <p:cNvPr id="18" name="KPI 1 Label"/>
          <p:cNvSpPr txBox="1"/>
          <p:nvPr/>
        </p:nvSpPr>
        <p:spPr>
          <a:xfrm>
            <a:off x="167634" y="2221992"/>
            <a:ext cx="2487168" cy="384048"/>
          </a:xfrm>
          <a:prstGeom prst="rect">
            <a:avLst/>
          </a:prstGeom>
          <a:noFill/>
        </p:spPr>
        <p:txBody>
          <a:bodyPr wrap="square" lIns="0" tIns="0" rIns="0" bIns="0" anchor="t">
            <a:noAutofit/>
          </a:bodyPr>
          <a:lstStyle/>
          <a:p>
            <a:pPr algn="l">
              <a:lnSpc>
                <a:spcPct val="100000"/>
              </a:lnSpc>
              <a:spcBef>
                <a:spcPts val="0"/>
              </a:spcBef>
              <a:spcAft>
                <a:spcPts val="0"/>
              </a:spcAft>
            </a:pPr>
            <a:r>
              <a:rPr sz="1600" b="1">
                <a:solidFill>
                  <a:srgbClr val="0B2E6B"/>
                </a:solidFill>
                <a:latin typeface="Biome"/>
              </a:rPr>
              <a:t>MEMBROS CAPACITADOS</a:t>
            </a:r>
          </a:p>
        </p:txBody>
      </p:sp>
      <p:sp>
        <p:nvSpPr>
          <p:cNvPr id="19" name="KPI 1 Detail"/>
          <p:cNvSpPr txBox="1"/>
          <p:nvPr/>
        </p:nvSpPr>
        <p:spPr>
          <a:xfrm>
            <a:off x="167634" y="2679192"/>
            <a:ext cx="1806516" cy="676656"/>
          </a:xfrm>
          <a:prstGeom prst="rect">
            <a:avLst/>
          </a:prstGeom>
          <a:noFill/>
        </p:spPr>
        <p:txBody>
          <a:bodyPr wrap="square" lIns="0" tIns="0" rIns="0" bIns="0" anchor="t">
            <a:noAutofit/>
          </a:bodyPr>
          <a:lstStyle/>
          <a:p>
            <a:pPr algn="l">
              <a:lnSpc>
                <a:spcPct val="100000"/>
              </a:lnSpc>
              <a:spcBef>
                <a:spcPts val="0"/>
              </a:spcBef>
              <a:spcAft>
                <a:spcPts val="0"/>
              </a:spcAft>
            </a:pPr>
            <a:r>
              <a:rPr sz="1250" b="0" dirty="0">
                <a:solidFill>
                  <a:srgbClr val="1D2A3A"/>
                </a:solidFill>
                <a:latin typeface="Aptos"/>
              </a:rPr>
              <a:t>Formação</a:t>
            </a:r>
            <a:r>
              <a:rPr lang="en-US" sz="1250" b="0" dirty="0">
                <a:solidFill>
                  <a:srgbClr val="1D2A3A"/>
                </a:solidFill>
                <a:latin typeface="Aptos"/>
              </a:rPr>
              <a:t/>
            </a:r>
            <a:r>
              <a:rPr lang="pt-PT" sz="1250" b="0" noProof="0" dirty="0">
                <a:solidFill>
                  <a:srgbClr val="1D2A3A"/>
                </a:solidFill>
                <a:latin typeface="Aptos"/>
              </a:rPr>
              <a:t>em contracepção, CCA e CPA</a:t>
            </a:r>
            <a:endParaRPr sz="1250" b="0" dirty="0">
              <a:solidFill>
                <a:srgbClr val="1D2A3A"/>
              </a:solidFill>
              <a:latin typeface="Aptos"/>
            </a:endParaRPr>
          </a:p>
        </p:txBody>
      </p:sp>
      <p:sp>
        <p:nvSpPr>
          <p:cNvPr id="20" name="KPI 2 Accent"/>
          <p:cNvSpPr/>
          <p:nvPr/>
        </p:nvSpPr>
        <p:spPr>
          <a:xfrm>
            <a:off x="2170844" y="1517904"/>
            <a:ext cx="438912" cy="50292"/>
          </a:xfrm>
          <a:prstGeom prst="rect">
            <a:avLst/>
          </a:prstGeom>
          <a:solidFill>
            <a:srgbClr val="E88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KPI 2 Value"/>
          <p:cNvSpPr txBox="1"/>
          <p:nvPr/>
        </p:nvSpPr>
        <p:spPr>
          <a:xfrm>
            <a:off x="2170844" y="1636776"/>
            <a:ext cx="2487168" cy="566928"/>
          </a:xfrm>
          <a:prstGeom prst="rect">
            <a:avLst/>
          </a:prstGeom>
          <a:noFill/>
        </p:spPr>
        <p:txBody>
          <a:bodyPr wrap="square" lIns="0" tIns="0" rIns="0" bIns="0" anchor="t">
            <a:noAutofit/>
          </a:bodyPr>
          <a:lstStyle/>
          <a:p>
            <a:pPr algn="l">
              <a:lnSpc>
                <a:spcPct val="100000"/>
              </a:lnSpc>
              <a:spcBef>
                <a:spcPts val="0"/>
              </a:spcBef>
              <a:spcAft>
                <a:spcPts val="0"/>
              </a:spcAft>
            </a:pPr>
            <a:r>
              <a:rPr sz="4300" b="1" dirty="0">
                <a:solidFill>
                  <a:srgbClr val="0B2E6B"/>
                </a:solidFill>
                <a:latin typeface="Biome"/>
              </a:rPr>
              <a:t>9</a:t>
            </a:r>
          </a:p>
        </p:txBody>
      </p:sp>
      <p:sp>
        <p:nvSpPr>
          <p:cNvPr id="22" name="KPI 2 Label"/>
          <p:cNvSpPr txBox="1"/>
          <p:nvPr/>
        </p:nvSpPr>
        <p:spPr>
          <a:xfrm>
            <a:off x="2170844" y="2221992"/>
            <a:ext cx="2487168" cy="384048"/>
          </a:xfrm>
          <a:prstGeom prst="rect">
            <a:avLst/>
          </a:prstGeom>
          <a:noFill/>
        </p:spPr>
        <p:txBody>
          <a:bodyPr wrap="square" lIns="0" tIns="0" rIns="0" bIns="0" anchor="t">
            <a:noAutofit/>
          </a:bodyPr>
          <a:lstStyle/>
          <a:p>
            <a:pPr algn="l">
              <a:lnSpc>
                <a:spcPct val="100000"/>
              </a:lnSpc>
              <a:spcBef>
                <a:spcPts val="0"/>
              </a:spcBef>
              <a:spcAft>
                <a:spcPts val="0"/>
              </a:spcAft>
            </a:pPr>
            <a:r>
              <a:rPr sz="1600" b="1">
                <a:solidFill>
                  <a:srgbClr val="0B2E6B"/>
                </a:solidFill>
                <a:latin typeface="Biome"/>
              </a:rPr>
              <a:t>COMITÉS ENGAJADOS</a:t>
            </a:r>
          </a:p>
        </p:txBody>
      </p:sp>
      <p:sp>
        <p:nvSpPr>
          <p:cNvPr id="23" name="KPI 2 Detail"/>
          <p:cNvSpPr txBox="1"/>
          <p:nvPr/>
        </p:nvSpPr>
        <p:spPr>
          <a:xfrm>
            <a:off x="2170844" y="2679192"/>
            <a:ext cx="2487168" cy="676656"/>
          </a:xfrm>
          <a:prstGeom prst="rect">
            <a:avLst/>
          </a:prstGeom>
          <a:noFill/>
        </p:spPr>
        <p:txBody>
          <a:bodyPr wrap="square" lIns="0" tIns="0" rIns="0" bIns="0" anchor="t">
            <a:noAutofit/>
          </a:bodyPr>
          <a:lstStyle/>
          <a:p>
            <a:pPr algn="l">
              <a:lnSpc>
                <a:spcPct val="100000"/>
              </a:lnSpc>
              <a:spcBef>
                <a:spcPts val="0"/>
              </a:spcBef>
              <a:spcAft>
                <a:spcPts val="0"/>
              </a:spcAft>
            </a:pPr>
            <a:r>
              <a:rPr sz="1250" b="0" dirty="0" err="1">
                <a:solidFill>
                  <a:srgbClr val="1D2A3A"/>
                </a:solidFill>
                <a:latin typeface="Aptos"/>
              </a:rPr>
              <a:t>Governação</a:t>
            </a:r>
            <a:r>
              <a:rPr sz="1250" b="0" dirty="0">
                <a:solidFill>
                  <a:srgbClr val="1D2A3A"/>
                </a:solidFill>
                <a:latin typeface="Aptos"/>
              </a:rPr>
              <a:t/>
            </a:r>
            <a:r>
              <a:rPr sz="1250" b="0" dirty="0" err="1">
                <a:solidFill>
                  <a:srgbClr val="1D2A3A"/>
                </a:solidFill>
                <a:latin typeface="Aptos"/>
              </a:rPr>
              <a:t>comunitária</a:t>
            </a:r>
            <a:r>
              <a:rPr sz="1250" b="0" dirty="0">
                <a:solidFill>
                  <a:srgbClr val="1D2A3A"/>
                </a:solidFill>
                <a:latin typeface="Aptos"/>
              </a:rPr>
              <a:t> com </a:t>
            </a:r>
            <a:r>
              <a:rPr sz="1250" b="0" dirty="0" err="1">
                <a:solidFill>
                  <a:srgbClr val="1D2A3A"/>
                </a:solidFill>
                <a:latin typeface="Aptos"/>
              </a:rPr>
              <a:t>inclusão</a:t>
            </a:r>
            <a:r>
              <a:rPr sz="1250" b="0" dirty="0">
                <a:solidFill>
                  <a:srgbClr val="1D2A3A"/>
                </a:solidFill>
                <a:latin typeface="Aptos"/>
              </a:rPr>
              <a:t> das RAMJ </a:t>
            </a:r>
            <a:r>
              <a:rPr sz="1250" b="0" dirty="0" err="1">
                <a:solidFill>
                  <a:srgbClr val="1D2A3A"/>
                </a:solidFill>
                <a:latin typeface="Aptos"/>
              </a:rPr>
              <a:t>nos</a:t>
            </a:r>
            <a:r>
              <a:rPr sz="1250" b="0" dirty="0">
                <a:solidFill>
                  <a:srgbClr val="1D2A3A"/>
                </a:solidFill>
                <a:latin typeface="Aptos"/>
              </a:rPr>
              <a:t/>
            </a:r>
            <a:r>
              <a:rPr sz="1250" b="0" dirty="0" err="1">
                <a:solidFill>
                  <a:srgbClr val="1D2A3A"/>
                </a:solidFill>
                <a:latin typeface="Aptos"/>
              </a:rPr>
              <a:t>espaços</a:t>
            </a:r>
            <a:r>
              <a:rPr sz="1250" b="0" dirty="0">
                <a:solidFill>
                  <a:srgbClr val="1D2A3A"/>
                </a:solidFill>
                <a:latin typeface="Aptos"/>
              </a:rPr>
              <a:t> de </a:t>
            </a:r>
            <a:r>
              <a:rPr sz="1250" b="0" dirty="0" err="1">
                <a:solidFill>
                  <a:srgbClr val="1D2A3A"/>
                </a:solidFill>
                <a:latin typeface="Aptos"/>
              </a:rPr>
              <a:t>decisão</a:t>
            </a:r>
            <a:endParaRPr sz="1250" b="0" dirty="0">
              <a:solidFill>
                <a:srgbClr val="1D2A3A"/>
              </a:solidFill>
              <a:latin typeface="Aptos"/>
            </a:endParaRPr>
          </a:p>
        </p:txBody>
      </p:sp>
      <p:sp>
        <p:nvSpPr>
          <p:cNvPr id="24" name="KPI 3 Accent"/>
          <p:cNvSpPr/>
          <p:nvPr/>
        </p:nvSpPr>
        <p:spPr>
          <a:xfrm>
            <a:off x="4766716" y="1517904"/>
            <a:ext cx="438912" cy="50292"/>
          </a:xfrm>
          <a:prstGeom prst="rect">
            <a:avLst/>
          </a:prstGeom>
          <a:solidFill>
            <a:srgbClr val="E88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KPI 3 Value"/>
          <p:cNvSpPr txBox="1"/>
          <p:nvPr/>
        </p:nvSpPr>
        <p:spPr>
          <a:xfrm>
            <a:off x="4775183" y="1636776"/>
            <a:ext cx="2487168" cy="566928"/>
          </a:xfrm>
          <a:prstGeom prst="rect">
            <a:avLst/>
          </a:prstGeom>
          <a:noFill/>
        </p:spPr>
        <p:txBody>
          <a:bodyPr wrap="square" lIns="0" tIns="0" rIns="0" bIns="0" anchor="t">
            <a:noAutofit/>
          </a:bodyPr>
          <a:lstStyle/>
          <a:p>
            <a:pPr algn="l">
              <a:lnSpc>
                <a:spcPct val="100000"/>
              </a:lnSpc>
              <a:spcBef>
                <a:spcPts val="0"/>
              </a:spcBef>
              <a:spcAft>
                <a:spcPts val="0"/>
              </a:spcAft>
            </a:pPr>
            <a:r>
              <a:rPr sz="4300" b="1" dirty="0">
                <a:solidFill>
                  <a:srgbClr val="0B2E6B"/>
                </a:solidFill>
                <a:latin typeface="Biome"/>
              </a:rPr>
              <a:t>10</a:t>
            </a:r>
          </a:p>
        </p:txBody>
      </p:sp>
      <p:sp>
        <p:nvSpPr>
          <p:cNvPr id="26" name="KPI 3 Label"/>
          <p:cNvSpPr txBox="1"/>
          <p:nvPr/>
        </p:nvSpPr>
        <p:spPr>
          <a:xfrm>
            <a:off x="4775183" y="2221992"/>
            <a:ext cx="2487168" cy="384048"/>
          </a:xfrm>
          <a:prstGeom prst="rect">
            <a:avLst/>
          </a:prstGeom>
          <a:noFill/>
        </p:spPr>
        <p:txBody>
          <a:bodyPr wrap="square" lIns="0" tIns="0" rIns="0" bIns="0" anchor="t">
            <a:noAutofit/>
          </a:bodyPr>
          <a:lstStyle/>
          <a:p>
            <a:pPr algn="l">
              <a:lnSpc>
                <a:spcPct val="100000"/>
              </a:lnSpc>
              <a:spcBef>
                <a:spcPts val="0"/>
              </a:spcBef>
              <a:spcAft>
                <a:spcPts val="0"/>
              </a:spcAft>
            </a:pPr>
            <a:r>
              <a:rPr sz="1600" b="1" dirty="0">
                <a:solidFill>
                  <a:srgbClr val="0B2E6B"/>
                </a:solidFill>
                <a:latin typeface="Biome"/>
              </a:rPr>
              <a:t>ENCONTROS TRIMESTRAIS</a:t>
            </a:r>
          </a:p>
        </p:txBody>
      </p:sp>
      <p:sp>
        <p:nvSpPr>
          <p:cNvPr id="27" name="KPI 3 Detail"/>
          <p:cNvSpPr txBox="1"/>
          <p:nvPr/>
        </p:nvSpPr>
        <p:spPr>
          <a:xfrm>
            <a:off x="4724382" y="2670725"/>
            <a:ext cx="1682860" cy="676656"/>
          </a:xfrm>
          <a:prstGeom prst="rect">
            <a:avLst/>
          </a:prstGeom>
          <a:noFill/>
        </p:spPr>
        <p:txBody>
          <a:bodyPr wrap="square" lIns="0" tIns="0" rIns="0" bIns="0" anchor="t">
            <a:noAutofit/>
          </a:bodyPr>
          <a:lstStyle/>
          <a:p>
            <a:pPr algn="l">
              <a:lnSpc>
                <a:spcPct val="100000"/>
              </a:lnSpc>
              <a:spcBef>
                <a:spcPts val="0"/>
              </a:spcBef>
              <a:spcAft>
                <a:spcPts val="0"/>
              </a:spcAft>
            </a:pPr>
            <a:r>
              <a:rPr lang="pt-PT" sz="1250" b="0" noProof="0" dirty="0">
                <a:solidFill>
                  <a:srgbClr val="1D2A3A"/>
                </a:solidFill>
                <a:latin typeface="Aptos"/>
              </a:rPr>
              <a:t>Comités de co-gestão com feedback regular para melhorar os serviços</a:t>
            </a:r>
          </a:p>
        </p:txBody>
      </p:sp>
      <p:sp>
        <p:nvSpPr>
          <p:cNvPr id="28" name="KPI Divider 1"/>
          <p:cNvSpPr/>
          <p:nvPr/>
        </p:nvSpPr>
        <p:spPr>
          <a:xfrm>
            <a:off x="2017094" y="1572768"/>
            <a:ext cx="16459" cy="1737360"/>
          </a:xfrm>
          <a:prstGeom prst="rect">
            <a:avLst/>
          </a:prstGeom>
          <a:solidFill>
            <a:srgbClr val="E7F7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KPI Divider 2"/>
          <p:cNvSpPr/>
          <p:nvPr/>
        </p:nvSpPr>
        <p:spPr>
          <a:xfrm>
            <a:off x="4646833" y="1572768"/>
            <a:ext cx="16459" cy="1737360"/>
          </a:xfrm>
          <a:prstGeom prst="rect">
            <a:avLst/>
          </a:prstGeom>
          <a:solidFill>
            <a:srgbClr val="E7F7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Improved Summary"/>
          <p:cNvSpPr txBox="1"/>
          <p:nvPr/>
        </p:nvSpPr>
        <p:spPr>
          <a:xfrm>
            <a:off x="320040" y="3755568"/>
            <a:ext cx="8321040" cy="548640"/>
          </a:xfrm>
          <a:prstGeom prst="rect">
            <a:avLst/>
          </a:prstGeom>
          <a:noFill/>
        </p:spPr>
        <p:txBody>
          <a:bodyPr wrap="square" lIns="0" tIns="0" rIns="0" bIns="0" anchor="t">
            <a:noAutofit/>
          </a:bodyPr>
          <a:lstStyle/>
          <a:p>
            <a:pPr algn="l">
              <a:lnSpc>
                <a:spcPct val="100000"/>
              </a:lnSpc>
              <a:spcBef>
                <a:spcPts val="0"/>
              </a:spcBef>
              <a:spcAft>
                <a:spcPts val="0"/>
              </a:spcAft>
            </a:pPr>
            <a:r>
              <a:rPr sz="1650" b="0" dirty="0">
                <a:solidFill>
                  <a:srgbClr val="0B2E6B"/>
                </a:solidFill>
                <a:latin typeface="Aptos"/>
              </a:rPr>
              <a:t>A </a:t>
            </a:r>
            <a:r>
              <a:rPr sz="1650" b="0" dirty="0" err="1">
                <a:solidFill>
                  <a:srgbClr val="0B2E6B"/>
                </a:solidFill>
                <a:latin typeface="Aptos"/>
              </a:rPr>
              <a:t>participação</a:t>
            </a:r>
            <a:r>
              <a:rPr sz="1650" b="0" dirty="0">
                <a:solidFill>
                  <a:srgbClr val="0B2E6B"/>
                </a:solidFill>
                <a:latin typeface="Aptos"/>
              </a:rPr>
              <a:t/>
            </a:r>
            <a:r>
              <a:rPr sz="1650" b="0" dirty="0" err="1">
                <a:solidFill>
                  <a:srgbClr val="0B2E6B"/>
                </a:solidFill>
                <a:latin typeface="Aptos"/>
              </a:rPr>
              <a:t>comunitária</a:t>
            </a:r>
            <a:r>
              <a:rPr sz="1650" b="0" dirty="0">
                <a:solidFill>
                  <a:srgbClr val="0B2E6B"/>
                </a:solidFill>
                <a:latin typeface="Aptos"/>
              </a:rPr>
              <a:t> e a </a:t>
            </a:r>
            <a:r>
              <a:rPr sz="1650" b="0" dirty="0" err="1">
                <a:solidFill>
                  <a:srgbClr val="0B2E6B"/>
                </a:solidFill>
                <a:latin typeface="Aptos"/>
              </a:rPr>
              <a:t>ligação</a:t>
            </a:r>
            <a:r>
              <a:rPr sz="1650" b="0" dirty="0">
                <a:solidFill>
                  <a:srgbClr val="0B2E6B"/>
                </a:solidFill>
                <a:latin typeface="Aptos"/>
              </a:rPr>
              <a:t> com as </a:t>
            </a:r>
            <a:r>
              <a:rPr sz="1650" b="0" dirty="0" err="1">
                <a:solidFill>
                  <a:srgbClr val="0B2E6B"/>
                </a:solidFill>
                <a:latin typeface="Aptos"/>
              </a:rPr>
              <a:t>unidades</a:t>
            </a:r>
            <a:r>
              <a:rPr sz="1650" b="0" dirty="0">
                <a:solidFill>
                  <a:srgbClr val="0B2E6B"/>
                </a:solidFill>
                <a:latin typeface="Aptos"/>
              </a:rPr>
              <a:t/>
            </a:r>
            <a:r>
              <a:rPr sz="1650" b="0" dirty="0" err="1">
                <a:solidFill>
                  <a:srgbClr val="0B2E6B"/>
                </a:solidFill>
                <a:latin typeface="Aptos"/>
              </a:rPr>
              <a:t>sanitárias</a:t>
            </a:r>
            <a:r>
              <a:rPr sz="1650" b="0" dirty="0">
                <a:solidFill>
                  <a:srgbClr val="0B2E6B"/>
                </a:solidFill>
                <a:latin typeface="Aptos"/>
              </a:rPr>
              <a:t/>
            </a:r>
            <a:r>
              <a:rPr sz="1650" b="0" dirty="0" err="1">
                <a:solidFill>
                  <a:srgbClr val="0B2E6B"/>
                </a:solidFill>
                <a:latin typeface="Aptos"/>
              </a:rPr>
              <a:t>foram</a:t>
            </a:r>
            <a:r>
              <a:rPr sz="1650" b="0" dirty="0">
                <a:solidFill>
                  <a:srgbClr val="0B2E6B"/>
                </a:solidFill>
                <a:latin typeface="Aptos"/>
              </a:rPr>
              <a:t/>
            </a:r>
            <a:r>
              <a:rPr sz="1650" b="0" dirty="0" err="1">
                <a:solidFill>
                  <a:srgbClr val="0B2E6B"/>
                </a:solidFill>
                <a:latin typeface="Aptos"/>
              </a:rPr>
              <a:t>fortalecidas</a:t>
            </a:r>
            <a:r>
              <a:rPr sz="1650" b="0" dirty="0">
                <a:solidFill>
                  <a:srgbClr val="0B2E6B"/>
                </a:solidFill>
                <a:latin typeface="Aptos"/>
              </a:rPr>
              <a:t> para </a:t>
            </a:r>
            <a:r>
              <a:rPr sz="1650" b="0" dirty="0" err="1">
                <a:solidFill>
                  <a:srgbClr val="0B2E6B"/>
                </a:solidFill>
                <a:latin typeface="Aptos"/>
              </a:rPr>
              <a:t>promover</a:t>
            </a:r>
            <a:r>
              <a:rPr sz="1650" b="0" dirty="0">
                <a:solidFill>
                  <a:srgbClr val="0B2E6B"/>
                </a:solidFill>
                <a:latin typeface="Aptos"/>
              </a:rPr>
              <a:t> o </a:t>
            </a:r>
            <a:r>
              <a:rPr sz="1650" b="0" dirty="0" err="1">
                <a:solidFill>
                  <a:srgbClr val="0B2E6B"/>
                </a:solidFill>
                <a:latin typeface="Aptos"/>
              </a:rPr>
              <a:t>acesso</a:t>
            </a:r>
            <a:r>
              <a:rPr sz="1650" b="0" dirty="0">
                <a:solidFill>
                  <a:srgbClr val="0B2E6B"/>
                </a:solidFill>
                <a:latin typeface="Aptos"/>
              </a:rPr>
              <a:t> de </a:t>
            </a:r>
            <a:r>
              <a:rPr sz="1650" b="0" dirty="0" err="1">
                <a:solidFill>
                  <a:srgbClr val="0B2E6B"/>
                </a:solidFill>
                <a:latin typeface="Aptos"/>
              </a:rPr>
              <a:t>adolescentes</a:t>
            </a:r>
            <a:r>
              <a:rPr sz="1650" b="0" dirty="0">
                <a:solidFill>
                  <a:srgbClr val="0B2E6B"/>
                </a:solidFill>
                <a:latin typeface="Aptos"/>
              </a:rPr>
              <a:t> e </a:t>
            </a:r>
            <a:r>
              <a:rPr sz="1650" b="0" dirty="0" err="1">
                <a:solidFill>
                  <a:srgbClr val="0B2E6B"/>
                </a:solidFill>
                <a:latin typeface="Aptos"/>
              </a:rPr>
              <a:t>jovens</a:t>
            </a:r>
            <a:r>
              <a:rPr sz="1650" b="0" dirty="0">
                <a:solidFill>
                  <a:srgbClr val="0B2E6B"/>
                </a:solidFill>
                <a:latin typeface="Aptos"/>
              </a:rPr>
              <a:t> a </a:t>
            </a:r>
            <a:r>
              <a:rPr sz="1650" b="0" dirty="0" err="1">
                <a:solidFill>
                  <a:srgbClr val="0B2E6B"/>
                </a:solidFill>
                <a:latin typeface="Aptos"/>
              </a:rPr>
              <a:t>serviços</a:t>
            </a:r>
            <a:r>
              <a:rPr sz="1650" b="0" dirty="0">
                <a:solidFill>
                  <a:srgbClr val="0B2E6B"/>
                </a:solidFill>
                <a:latin typeface="Aptos"/>
              </a:rPr>
              <a:t> de SSR de </a:t>
            </a:r>
            <a:r>
              <a:rPr sz="1650" b="0" dirty="0" err="1">
                <a:solidFill>
                  <a:srgbClr val="0B2E6B"/>
                </a:solidFill>
                <a:latin typeface="Aptos"/>
              </a:rPr>
              <a:t>qualidade</a:t>
            </a:r>
            <a:r>
              <a:rPr sz="1650" b="0" dirty="0">
                <a:solidFill>
                  <a:srgbClr val="0B2E6B"/>
                </a:solidFill>
                <a:latin typeface="Aptos"/>
              </a:rPr>
              <a:t>.</a:t>
            </a:r>
          </a:p>
        </p:txBody>
      </p:sp>
      <p:pic>
        <p:nvPicPr>
          <p:cNvPr id="42" name="Imagem 41">
            <a:extLst>
              <a:ext uri="{FF2B5EF4-FFF2-40B4-BE49-F238E27FC236}">
                <a16:creationId xmlns:a16="http://schemas.microsoft.com/office/drawing/2014/main" id="{080F6052-2DAD-5EF5-256D-2C66A97A5FB0}"/>
              </a:ext>
            </a:extLst>
          </p:cNvPr>
          <p:cNvPicPr>
            <a:picLocks noGrp="1" noRot="1" noChangeAspect="1" noMove="1" noResize="1" noEditPoints="1" noAdjustHandles="1" noChangeArrowheads="1" noChangeShapeType="1" noCrop="1"/>
          </p:cNvPicPr>
          <p:nvPr/>
        </p:nvPicPr>
        <p:blipFill>
          <a:blip r:embed="rId4">
            <a:extLst>
              <a:ext uri="{28A0092B-C50C-407E-A947-70E740481C1C}">
                <a14:useLocalDpi xmlns:a14="http://schemas.microsoft.com/office/drawing/2010/main" val="0"/>
              </a:ext>
            </a:extLst>
          </a:blip>
          <a:stretch>
            <a:fillRect/>
          </a:stretch>
        </p:blipFill>
        <p:spPr>
          <a:xfrm>
            <a:off x="6339506" y="931169"/>
            <a:ext cx="2751651" cy="2751651"/>
          </a:xfrm>
          <a:prstGeom prst="rect">
            <a:avLst/>
          </a:prstGeom>
        </p:spPr>
      </p:pic>
    </p:spTree>
    <p:extLst>
      <p:ext uri="{BB962C8B-B14F-4D97-AF65-F5344CB8AC3E}">
        <p14:creationId xmlns:p14="http://schemas.microsoft.com/office/powerpoint/2010/main" val="25115692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EA2713-C06B-9E71-1215-6028EE96EFBE}"/>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C27E1144-E7C8-D86A-CC3C-F53591E09C70}"/>
              </a:ext>
            </a:extLst>
          </p:cNvPr>
          <p:cNvSpPr/>
          <p:nvPr/>
        </p:nvSpPr>
        <p:spPr>
          <a:xfrm>
            <a:off x="228600" y="150186"/>
            <a:ext cx="8238067" cy="242374"/>
          </a:xfrm>
          <a:prstGeom prst="rect">
            <a:avLst/>
          </a:prstGeom>
          <a:solidFill>
            <a:srgbClr val="0B2E6B"/>
          </a:solidFill>
          <a:ln>
            <a:noFill/>
          </a:ln>
        </p:spPr>
        <p:txBody>
          <a:bodyPr wrap="square" tIns="0" rIns="73152" bIns="0" anchor="ctr">
            <a:spAutoFit/>
          </a:bodyPr>
          <a:lstStyle/>
          <a:p>
            <a:pPr algn="l" defTabSz="685800">
              <a:lnSpc>
                <a:spcPct val="90000"/>
              </a:lnSpc>
              <a:spcBef>
                <a:spcPct val="0"/>
              </a:spcBef>
            </a:pPr>
            <a:r>
              <a:rPr lang="pt-PT" sz="1750" b="1">
                <a:solidFill>
                  <a:schemeClr val="bg1"/>
                </a:solidFill>
                <a:latin typeface="Biome" panose="020B0502040204020203" pitchFamily="34" charset="0"/>
                <a:cs typeface="Biome" panose="020B0502040204020203" pitchFamily="34" charset="0"/>
              </a:rPr>
              <a:t>REFORÇO INSTITUCIONAL E DOS SERVIÇOS DE SSR</a:t>
            </a:r>
            <a:endParaRPr lang="fr-FR" sz="2700" b="1" dirty="0">
              <a:solidFill>
                <a:schemeClr val="bg1"/>
              </a:solidFill>
              <a:latin typeface="Biome" panose="020B0502040204020203" pitchFamily="34" charset="0"/>
              <a:cs typeface="Biome" panose="020B0502040204020203" pitchFamily="34" charset="0"/>
            </a:endParaRPr>
          </a:p>
        </p:txBody>
      </p:sp>
      <p:pic>
        <p:nvPicPr>
          <p:cNvPr id="4" name="Imagem 3">
            <a:extLst>
              <a:ext uri="{FF2B5EF4-FFF2-40B4-BE49-F238E27FC236}">
                <a16:creationId xmlns:a16="http://schemas.microsoft.com/office/drawing/2014/main" id="{3BDA4AB2-D049-F641-BC72-F74F948AAED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1732" y="4674222"/>
            <a:ext cx="4521708" cy="325889"/>
          </a:xfrm>
          <a:prstGeom prst="rect">
            <a:avLst/>
          </a:prstGeom>
        </p:spPr>
      </p:pic>
      <p:pic>
        <p:nvPicPr>
          <p:cNvPr id="6" name="Picture 3" descr="Mãos segurando peças de quebra-cabeça em círculo&#10;&#10;O conteúdo gerado por IA pode estar incorreto.">
            <a:extLst>
              <a:ext uri="{FF2B5EF4-FFF2-40B4-BE49-F238E27FC236}">
                <a16:creationId xmlns:a16="http://schemas.microsoft.com/office/drawing/2014/main" id="{529689C3-9851-0B62-BB08-64A9438B1F17}"/>
              </a:ext>
            </a:extLst>
          </p:cNvPr>
          <p:cNvPicPr>
            <a:picLocks noChangeAspect="1"/>
          </p:cNvPicPr>
          <p:nvPr/>
        </p:nvPicPr>
        <p:blipFill>
          <a:blip r:embed="rId3" cstate="email">
            <a:extLst>
              <a:ext uri="{28A0092B-C50C-407E-A947-70E740481C1C}">
                <a14:useLocalDpi xmlns:a14="http://schemas.microsoft.com/office/drawing/2010/main" val="0"/>
              </a:ext>
            </a:extLst>
          </a:blip>
          <a:stretch>
            <a:fillRect/>
          </a:stretch>
        </p:blipFill>
        <p:spPr>
          <a:xfrm>
            <a:off x="8464569" y="73152"/>
            <a:ext cx="446509" cy="423314"/>
          </a:xfrm>
          <a:prstGeom prst="rect">
            <a:avLst/>
          </a:prstGeom>
        </p:spPr>
      </p:pic>
      <p:sp>
        <p:nvSpPr>
          <p:cNvPr id="14" name="Outcome Orange Accent">
            <a:extLst>
              <a:ext uri="{FF2B5EF4-FFF2-40B4-BE49-F238E27FC236}">
                <a16:creationId xmlns:a16="http://schemas.microsoft.com/office/drawing/2014/main" id="{02B93BA4-D959-8345-00DB-3F53EF9002BF}"/>
              </a:ext>
            </a:extLst>
          </p:cNvPr>
          <p:cNvSpPr/>
          <p:nvPr/>
        </p:nvSpPr>
        <p:spPr>
          <a:xfrm>
            <a:off x="228600" y="4583026"/>
            <a:ext cx="8686800" cy="64008"/>
          </a:xfrm>
          <a:prstGeom prst="rect">
            <a:avLst/>
          </a:prstGeom>
          <a:solidFill>
            <a:srgbClr val="E88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CaixaDeTexto 4">
            <a:extLst>
              <a:ext uri="{FF2B5EF4-FFF2-40B4-BE49-F238E27FC236}">
                <a16:creationId xmlns:a16="http://schemas.microsoft.com/office/drawing/2014/main" id="{859CF36D-C9D5-BAF2-211F-07724096DDD6}"/>
              </a:ext>
            </a:extLst>
          </p:cNvPr>
          <p:cNvSpPr txBox="1"/>
          <p:nvPr/>
        </p:nvSpPr>
        <p:spPr>
          <a:xfrm>
            <a:off x="228599" y="473009"/>
            <a:ext cx="7612379" cy="246221"/>
          </a:xfrm>
          <a:prstGeom prst="rect">
            <a:avLst/>
          </a:prstGeom>
          <a:noFill/>
        </p:spPr>
        <p:txBody>
          <a:bodyPr wrap="square">
            <a:spAutoFit/>
          </a:bodyPr>
          <a:lstStyle/>
          <a:p>
            <a:r>
              <a:rPr lang="pt-PT" sz="1000" b="1" i="1" dirty="0">
                <a:solidFill>
                  <a:srgbClr val="0B2E6B"/>
                </a:solidFill>
              </a:rPr>
              <a:t>OUTCOME 2  </a:t>
            </a:r>
            <a:r>
              <a:rPr lang="pt-PT" sz="1000" i="1" dirty="0">
                <a:solidFill>
                  <a:srgbClr val="0B2E6B"/>
                </a:solidFill>
              </a:rPr>
              <a:t>Acesso Reforçado a Serviços de Saúde Sexual e Reprodutiva de Qualidade.</a:t>
            </a:r>
          </a:p>
        </p:txBody>
      </p:sp>
      <p:sp>
        <p:nvSpPr>
          <p:cNvPr id="10" name="Outcome Section Label">
            <a:extLst>
              <a:ext uri="{FF2B5EF4-FFF2-40B4-BE49-F238E27FC236}">
                <a16:creationId xmlns:a16="http://schemas.microsoft.com/office/drawing/2014/main" id="{F69B9B95-B03C-BEE1-D835-CF94CFEEC961}"/>
              </a:ext>
            </a:extLst>
          </p:cNvPr>
          <p:cNvSpPr txBox="1"/>
          <p:nvPr/>
        </p:nvSpPr>
        <p:spPr>
          <a:xfrm>
            <a:off x="4457700" y="4755896"/>
            <a:ext cx="4544568" cy="169277"/>
          </a:xfrm>
          <a:prstGeom prst="rect">
            <a:avLst/>
          </a:prstGeom>
          <a:solidFill>
            <a:srgbClr val="0B2E6B"/>
          </a:solidFill>
        </p:spPr>
        <p:txBody>
          <a:bodyPr wrap="square" lIns="0" tIns="0" rIns="0" bIns="0">
            <a:spAutoFit/>
          </a:bodyPr>
          <a:lstStyle/>
          <a:p>
            <a:r>
              <a:rPr lang="pt-PT" sz="1100" b="1" dirty="0">
                <a:solidFill>
                  <a:srgbClr val="FFFFFF"/>
                </a:solidFill>
                <a:latin typeface="Biome"/>
              </a:rPr>
              <a:t>Diagnóstico das necessidades</a:t>
            </a:r>
          </a:p>
        </p:txBody>
      </p:sp>
      <p:pic>
        <p:nvPicPr>
          <p:cNvPr id="42" name="Imagem 41">
            <a:extLst>
              <a:ext uri="{FF2B5EF4-FFF2-40B4-BE49-F238E27FC236}">
                <a16:creationId xmlns:a16="http://schemas.microsoft.com/office/drawing/2014/main" id="{DCD691AB-F50E-7964-DBE8-5C75DAE4AAF5}"/>
              </a:ext>
            </a:extLst>
          </p:cNvPr>
          <p:cNvPicPr>
            <a:picLocks noGrp="1" noRot="1" noChangeAspect="1" noMove="1" noResize="1" noEditPoints="1" noAdjustHandles="1" noChangeArrowheads="1" noChangeShapeType="1" noCrop="1"/>
          </p:cNvPicPr>
          <p:nvPr/>
        </p:nvPicPr>
        <p:blipFill>
          <a:blip r:embed="rId4">
            <a:extLst>
              <a:ext uri="{28A0092B-C50C-407E-A947-70E740481C1C}">
                <a14:useLocalDpi xmlns:a14="http://schemas.microsoft.com/office/drawing/2010/main" val="0"/>
              </a:ext>
            </a:extLst>
          </a:blip>
          <a:stretch>
            <a:fillRect/>
          </a:stretch>
        </p:blipFill>
        <p:spPr>
          <a:xfrm>
            <a:off x="6567027" y="439320"/>
            <a:ext cx="2435241" cy="2190428"/>
          </a:xfrm>
          <a:prstGeom prst="rect">
            <a:avLst/>
          </a:prstGeom>
        </p:spPr>
      </p:pic>
      <p:sp>
        <p:nvSpPr>
          <p:cNvPr id="43" name="Institute Accent"/>
          <p:cNvSpPr/>
          <p:nvPr/>
        </p:nvSpPr>
        <p:spPr>
          <a:xfrm>
            <a:off x="256032" y="791284"/>
            <a:ext cx="50292" cy="1645920"/>
          </a:xfrm>
          <a:prstGeom prst="rect">
            <a:avLst/>
          </a:prstGeom>
          <a:solidFill>
            <a:srgbClr val="5A2A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Institute Heading"/>
          <p:cNvSpPr txBox="1"/>
          <p:nvPr/>
        </p:nvSpPr>
        <p:spPr>
          <a:xfrm>
            <a:off x="411480" y="832104"/>
            <a:ext cx="3822191" cy="237744"/>
          </a:xfrm>
          <a:prstGeom prst="rect">
            <a:avLst/>
          </a:prstGeom>
          <a:noFill/>
        </p:spPr>
        <p:txBody>
          <a:bodyPr wrap="square" lIns="0" tIns="0" rIns="0" bIns="0" anchor="t">
            <a:noAutofit/>
          </a:bodyPr>
          <a:lstStyle/>
          <a:p>
            <a:pPr algn="l">
              <a:lnSpc>
                <a:spcPct val="100000"/>
              </a:lnSpc>
              <a:spcBef>
                <a:spcPts val="0"/>
              </a:spcBef>
              <a:spcAft>
                <a:spcPts val="0"/>
              </a:spcAft>
            </a:pPr>
            <a:r>
              <a:rPr sz="1200" b="1" dirty="0">
                <a:solidFill>
                  <a:srgbClr val="5A2A9C"/>
                </a:solidFill>
                <a:latin typeface="Biome"/>
              </a:rPr>
              <a:t>INSTITUTO DE CIÊNCIAS DE SAÚDE DE INFULENE</a:t>
            </a:r>
          </a:p>
        </p:txBody>
      </p:sp>
      <p:sp>
        <p:nvSpPr>
          <p:cNvPr id="45" name="Institute Subtitle"/>
          <p:cNvSpPr txBox="1"/>
          <p:nvPr/>
        </p:nvSpPr>
        <p:spPr>
          <a:xfrm>
            <a:off x="411480" y="1005516"/>
            <a:ext cx="3822191" cy="201168"/>
          </a:xfrm>
          <a:prstGeom prst="rect">
            <a:avLst/>
          </a:prstGeom>
          <a:noFill/>
        </p:spPr>
        <p:txBody>
          <a:bodyPr wrap="square" lIns="0" tIns="0" rIns="0" bIns="0" anchor="t">
            <a:noAutofit/>
          </a:bodyPr>
          <a:lstStyle/>
          <a:p>
            <a:pPr algn="l">
              <a:lnSpc>
                <a:spcPct val="100000"/>
              </a:lnSpc>
              <a:spcBef>
                <a:spcPts val="0"/>
              </a:spcBef>
              <a:spcAft>
                <a:spcPts val="0"/>
              </a:spcAft>
            </a:pPr>
            <a:r>
              <a:rPr sz="1200" b="0" dirty="0" err="1">
                <a:solidFill>
                  <a:srgbClr val="0B2E6B"/>
                </a:solidFill>
                <a:latin typeface="Aptos"/>
              </a:rPr>
              <a:t>Fortalecimento</a:t>
            </a:r>
            <a:r>
              <a:rPr sz="1200" b="0" dirty="0">
                <a:solidFill>
                  <a:srgbClr val="0B2E6B"/>
                </a:solidFill>
                <a:latin typeface="Aptos"/>
              </a:rPr>
              <a:t/>
            </a:r>
            <a:r>
              <a:rPr sz="1200" b="0" dirty="0" err="1">
                <a:solidFill>
                  <a:srgbClr val="0B2E6B"/>
                </a:solidFill>
                <a:latin typeface="Aptos"/>
              </a:rPr>
              <a:t>institucional</a:t>
            </a:r>
            <a:endParaRPr sz="1200" b="0" dirty="0">
              <a:solidFill>
                <a:srgbClr val="0B2E6B"/>
              </a:solidFill>
              <a:latin typeface="Aptos"/>
            </a:endParaRPr>
          </a:p>
        </p:txBody>
      </p:sp>
      <p:sp>
        <p:nvSpPr>
          <p:cNvPr id="46" name="Institute List Heading"/>
          <p:cNvSpPr txBox="1"/>
          <p:nvPr/>
        </p:nvSpPr>
        <p:spPr>
          <a:xfrm>
            <a:off x="411480" y="1242280"/>
            <a:ext cx="4046220" cy="144594"/>
          </a:xfrm>
          <a:prstGeom prst="rect">
            <a:avLst/>
          </a:prstGeom>
          <a:noFill/>
        </p:spPr>
        <p:txBody>
          <a:bodyPr wrap="square" lIns="0" tIns="0" rIns="0" bIns="0" anchor="t">
            <a:noAutofit/>
          </a:bodyPr>
          <a:lstStyle/>
          <a:p>
            <a:pPr algn="l">
              <a:lnSpc>
                <a:spcPct val="100000"/>
              </a:lnSpc>
              <a:spcBef>
                <a:spcPts val="0"/>
              </a:spcBef>
              <a:spcAft>
                <a:spcPts val="0"/>
              </a:spcAft>
            </a:pPr>
            <a:r>
              <a:rPr lang="pt-PT" b="1" dirty="0">
                <a:solidFill>
                  <a:srgbClr val="5A2A9C"/>
                </a:solidFill>
                <a:latin typeface="Biome"/>
              </a:rPr>
              <a:t>EQUIPAMENTO E MOBILIÁRIO DOADO</a:t>
            </a:r>
            <a:endParaRPr b="1" dirty="0">
              <a:solidFill>
                <a:srgbClr val="5A2A9C"/>
              </a:solidFill>
              <a:latin typeface="Biome"/>
            </a:endParaRPr>
          </a:p>
        </p:txBody>
      </p:sp>
      <p:sp>
        <p:nvSpPr>
          <p:cNvPr id="47" name="Institute Left bullet 1"/>
          <p:cNvSpPr txBox="1"/>
          <p:nvPr/>
        </p:nvSpPr>
        <p:spPr>
          <a:xfrm>
            <a:off x="411480" y="1536192"/>
            <a:ext cx="109728" cy="182880"/>
          </a:xfrm>
          <a:prstGeom prst="rect">
            <a:avLst/>
          </a:prstGeom>
          <a:noFill/>
        </p:spPr>
        <p:txBody>
          <a:bodyPr wrap="square" lIns="0" tIns="0" rIns="0" bIns="0" anchor="t">
            <a:noAutofit/>
          </a:bodyPr>
          <a:lstStyle/>
          <a:p>
            <a:pPr algn="l">
              <a:lnSpc>
                <a:spcPct val="100000"/>
              </a:lnSpc>
              <a:spcBef>
                <a:spcPts val="0"/>
              </a:spcBef>
              <a:spcAft>
                <a:spcPts val="0"/>
              </a:spcAft>
            </a:pPr>
            <a:r>
              <a:rPr sz="1100" b="1">
                <a:solidFill>
                  <a:srgbClr val="5A2A9C"/>
                </a:solidFill>
                <a:latin typeface="Aptos"/>
              </a:rPr>
              <a:t>•</a:t>
            </a:r>
          </a:p>
        </p:txBody>
      </p:sp>
      <p:sp>
        <p:nvSpPr>
          <p:cNvPr id="48" name="Institute Left item 1"/>
          <p:cNvSpPr txBox="1"/>
          <p:nvPr/>
        </p:nvSpPr>
        <p:spPr>
          <a:xfrm>
            <a:off x="548640" y="1536192"/>
            <a:ext cx="1664208" cy="201168"/>
          </a:xfrm>
          <a:prstGeom prst="rect">
            <a:avLst/>
          </a:prstGeom>
          <a:noFill/>
        </p:spPr>
        <p:txBody>
          <a:bodyPr wrap="square" lIns="0" tIns="0" rIns="0" bIns="0" anchor="t">
            <a:noAutofit/>
          </a:bodyPr>
          <a:lstStyle/>
          <a:p>
            <a:pPr algn="l">
              <a:lnSpc>
                <a:spcPct val="100000"/>
              </a:lnSpc>
              <a:spcBef>
                <a:spcPts val="0"/>
              </a:spcBef>
              <a:spcAft>
                <a:spcPts val="0"/>
              </a:spcAft>
            </a:pPr>
            <a:r>
              <a:rPr b="0" dirty="0" err="1">
                <a:solidFill>
                  <a:srgbClr val="1D2A3A"/>
                </a:solidFill>
                <a:latin typeface="Aptos"/>
              </a:rPr>
              <a:t>Impressora</a:t>
            </a:r>
            <a:endParaRPr b="0" dirty="0">
              <a:solidFill>
                <a:srgbClr val="1D2A3A"/>
              </a:solidFill>
              <a:latin typeface="Aptos"/>
            </a:endParaRPr>
          </a:p>
        </p:txBody>
      </p:sp>
      <p:sp>
        <p:nvSpPr>
          <p:cNvPr id="49" name="Institute Left bullet 2"/>
          <p:cNvSpPr txBox="1"/>
          <p:nvPr/>
        </p:nvSpPr>
        <p:spPr>
          <a:xfrm>
            <a:off x="411480" y="1764792"/>
            <a:ext cx="109728" cy="182880"/>
          </a:xfrm>
          <a:prstGeom prst="rect">
            <a:avLst/>
          </a:prstGeom>
          <a:noFill/>
        </p:spPr>
        <p:txBody>
          <a:bodyPr wrap="square" lIns="0" tIns="0" rIns="0" bIns="0" anchor="t">
            <a:noAutofit/>
          </a:bodyPr>
          <a:lstStyle/>
          <a:p>
            <a:pPr algn="l">
              <a:lnSpc>
                <a:spcPct val="100000"/>
              </a:lnSpc>
              <a:spcBef>
                <a:spcPts val="0"/>
              </a:spcBef>
              <a:spcAft>
                <a:spcPts val="0"/>
              </a:spcAft>
            </a:pPr>
            <a:r>
              <a:rPr sz="1100" b="1">
                <a:solidFill>
                  <a:srgbClr val="5A2A9C"/>
                </a:solidFill>
                <a:latin typeface="Aptos"/>
              </a:rPr>
              <a:t>•</a:t>
            </a:r>
          </a:p>
        </p:txBody>
      </p:sp>
      <p:sp>
        <p:nvSpPr>
          <p:cNvPr id="50" name="Institute Left item 2"/>
          <p:cNvSpPr txBox="1"/>
          <p:nvPr/>
        </p:nvSpPr>
        <p:spPr>
          <a:xfrm>
            <a:off x="548640" y="1764792"/>
            <a:ext cx="1664208" cy="201168"/>
          </a:xfrm>
          <a:prstGeom prst="rect">
            <a:avLst/>
          </a:prstGeom>
          <a:noFill/>
        </p:spPr>
        <p:txBody>
          <a:bodyPr wrap="square" lIns="0" tIns="0" rIns="0" bIns="0" anchor="t">
            <a:noAutofit/>
          </a:bodyPr>
          <a:lstStyle/>
          <a:p>
            <a:pPr algn="l">
              <a:lnSpc>
                <a:spcPct val="100000"/>
              </a:lnSpc>
              <a:spcBef>
                <a:spcPts val="0"/>
              </a:spcBef>
              <a:spcAft>
                <a:spcPts val="0"/>
              </a:spcAft>
            </a:pPr>
            <a:r>
              <a:rPr b="0" dirty="0">
                <a:solidFill>
                  <a:srgbClr val="1D2A3A"/>
                </a:solidFill>
                <a:latin typeface="Aptos"/>
              </a:rPr>
              <a:t>Monitor e </a:t>
            </a:r>
            <a:r>
              <a:rPr b="0" dirty="0" err="1">
                <a:solidFill>
                  <a:srgbClr val="1D2A3A"/>
                </a:solidFill>
                <a:latin typeface="Aptos"/>
              </a:rPr>
              <a:t>tela</a:t>
            </a:r>
            <a:r>
              <a:rPr b="0" dirty="0">
                <a:solidFill>
                  <a:srgbClr val="1D2A3A"/>
                </a:solidFill>
                <a:latin typeface="Aptos"/>
              </a:rPr>
              <a:t> de </a:t>
            </a:r>
            <a:r>
              <a:rPr b="0" dirty="0" err="1">
                <a:solidFill>
                  <a:srgbClr val="1D2A3A"/>
                </a:solidFill>
                <a:latin typeface="Aptos"/>
              </a:rPr>
              <a:t>projeção</a:t>
            </a:r>
            <a:endParaRPr b="0" dirty="0">
              <a:solidFill>
                <a:srgbClr val="1D2A3A"/>
              </a:solidFill>
              <a:latin typeface="Aptos"/>
            </a:endParaRPr>
          </a:p>
        </p:txBody>
      </p:sp>
      <p:sp>
        <p:nvSpPr>
          <p:cNvPr id="51" name="Institute Left bullet 3"/>
          <p:cNvSpPr txBox="1"/>
          <p:nvPr/>
        </p:nvSpPr>
        <p:spPr>
          <a:xfrm>
            <a:off x="372618" y="2246188"/>
            <a:ext cx="109728" cy="182880"/>
          </a:xfrm>
          <a:prstGeom prst="rect">
            <a:avLst/>
          </a:prstGeom>
          <a:noFill/>
        </p:spPr>
        <p:txBody>
          <a:bodyPr wrap="square" lIns="0" tIns="0" rIns="0" bIns="0" anchor="t">
            <a:noAutofit/>
          </a:bodyPr>
          <a:lstStyle/>
          <a:p>
            <a:pPr algn="l">
              <a:lnSpc>
                <a:spcPct val="100000"/>
              </a:lnSpc>
              <a:spcBef>
                <a:spcPts val="0"/>
              </a:spcBef>
              <a:spcAft>
                <a:spcPts val="0"/>
              </a:spcAft>
            </a:pPr>
            <a:r>
              <a:rPr sz="1100" b="1">
                <a:solidFill>
                  <a:srgbClr val="5A2A9C"/>
                </a:solidFill>
                <a:latin typeface="Aptos"/>
              </a:rPr>
              <a:t>•</a:t>
            </a:r>
          </a:p>
        </p:txBody>
      </p:sp>
      <p:sp>
        <p:nvSpPr>
          <p:cNvPr id="52" name="Institute Left item 3"/>
          <p:cNvSpPr txBox="1"/>
          <p:nvPr/>
        </p:nvSpPr>
        <p:spPr>
          <a:xfrm>
            <a:off x="482346" y="2215412"/>
            <a:ext cx="1664208" cy="201168"/>
          </a:xfrm>
          <a:prstGeom prst="rect">
            <a:avLst/>
          </a:prstGeom>
          <a:noFill/>
        </p:spPr>
        <p:txBody>
          <a:bodyPr wrap="square" lIns="0" tIns="0" rIns="0" bIns="0" anchor="t">
            <a:noAutofit/>
          </a:bodyPr>
          <a:lstStyle/>
          <a:p>
            <a:pPr algn="l">
              <a:lnSpc>
                <a:spcPct val="100000"/>
              </a:lnSpc>
              <a:spcBef>
                <a:spcPts val="0"/>
              </a:spcBef>
              <a:spcAft>
                <a:spcPts val="0"/>
              </a:spcAft>
            </a:pPr>
            <a:r>
              <a:rPr b="0" dirty="0" err="1">
                <a:solidFill>
                  <a:srgbClr val="1D2A3A"/>
                </a:solidFill>
                <a:latin typeface="Aptos"/>
              </a:rPr>
              <a:t>Ar</a:t>
            </a:r>
            <a:r>
              <a:rPr b="0" dirty="0">
                <a:solidFill>
                  <a:srgbClr val="1D2A3A"/>
                </a:solidFill>
                <a:latin typeface="Aptos"/>
              </a:rPr>
              <a:t/>
            </a:r>
            <a:r>
              <a:rPr b="0" dirty="0" err="1">
                <a:solidFill>
                  <a:srgbClr val="1D2A3A"/>
                </a:solidFill>
                <a:latin typeface="Aptos"/>
              </a:rPr>
              <a:t>condicionado</a:t>
            </a:r>
            <a:endParaRPr b="0" dirty="0">
              <a:solidFill>
                <a:srgbClr val="1D2A3A"/>
              </a:solidFill>
              <a:latin typeface="Aptos"/>
            </a:endParaRPr>
          </a:p>
        </p:txBody>
      </p:sp>
      <p:sp>
        <p:nvSpPr>
          <p:cNvPr id="53" name="Institute Right bullet 1"/>
          <p:cNvSpPr txBox="1"/>
          <p:nvPr/>
        </p:nvSpPr>
        <p:spPr>
          <a:xfrm>
            <a:off x="2322576" y="1536192"/>
            <a:ext cx="109728" cy="182880"/>
          </a:xfrm>
          <a:prstGeom prst="rect">
            <a:avLst/>
          </a:prstGeom>
          <a:noFill/>
        </p:spPr>
        <p:txBody>
          <a:bodyPr wrap="square" lIns="0" tIns="0" rIns="0" bIns="0" anchor="t">
            <a:noAutofit/>
          </a:bodyPr>
          <a:lstStyle/>
          <a:p>
            <a:pPr algn="l">
              <a:lnSpc>
                <a:spcPct val="100000"/>
              </a:lnSpc>
              <a:spcBef>
                <a:spcPts val="0"/>
              </a:spcBef>
              <a:spcAft>
                <a:spcPts val="0"/>
              </a:spcAft>
            </a:pPr>
            <a:r>
              <a:rPr sz="1100" b="1">
                <a:solidFill>
                  <a:srgbClr val="5A2A9C"/>
                </a:solidFill>
                <a:latin typeface="Aptos"/>
              </a:rPr>
              <a:t>•</a:t>
            </a:r>
          </a:p>
        </p:txBody>
      </p:sp>
      <p:sp>
        <p:nvSpPr>
          <p:cNvPr id="54" name="Institute Right item 1"/>
          <p:cNvSpPr txBox="1"/>
          <p:nvPr/>
        </p:nvSpPr>
        <p:spPr>
          <a:xfrm>
            <a:off x="2459736" y="1536192"/>
            <a:ext cx="1664208" cy="201168"/>
          </a:xfrm>
          <a:prstGeom prst="rect">
            <a:avLst/>
          </a:prstGeom>
          <a:noFill/>
        </p:spPr>
        <p:txBody>
          <a:bodyPr wrap="square" lIns="0" tIns="0" rIns="0" bIns="0" anchor="t">
            <a:noAutofit/>
          </a:bodyPr>
          <a:lstStyle/>
          <a:p>
            <a:pPr algn="l">
              <a:lnSpc>
                <a:spcPct val="100000"/>
              </a:lnSpc>
              <a:spcBef>
                <a:spcPts val="0"/>
              </a:spcBef>
              <a:spcAft>
                <a:spcPts val="0"/>
              </a:spcAft>
            </a:pPr>
            <a:r>
              <a:rPr b="0" dirty="0">
                <a:solidFill>
                  <a:srgbClr val="1D2A3A"/>
                </a:solidFill>
                <a:latin typeface="Aptos"/>
              </a:rPr>
              <a:t>Mesas e </a:t>
            </a:r>
            <a:r>
              <a:rPr b="0" dirty="0" err="1">
                <a:solidFill>
                  <a:srgbClr val="1D2A3A"/>
                </a:solidFill>
                <a:latin typeface="Aptos"/>
              </a:rPr>
              <a:t>cadeiras</a:t>
            </a:r>
            <a:endParaRPr b="0" dirty="0">
              <a:solidFill>
                <a:srgbClr val="1D2A3A"/>
              </a:solidFill>
              <a:latin typeface="Aptos"/>
            </a:endParaRPr>
          </a:p>
        </p:txBody>
      </p:sp>
      <p:sp>
        <p:nvSpPr>
          <p:cNvPr id="55" name="Institute Right bullet 2"/>
          <p:cNvSpPr txBox="1"/>
          <p:nvPr/>
        </p:nvSpPr>
        <p:spPr>
          <a:xfrm>
            <a:off x="2322576" y="1764792"/>
            <a:ext cx="109728" cy="182880"/>
          </a:xfrm>
          <a:prstGeom prst="rect">
            <a:avLst/>
          </a:prstGeom>
          <a:noFill/>
        </p:spPr>
        <p:txBody>
          <a:bodyPr wrap="square" lIns="0" tIns="0" rIns="0" bIns="0" anchor="t">
            <a:noAutofit/>
          </a:bodyPr>
          <a:lstStyle/>
          <a:p>
            <a:pPr algn="l">
              <a:lnSpc>
                <a:spcPct val="100000"/>
              </a:lnSpc>
              <a:spcBef>
                <a:spcPts val="0"/>
              </a:spcBef>
              <a:spcAft>
                <a:spcPts val="0"/>
              </a:spcAft>
            </a:pPr>
            <a:r>
              <a:rPr sz="1100" b="1">
                <a:solidFill>
                  <a:srgbClr val="5A2A9C"/>
                </a:solidFill>
                <a:latin typeface="Aptos"/>
              </a:rPr>
              <a:t>•</a:t>
            </a:r>
          </a:p>
        </p:txBody>
      </p:sp>
      <p:sp>
        <p:nvSpPr>
          <p:cNvPr id="56" name="Institute Right item 2"/>
          <p:cNvSpPr txBox="1"/>
          <p:nvPr/>
        </p:nvSpPr>
        <p:spPr>
          <a:xfrm>
            <a:off x="2459736" y="1764792"/>
            <a:ext cx="1664208" cy="201168"/>
          </a:xfrm>
          <a:prstGeom prst="rect">
            <a:avLst/>
          </a:prstGeom>
          <a:noFill/>
        </p:spPr>
        <p:txBody>
          <a:bodyPr wrap="square" lIns="0" tIns="0" rIns="0" bIns="0" anchor="t">
            <a:noAutofit/>
          </a:bodyPr>
          <a:lstStyle/>
          <a:p>
            <a:pPr algn="l">
              <a:lnSpc>
                <a:spcPct val="100000"/>
              </a:lnSpc>
              <a:spcBef>
                <a:spcPts val="0"/>
              </a:spcBef>
              <a:spcAft>
                <a:spcPts val="0"/>
              </a:spcAft>
            </a:pPr>
            <a:r>
              <a:rPr b="0">
                <a:solidFill>
                  <a:srgbClr val="1D2A3A"/>
                </a:solidFill>
                <a:latin typeface="Aptos"/>
              </a:rPr>
              <a:t>Armários e gaveteiros</a:t>
            </a:r>
          </a:p>
        </p:txBody>
      </p:sp>
      <p:sp>
        <p:nvSpPr>
          <p:cNvPr id="57" name="Institute Right bullet 3"/>
          <p:cNvSpPr txBox="1"/>
          <p:nvPr/>
        </p:nvSpPr>
        <p:spPr>
          <a:xfrm>
            <a:off x="2322576" y="1993391"/>
            <a:ext cx="109728" cy="182880"/>
          </a:xfrm>
          <a:prstGeom prst="rect">
            <a:avLst/>
          </a:prstGeom>
          <a:noFill/>
        </p:spPr>
        <p:txBody>
          <a:bodyPr wrap="square" lIns="0" tIns="0" rIns="0" bIns="0" anchor="t">
            <a:noAutofit/>
          </a:bodyPr>
          <a:lstStyle/>
          <a:p>
            <a:pPr algn="l">
              <a:lnSpc>
                <a:spcPct val="100000"/>
              </a:lnSpc>
              <a:spcBef>
                <a:spcPts val="0"/>
              </a:spcBef>
              <a:spcAft>
                <a:spcPts val="0"/>
              </a:spcAft>
            </a:pPr>
            <a:r>
              <a:rPr sz="1100" b="1">
                <a:solidFill>
                  <a:srgbClr val="5A2A9C"/>
                </a:solidFill>
                <a:latin typeface="Aptos"/>
              </a:rPr>
              <a:t>•</a:t>
            </a:r>
          </a:p>
        </p:txBody>
      </p:sp>
      <p:sp>
        <p:nvSpPr>
          <p:cNvPr id="58" name="Institute Right item 3"/>
          <p:cNvSpPr txBox="1"/>
          <p:nvPr/>
        </p:nvSpPr>
        <p:spPr>
          <a:xfrm>
            <a:off x="2459736" y="1993391"/>
            <a:ext cx="1664208" cy="201168"/>
          </a:xfrm>
          <a:prstGeom prst="rect">
            <a:avLst/>
          </a:prstGeom>
          <a:noFill/>
        </p:spPr>
        <p:txBody>
          <a:bodyPr wrap="square" lIns="0" tIns="0" rIns="0" bIns="0" anchor="t">
            <a:noAutofit/>
          </a:bodyPr>
          <a:lstStyle/>
          <a:p>
            <a:pPr algn="l">
              <a:lnSpc>
                <a:spcPct val="100000"/>
              </a:lnSpc>
              <a:spcBef>
                <a:spcPts val="0"/>
              </a:spcBef>
              <a:spcAft>
                <a:spcPts val="0"/>
              </a:spcAft>
            </a:pPr>
            <a:r>
              <a:rPr b="0">
                <a:solidFill>
                  <a:srgbClr val="1D2A3A"/>
                </a:solidFill>
                <a:latin typeface="Aptos"/>
              </a:rPr>
              <a:t>Prateleiras metálicas</a:t>
            </a:r>
          </a:p>
        </p:txBody>
      </p:sp>
      <p:sp>
        <p:nvSpPr>
          <p:cNvPr id="61" name="Section Divider"/>
          <p:cNvSpPr/>
          <p:nvPr/>
        </p:nvSpPr>
        <p:spPr>
          <a:xfrm>
            <a:off x="228509" y="2489083"/>
            <a:ext cx="4023360" cy="16459"/>
          </a:xfrm>
          <a:prstGeom prst="rect">
            <a:avLst/>
          </a:prstGeom>
          <a:solidFill>
            <a:srgbClr val="E7F7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 name="Facilities Accent"/>
          <p:cNvSpPr/>
          <p:nvPr/>
        </p:nvSpPr>
        <p:spPr>
          <a:xfrm>
            <a:off x="256032" y="2756261"/>
            <a:ext cx="50292" cy="1737360"/>
          </a:xfrm>
          <a:prstGeom prst="rect">
            <a:avLst/>
          </a:prstGeom>
          <a:solidFill>
            <a:srgbClr val="0B67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 name="Facilities Heading"/>
          <p:cNvSpPr txBox="1"/>
          <p:nvPr/>
        </p:nvSpPr>
        <p:spPr>
          <a:xfrm>
            <a:off x="397673" y="2738246"/>
            <a:ext cx="3822191" cy="228600"/>
          </a:xfrm>
          <a:prstGeom prst="rect">
            <a:avLst/>
          </a:prstGeom>
          <a:noFill/>
        </p:spPr>
        <p:txBody>
          <a:bodyPr wrap="square" lIns="0" tIns="0" rIns="0" bIns="0" anchor="t">
            <a:noAutofit/>
          </a:bodyPr>
          <a:lstStyle/>
          <a:p>
            <a:pPr algn="l">
              <a:lnSpc>
                <a:spcPct val="100000"/>
              </a:lnSpc>
              <a:spcBef>
                <a:spcPts val="0"/>
              </a:spcBef>
              <a:spcAft>
                <a:spcPts val="0"/>
              </a:spcAft>
            </a:pPr>
            <a:r>
              <a:rPr b="1" dirty="0">
                <a:solidFill>
                  <a:srgbClr val="0B67A3"/>
                </a:solidFill>
                <a:latin typeface="Biome"/>
              </a:rPr>
              <a:t>UNIDADES SANITÁRIAS</a:t>
            </a:r>
          </a:p>
        </p:txBody>
      </p:sp>
      <p:sp>
        <p:nvSpPr>
          <p:cNvPr id="64" name="Facilities Subtitle"/>
          <p:cNvSpPr txBox="1"/>
          <p:nvPr/>
        </p:nvSpPr>
        <p:spPr>
          <a:xfrm>
            <a:off x="411480" y="2905618"/>
            <a:ext cx="3822191" cy="201168"/>
          </a:xfrm>
          <a:prstGeom prst="rect">
            <a:avLst/>
          </a:prstGeom>
          <a:noFill/>
        </p:spPr>
        <p:txBody>
          <a:bodyPr wrap="square" lIns="0" tIns="0" rIns="0" bIns="0" anchor="t">
            <a:noAutofit/>
          </a:bodyPr>
          <a:lstStyle/>
          <a:p>
            <a:pPr algn="l">
              <a:lnSpc>
                <a:spcPct val="100000"/>
              </a:lnSpc>
              <a:spcBef>
                <a:spcPts val="0"/>
              </a:spcBef>
              <a:spcAft>
                <a:spcPts val="0"/>
              </a:spcAft>
            </a:pPr>
            <a:r>
              <a:rPr sz="1200" b="0" dirty="0" err="1">
                <a:solidFill>
                  <a:srgbClr val="0B2E6B"/>
                </a:solidFill>
                <a:latin typeface="Aptos"/>
              </a:rPr>
              <a:t>Reforço</a:t>
            </a:r>
            <a:r>
              <a:rPr sz="1200" b="0" dirty="0">
                <a:solidFill>
                  <a:srgbClr val="0B2E6B"/>
                </a:solidFill>
                <a:latin typeface="Aptos"/>
              </a:rPr>
              <a:t> dos Serviços de </a:t>
            </a:r>
            <a:r>
              <a:rPr sz="1200" b="0" dirty="0" err="1">
                <a:solidFill>
                  <a:srgbClr val="0B2E6B"/>
                </a:solidFill>
                <a:latin typeface="Aptos"/>
              </a:rPr>
              <a:t>Planeamento</a:t>
            </a:r>
            <a:r>
              <a:rPr sz="1200" b="0" dirty="0">
                <a:solidFill>
                  <a:srgbClr val="0B2E6B"/>
                </a:solidFill>
                <a:latin typeface="Aptos"/>
              </a:rPr>
              <a:t> Familiar e SSR</a:t>
            </a:r>
          </a:p>
        </p:txBody>
      </p:sp>
      <p:sp>
        <p:nvSpPr>
          <p:cNvPr id="65" name="Facilities List Heading"/>
          <p:cNvSpPr txBox="1"/>
          <p:nvPr/>
        </p:nvSpPr>
        <p:spPr>
          <a:xfrm>
            <a:off x="427482" y="3175794"/>
            <a:ext cx="3822191" cy="192024"/>
          </a:xfrm>
          <a:prstGeom prst="rect">
            <a:avLst/>
          </a:prstGeom>
          <a:noFill/>
        </p:spPr>
        <p:txBody>
          <a:bodyPr wrap="square" lIns="0" tIns="0" rIns="0" bIns="0" anchor="t">
            <a:noAutofit/>
          </a:bodyPr>
          <a:lstStyle/>
          <a:p>
            <a:pPr algn="l">
              <a:lnSpc>
                <a:spcPct val="100000"/>
              </a:lnSpc>
              <a:spcBef>
                <a:spcPts val="0"/>
              </a:spcBef>
              <a:spcAft>
                <a:spcPts val="0"/>
              </a:spcAft>
            </a:pPr>
            <a:r>
              <a:rPr b="1" dirty="0">
                <a:solidFill>
                  <a:srgbClr val="0B67A3"/>
                </a:solidFill>
                <a:latin typeface="Biome"/>
              </a:rPr>
              <a:t>INSUMOS E MATERIAIS DOADOS</a:t>
            </a:r>
          </a:p>
        </p:txBody>
      </p:sp>
      <p:sp>
        <p:nvSpPr>
          <p:cNvPr id="66" name="Facilities Left bullet 1"/>
          <p:cNvSpPr txBox="1"/>
          <p:nvPr/>
        </p:nvSpPr>
        <p:spPr>
          <a:xfrm>
            <a:off x="411480" y="3501191"/>
            <a:ext cx="109728" cy="182880"/>
          </a:xfrm>
          <a:prstGeom prst="rect">
            <a:avLst/>
          </a:prstGeom>
          <a:noFill/>
        </p:spPr>
        <p:txBody>
          <a:bodyPr wrap="square" lIns="0" tIns="0" rIns="0" bIns="0" anchor="t">
            <a:noAutofit/>
          </a:bodyPr>
          <a:lstStyle/>
          <a:p>
            <a:pPr algn="l">
              <a:lnSpc>
                <a:spcPct val="100000"/>
              </a:lnSpc>
              <a:spcBef>
                <a:spcPts val="0"/>
              </a:spcBef>
              <a:spcAft>
                <a:spcPts val="0"/>
              </a:spcAft>
            </a:pPr>
            <a:r>
              <a:rPr sz="1100" b="1" dirty="0">
                <a:solidFill>
                  <a:srgbClr val="0B67A3"/>
                </a:solidFill>
                <a:latin typeface="Aptos"/>
              </a:rPr>
              <a:t>•</a:t>
            </a:r>
          </a:p>
        </p:txBody>
      </p:sp>
      <p:sp>
        <p:nvSpPr>
          <p:cNvPr id="67" name="Facilities Left item 1"/>
          <p:cNvSpPr txBox="1"/>
          <p:nvPr/>
        </p:nvSpPr>
        <p:spPr>
          <a:xfrm>
            <a:off x="548640" y="3469162"/>
            <a:ext cx="1664208" cy="201168"/>
          </a:xfrm>
          <a:prstGeom prst="rect">
            <a:avLst/>
          </a:prstGeom>
          <a:noFill/>
        </p:spPr>
        <p:txBody>
          <a:bodyPr wrap="square" lIns="0" tIns="0" rIns="0" bIns="0" anchor="t">
            <a:noAutofit/>
          </a:bodyPr>
          <a:lstStyle/>
          <a:p>
            <a:pPr algn="l">
              <a:lnSpc>
                <a:spcPct val="100000"/>
              </a:lnSpc>
              <a:spcBef>
                <a:spcPts val="0"/>
              </a:spcBef>
              <a:spcAft>
                <a:spcPts val="0"/>
              </a:spcAft>
            </a:pPr>
            <a:r>
              <a:rPr b="0" dirty="0" err="1">
                <a:solidFill>
                  <a:srgbClr val="1D2A3A"/>
                </a:solidFill>
                <a:latin typeface="Aptos"/>
              </a:rPr>
              <a:t>Insumos</a:t>
            </a:r>
            <a:r>
              <a:rPr b="0" dirty="0">
                <a:solidFill>
                  <a:srgbClr val="1D2A3A"/>
                </a:solidFill>
                <a:latin typeface="Aptos"/>
              </a:rPr>
              <a:t/>
            </a:r>
            <a:r>
              <a:rPr b="0" dirty="0" err="1">
                <a:solidFill>
                  <a:srgbClr val="1D2A3A"/>
                </a:solidFill>
                <a:latin typeface="Aptos"/>
              </a:rPr>
              <a:t>médico-cirúrgicos</a:t>
            </a:r>
            <a:r>
              <a:rPr b="0" dirty="0">
                <a:solidFill>
                  <a:srgbClr val="1D2A3A"/>
                </a:solidFill>
                <a:latin typeface="Aptos"/>
              </a:rPr>
              <a:t> para PF</a:t>
            </a:r>
          </a:p>
        </p:txBody>
      </p:sp>
      <p:sp>
        <p:nvSpPr>
          <p:cNvPr id="68" name="Facilities Left bullet 2"/>
          <p:cNvSpPr txBox="1"/>
          <p:nvPr/>
        </p:nvSpPr>
        <p:spPr>
          <a:xfrm>
            <a:off x="384048" y="3942725"/>
            <a:ext cx="109728" cy="182880"/>
          </a:xfrm>
          <a:prstGeom prst="rect">
            <a:avLst/>
          </a:prstGeom>
          <a:noFill/>
        </p:spPr>
        <p:txBody>
          <a:bodyPr wrap="square" lIns="0" tIns="0" rIns="0" bIns="0" anchor="t">
            <a:noAutofit/>
          </a:bodyPr>
          <a:lstStyle/>
          <a:p>
            <a:pPr algn="l">
              <a:lnSpc>
                <a:spcPct val="100000"/>
              </a:lnSpc>
              <a:spcBef>
                <a:spcPts val="0"/>
              </a:spcBef>
              <a:spcAft>
                <a:spcPts val="0"/>
              </a:spcAft>
            </a:pPr>
            <a:r>
              <a:rPr sz="1100" b="1" dirty="0">
                <a:solidFill>
                  <a:srgbClr val="0B67A3"/>
                </a:solidFill>
                <a:latin typeface="Aptos"/>
              </a:rPr>
              <a:t>•</a:t>
            </a:r>
          </a:p>
        </p:txBody>
      </p:sp>
      <p:sp>
        <p:nvSpPr>
          <p:cNvPr id="69" name="Facilities Left item 2"/>
          <p:cNvSpPr txBox="1"/>
          <p:nvPr/>
        </p:nvSpPr>
        <p:spPr>
          <a:xfrm>
            <a:off x="548640" y="3925711"/>
            <a:ext cx="1664208" cy="201168"/>
          </a:xfrm>
          <a:prstGeom prst="rect">
            <a:avLst/>
          </a:prstGeom>
          <a:noFill/>
        </p:spPr>
        <p:txBody>
          <a:bodyPr wrap="square" lIns="0" tIns="0" rIns="0" bIns="0" anchor="t">
            <a:noAutofit/>
          </a:bodyPr>
          <a:lstStyle/>
          <a:p>
            <a:pPr algn="l">
              <a:lnSpc>
                <a:spcPct val="100000"/>
              </a:lnSpc>
              <a:spcBef>
                <a:spcPts val="0"/>
              </a:spcBef>
              <a:spcAft>
                <a:spcPts val="0"/>
              </a:spcAft>
            </a:pPr>
            <a:r>
              <a:rPr b="0">
                <a:solidFill>
                  <a:srgbClr val="1D2A3A"/>
                </a:solidFill>
                <a:latin typeface="Aptos"/>
              </a:rPr>
              <a:t>Materiais de apoio à prestação de serviços</a:t>
            </a:r>
          </a:p>
        </p:txBody>
      </p:sp>
      <p:sp>
        <p:nvSpPr>
          <p:cNvPr id="70" name="Facilities Right bullet 1"/>
          <p:cNvSpPr txBox="1"/>
          <p:nvPr/>
        </p:nvSpPr>
        <p:spPr>
          <a:xfrm>
            <a:off x="2322575" y="3508834"/>
            <a:ext cx="109728" cy="182880"/>
          </a:xfrm>
          <a:prstGeom prst="rect">
            <a:avLst/>
          </a:prstGeom>
          <a:noFill/>
        </p:spPr>
        <p:txBody>
          <a:bodyPr wrap="square" lIns="0" tIns="0" rIns="0" bIns="0" anchor="t">
            <a:noAutofit/>
          </a:bodyPr>
          <a:lstStyle/>
          <a:p>
            <a:pPr algn="l">
              <a:lnSpc>
                <a:spcPct val="100000"/>
              </a:lnSpc>
              <a:spcBef>
                <a:spcPts val="0"/>
              </a:spcBef>
              <a:spcAft>
                <a:spcPts val="0"/>
              </a:spcAft>
            </a:pPr>
            <a:r>
              <a:rPr sz="1100" b="1" dirty="0">
                <a:solidFill>
                  <a:srgbClr val="0B67A3"/>
                </a:solidFill>
                <a:latin typeface="Aptos"/>
              </a:rPr>
              <a:t>•</a:t>
            </a:r>
          </a:p>
        </p:txBody>
      </p:sp>
      <p:sp>
        <p:nvSpPr>
          <p:cNvPr id="71" name="Facilities Right item 1"/>
          <p:cNvSpPr txBox="1"/>
          <p:nvPr/>
        </p:nvSpPr>
        <p:spPr>
          <a:xfrm>
            <a:off x="2459736" y="3469162"/>
            <a:ext cx="1664208" cy="201168"/>
          </a:xfrm>
          <a:prstGeom prst="rect">
            <a:avLst/>
          </a:prstGeom>
          <a:noFill/>
        </p:spPr>
        <p:txBody>
          <a:bodyPr wrap="square" lIns="0" tIns="0" rIns="0" bIns="0" anchor="t">
            <a:noAutofit/>
          </a:bodyPr>
          <a:lstStyle/>
          <a:p>
            <a:pPr algn="l">
              <a:lnSpc>
                <a:spcPct val="100000"/>
              </a:lnSpc>
              <a:spcBef>
                <a:spcPts val="0"/>
              </a:spcBef>
              <a:spcAft>
                <a:spcPts val="0"/>
              </a:spcAft>
            </a:pPr>
            <a:r>
              <a:rPr b="0" dirty="0">
                <a:solidFill>
                  <a:srgbClr val="1D2A3A"/>
                </a:solidFill>
                <a:latin typeface="Aptos"/>
              </a:rPr>
              <a:t>Material para provedores de </a:t>
            </a:r>
            <a:r>
              <a:rPr b="0" dirty="0" err="1">
                <a:solidFill>
                  <a:srgbClr val="1D2A3A"/>
                </a:solidFill>
                <a:latin typeface="Aptos"/>
              </a:rPr>
              <a:t>saúde</a:t>
            </a:r>
            <a:endParaRPr b="0" dirty="0">
              <a:solidFill>
                <a:srgbClr val="1D2A3A"/>
              </a:solidFill>
              <a:latin typeface="Aptos"/>
            </a:endParaRPr>
          </a:p>
        </p:txBody>
      </p:sp>
      <p:sp>
        <p:nvSpPr>
          <p:cNvPr id="72" name="Facilities Right bullet 2"/>
          <p:cNvSpPr txBox="1"/>
          <p:nvPr/>
        </p:nvSpPr>
        <p:spPr>
          <a:xfrm>
            <a:off x="2322576" y="3961890"/>
            <a:ext cx="109728" cy="182880"/>
          </a:xfrm>
          <a:prstGeom prst="rect">
            <a:avLst/>
          </a:prstGeom>
          <a:noFill/>
        </p:spPr>
        <p:txBody>
          <a:bodyPr wrap="square" lIns="0" tIns="0" rIns="0" bIns="0" anchor="t">
            <a:noAutofit/>
          </a:bodyPr>
          <a:lstStyle/>
          <a:p>
            <a:pPr algn="l">
              <a:lnSpc>
                <a:spcPct val="100000"/>
              </a:lnSpc>
              <a:spcBef>
                <a:spcPts val="0"/>
              </a:spcBef>
              <a:spcAft>
                <a:spcPts val="0"/>
              </a:spcAft>
            </a:pPr>
            <a:r>
              <a:rPr sz="1100" b="1" dirty="0">
                <a:solidFill>
                  <a:srgbClr val="0B67A3"/>
                </a:solidFill>
                <a:latin typeface="Aptos"/>
              </a:rPr>
              <a:t>•</a:t>
            </a:r>
          </a:p>
        </p:txBody>
      </p:sp>
      <p:sp>
        <p:nvSpPr>
          <p:cNvPr id="73" name="Facilities Right item 2"/>
          <p:cNvSpPr txBox="1"/>
          <p:nvPr/>
        </p:nvSpPr>
        <p:spPr>
          <a:xfrm>
            <a:off x="2459736" y="3925711"/>
            <a:ext cx="1664208" cy="201168"/>
          </a:xfrm>
          <a:prstGeom prst="rect">
            <a:avLst/>
          </a:prstGeom>
          <a:noFill/>
        </p:spPr>
        <p:txBody>
          <a:bodyPr wrap="square" lIns="0" tIns="0" rIns="0" bIns="0" anchor="t">
            <a:noAutofit/>
          </a:bodyPr>
          <a:lstStyle/>
          <a:p>
            <a:pPr algn="l">
              <a:lnSpc>
                <a:spcPct val="100000"/>
              </a:lnSpc>
              <a:spcBef>
                <a:spcPts val="0"/>
              </a:spcBef>
              <a:spcAft>
                <a:spcPts val="0"/>
              </a:spcAft>
            </a:pPr>
            <a:r>
              <a:rPr b="0" dirty="0" err="1">
                <a:solidFill>
                  <a:srgbClr val="1D2A3A"/>
                </a:solidFill>
                <a:latin typeface="Aptos"/>
              </a:rPr>
              <a:t>Equipamento</a:t>
            </a:r>
            <a:r>
              <a:rPr b="0" dirty="0">
                <a:solidFill>
                  <a:srgbClr val="1D2A3A"/>
                </a:solidFill>
                <a:latin typeface="Aptos"/>
              </a:rPr>
              <a:t/>
            </a:r>
            <a:r>
              <a:rPr b="0" dirty="0" err="1">
                <a:solidFill>
                  <a:srgbClr val="1D2A3A"/>
                </a:solidFill>
                <a:latin typeface="Aptos"/>
              </a:rPr>
              <a:t>clínico</a:t>
            </a:r>
            <a:endParaRPr b="0" dirty="0">
              <a:solidFill>
                <a:srgbClr val="1D2A3A"/>
              </a:solidFill>
              <a:latin typeface="Aptos"/>
            </a:endParaRPr>
          </a:p>
        </p:txBody>
      </p:sp>
      <p:sp>
        <p:nvSpPr>
          <p:cNvPr id="77" name="CaixaDeTexto 76">
            <a:extLst>
              <a:ext uri="{FF2B5EF4-FFF2-40B4-BE49-F238E27FC236}">
                <a16:creationId xmlns:a16="http://schemas.microsoft.com/office/drawing/2014/main" id="{82E5A43F-4696-0FAA-D069-3C2B155991DF}"/>
              </a:ext>
            </a:extLst>
          </p:cNvPr>
          <p:cNvSpPr txBox="1"/>
          <p:nvPr/>
        </p:nvSpPr>
        <p:spPr>
          <a:xfrm>
            <a:off x="5447866" y="1237552"/>
            <a:ext cx="1063642" cy="938719"/>
          </a:xfrm>
          <a:prstGeom prst="rect">
            <a:avLst/>
          </a:prstGeom>
          <a:solidFill>
            <a:schemeClr val="bg1">
              <a:lumMod val="95000"/>
            </a:schemeClr>
          </a:solidFill>
        </p:spPr>
        <p:txBody>
          <a:bodyPr wrap="square">
            <a:spAutoFit/>
          </a:bodyPr>
          <a:lstStyle/>
          <a:p>
            <a:r>
              <a:rPr lang="pt-PT" sz="1100" b="1" i="1" dirty="0">
                <a:latin typeface="Times New Roman" panose="02020603050405020304" pitchFamily="18" charset="0"/>
                <a:cs typeface="Times New Roman" panose="02020603050405020304" pitchFamily="18" charset="0"/>
              </a:rPr>
              <a:t>Levantamento das necessidades no ICS de </a:t>
            </a:r>
            <a:r>
              <a:rPr lang="pt-PT" sz="1100" b="1" i="1" dirty="0" err="1">
                <a:latin typeface="Times New Roman" panose="02020603050405020304" pitchFamily="18" charset="0"/>
                <a:cs typeface="Times New Roman" panose="02020603050405020304" pitchFamily="18" charset="0"/>
              </a:rPr>
              <a:t>Infulene</a:t>
            </a:r>
            <a:endParaRPr lang="pt-PT" sz="1100" b="1" dirty="0"/>
          </a:p>
        </p:txBody>
      </p:sp>
      <p:sp>
        <p:nvSpPr>
          <p:cNvPr id="79" name="Facilities Right item 2">
            <a:extLst>
              <a:ext uri="{FF2B5EF4-FFF2-40B4-BE49-F238E27FC236}">
                <a16:creationId xmlns:a16="http://schemas.microsoft.com/office/drawing/2014/main" id="{DCEE4BA9-3CB0-8D63-D861-BF4DE860425E}"/>
              </a:ext>
            </a:extLst>
          </p:cNvPr>
          <p:cNvSpPr txBox="1"/>
          <p:nvPr/>
        </p:nvSpPr>
        <p:spPr>
          <a:xfrm>
            <a:off x="2465613" y="4184404"/>
            <a:ext cx="2203704" cy="358070"/>
          </a:xfrm>
          <a:prstGeom prst="rect">
            <a:avLst/>
          </a:prstGeom>
          <a:noFill/>
        </p:spPr>
        <p:txBody>
          <a:bodyPr wrap="square" lIns="0" tIns="0" rIns="0" bIns="0" anchor="t">
            <a:noAutofit/>
          </a:bodyPr>
          <a:lstStyle/>
          <a:p>
            <a:pPr algn="l">
              <a:lnSpc>
                <a:spcPct val="100000"/>
              </a:lnSpc>
              <a:spcBef>
                <a:spcPts val="0"/>
              </a:spcBef>
              <a:spcAft>
                <a:spcPts val="0"/>
              </a:spcAft>
            </a:pPr>
            <a:r>
              <a:rPr lang="en-US" dirty="0">
                <a:solidFill>
                  <a:srgbClr val="1D2A3A"/>
                </a:solidFill>
                <a:latin typeface="Aptos"/>
              </a:rPr>
              <a:t>Material IEC, </a:t>
            </a:r>
            <a:r>
              <a:rPr lang="en-US" dirty="0" err="1">
                <a:solidFill>
                  <a:srgbClr val="1D2A3A"/>
                </a:solidFill>
                <a:latin typeface="Aptos"/>
              </a:rPr>
              <a:t>instrumentos</a:t>
            </a:r>
            <a:r>
              <a:rPr lang="en-US" dirty="0">
                <a:solidFill>
                  <a:srgbClr val="1D2A3A"/>
                </a:solidFill>
                <a:latin typeface="Aptos"/>
              </a:rPr>
              <a:t> de </a:t>
            </a:r>
            <a:r>
              <a:rPr lang="en-US" dirty="0" err="1">
                <a:solidFill>
                  <a:srgbClr val="1D2A3A"/>
                </a:solidFill>
                <a:latin typeface="Aptos"/>
              </a:rPr>
              <a:t>registo</a:t>
            </a:r>
            <a:r>
              <a:rPr lang="en-US" dirty="0">
                <a:solidFill>
                  <a:srgbClr val="1D2A3A"/>
                </a:solidFill>
                <a:latin typeface="Aptos"/>
              </a:rPr>
              <a:t>, TV’s e Job Aids</a:t>
            </a:r>
            <a:endParaRPr b="0" dirty="0">
              <a:solidFill>
                <a:srgbClr val="1D2A3A"/>
              </a:solidFill>
              <a:latin typeface="Aptos"/>
            </a:endParaRPr>
          </a:p>
        </p:txBody>
      </p:sp>
      <p:sp>
        <p:nvSpPr>
          <p:cNvPr id="81" name="Facilities Right bullet 2">
            <a:extLst>
              <a:ext uri="{FF2B5EF4-FFF2-40B4-BE49-F238E27FC236}">
                <a16:creationId xmlns:a16="http://schemas.microsoft.com/office/drawing/2014/main" id="{510E3BD6-7EE3-589F-84B9-DE2D6B20606F}"/>
              </a:ext>
            </a:extLst>
          </p:cNvPr>
          <p:cNvSpPr txBox="1"/>
          <p:nvPr/>
        </p:nvSpPr>
        <p:spPr>
          <a:xfrm>
            <a:off x="2324861" y="4219956"/>
            <a:ext cx="109728" cy="182880"/>
          </a:xfrm>
          <a:prstGeom prst="rect">
            <a:avLst/>
          </a:prstGeom>
          <a:noFill/>
        </p:spPr>
        <p:txBody>
          <a:bodyPr wrap="square" lIns="0" tIns="0" rIns="0" bIns="0" anchor="t">
            <a:noAutofit/>
          </a:bodyPr>
          <a:lstStyle/>
          <a:p>
            <a:pPr algn="l">
              <a:lnSpc>
                <a:spcPct val="100000"/>
              </a:lnSpc>
              <a:spcBef>
                <a:spcPts val="0"/>
              </a:spcBef>
              <a:spcAft>
                <a:spcPts val="0"/>
              </a:spcAft>
            </a:pPr>
            <a:r>
              <a:rPr sz="1100" b="1" dirty="0">
                <a:solidFill>
                  <a:srgbClr val="0B67A3"/>
                </a:solidFill>
                <a:latin typeface="Aptos"/>
              </a:rPr>
              <a:t>•</a:t>
            </a:r>
          </a:p>
        </p:txBody>
      </p:sp>
      <p:pic>
        <p:nvPicPr>
          <p:cNvPr id="83" name="Imagem 82">
            <a:extLst>
              <a:ext uri="{FF2B5EF4-FFF2-40B4-BE49-F238E27FC236}">
                <a16:creationId xmlns:a16="http://schemas.microsoft.com/office/drawing/2014/main" id="{01232905-E64D-FB0B-2921-B81609D34461}"/>
              </a:ext>
            </a:extLst>
          </p:cNvPr>
          <p:cNvPicPr>
            <a:picLocks noGrp="1" noRot="1" noChangeAspect="1" noMove="1" noResize="1" noEditPoints="1" noAdjustHandles="1" noChangeArrowheads="1" noChangeShapeType="1" noCrop="1"/>
          </p:cNvPicPr>
          <p:nvPr/>
        </p:nvPicPr>
        <p:blipFill>
          <a:blip r:embed="rId5">
            <a:extLst>
              <a:ext uri="{BEBA8EAE-BF5A-486C-A8C5-ECC9F3942E4B}">
                <a14:imgProps xmlns:a14="http://schemas.microsoft.com/office/drawing/2010/main">
                  <a14:imgLayer r:embed="rId6">
                    <a14:imgEffect>
                      <a14:sharpenSoften amount="50000"/>
                    </a14:imgEffect>
                  </a14:imgLayer>
                </a14:imgProps>
              </a:ext>
              <a:ext uri="{28A0092B-C50C-407E-A947-70E740481C1C}">
                <a14:useLocalDpi xmlns:a14="http://schemas.microsoft.com/office/drawing/2010/main" val="0"/>
              </a:ext>
            </a:extLst>
          </a:blip>
          <a:stretch>
            <a:fillRect/>
          </a:stretch>
        </p:blipFill>
        <p:spPr>
          <a:xfrm>
            <a:off x="6583200" y="2751161"/>
            <a:ext cx="2419068" cy="1710451"/>
          </a:xfrm>
          <a:prstGeom prst="rect">
            <a:avLst/>
          </a:prstGeom>
        </p:spPr>
      </p:pic>
      <p:pic>
        <p:nvPicPr>
          <p:cNvPr id="84" name="Picture 4">
            <a:extLst>
              <a:ext uri="{FF2B5EF4-FFF2-40B4-BE49-F238E27FC236}">
                <a16:creationId xmlns:a16="http://schemas.microsoft.com/office/drawing/2014/main" id="{16B062D7-06F5-CE3A-85F3-137E748CF902}"/>
              </a:ext>
            </a:extLst>
          </p:cNvPr>
          <p:cNvPicPr>
            <a:picLocks noGrp="1" noRot="1" noChangeAspect="1" noMove="1" noResize="1" noEditPoints="1" noAdjustHandles="1" noChangeArrowheads="1" noChangeShapeType="1" noCrop="1"/>
          </p:cNvPicPr>
          <p:nvPr/>
        </p:nvPicPr>
        <p:blipFill rotWithShape="1">
          <a:blip r:embed="rId7" cstate="print">
            <a:extLst>
              <a:ext uri="{28A0092B-C50C-407E-A947-70E740481C1C}">
                <a14:useLocalDpi xmlns:a14="http://schemas.microsoft.com/office/drawing/2010/main" val="0"/>
              </a:ext>
            </a:extLst>
          </a:blip>
          <a:srcRect/>
          <a:stretch/>
        </p:blipFill>
        <p:spPr bwMode="auto">
          <a:xfrm>
            <a:off x="4346186" y="2484117"/>
            <a:ext cx="2181062" cy="1587360"/>
          </a:xfrm>
          <a:prstGeom prst="rect">
            <a:avLst/>
          </a:prstGeom>
          <a:noFill/>
          <a:ln>
            <a:noFill/>
          </a:ln>
          <a:extLst>
            <a:ext uri="{53640926-AAD7-44D8-BBD7-CCE9431645EC}">
              <a14:shadowObscured xmlns:a14="http://schemas.microsoft.com/office/drawing/2010/main"/>
            </a:ext>
          </a:extLst>
        </p:spPr>
      </p:pic>
      <p:sp>
        <p:nvSpPr>
          <p:cNvPr id="86" name="CaixaDeTexto 85">
            <a:extLst>
              <a:ext uri="{FF2B5EF4-FFF2-40B4-BE49-F238E27FC236}">
                <a16:creationId xmlns:a16="http://schemas.microsoft.com/office/drawing/2014/main" id="{310D9C11-72A9-CE2C-3EB8-D8A08B8D12A0}"/>
              </a:ext>
            </a:extLst>
          </p:cNvPr>
          <p:cNvSpPr txBox="1"/>
          <p:nvPr/>
        </p:nvSpPr>
        <p:spPr>
          <a:xfrm>
            <a:off x="4529626" y="4096949"/>
            <a:ext cx="1981882" cy="430887"/>
          </a:xfrm>
          <a:prstGeom prst="rect">
            <a:avLst/>
          </a:prstGeom>
          <a:solidFill>
            <a:schemeClr val="bg1">
              <a:lumMod val="95000"/>
            </a:schemeClr>
          </a:solidFill>
        </p:spPr>
        <p:txBody>
          <a:bodyPr wrap="square">
            <a:spAutoFit/>
          </a:bodyPr>
          <a:lstStyle/>
          <a:p>
            <a:r>
              <a:rPr lang="pt-PT" sz="1100" b="1" i="1" dirty="0">
                <a:latin typeface="Times New Roman" panose="02020603050405020304" pitchFamily="18" charset="0"/>
                <a:cs typeface="Times New Roman" panose="02020603050405020304" pitchFamily="18" charset="0"/>
              </a:rPr>
              <a:t>Entrega de </a:t>
            </a:r>
            <a:r>
              <a:rPr lang="pt-PT" sz="1100" b="1" i="1" dirty="0" err="1">
                <a:latin typeface="Times New Roman" panose="02020603050405020304" pitchFamily="18" charset="0"/>
                <a:cs typeface="Times New Roman" panose="02020603050405020304" pitchFamily="18" charset="0"/>
              </a:rPr>
              <a:t>de</a:t>
            </a:r>
            <a:r>
              <a:rPr lang="pt-PT" sz="1100" b="1" i="1" dirty="0">
                <a:latin typeface="Times New Roman" panose="02020603050405020304" pitchFamily="18" charset="0"/>
                <a:cs typeface="Times New Roman" panose="02020603050405020304" pitchFamily="18" charset="0"/>
              </a:rPr>
              <a:t> material </a:t>
            </a:r>
            <a:r>
              <a:rPr lang="pt-PT" sz="1100" b="1" i="1" noProof="0" dirty="0">
                <a:latin typeface="Times New Roman" panose="02020603050405020304" pitchFamily="18" charset="0"/>
                <a:cs typeface="Times New Roman" panose="02020603050405020304" pitchFamily="18" charset="0"/>
              </a:rPr>
              <a:t>médico </a:t>
            </a:r>
            <a:r>
              <a:rPr lang="pt-PT" sz="1100" b="1" i="1" dirty="0">
                <a:latin typeface="Times New Roman" panose="02020603050405020304" pitchFamily="18" charset="0"/>
                <a:cs typeface="Times New Roman" panose="02020603050405020304" pitchFamily="18" charset="0"/>
              </a:rPr>
              <a:t>cirúrgico no C.S Albazine</a:t>
            </a:r>
            <a:endParaRPr lang="pt-PT" sz="1100" b="1" dirty="0"/>
          </a:p>
        </p:txBody>
      </p:sp>
      <p:sp>
        <p:nvSpPr>
          <p:cNvPr id="88" name="CaixaDeTexto 87">
            <a:extLst>
              <a:ext uri="{FF2B5EF4-FFF2-40B4-BE49-F238E27FC236}">
                <a16:creationId xmlns:a16="http://schemas.microsoft.com/office/drawing/2014/main" id="{4B9A2603-2FAA-0A47-2DB5-CA8868B22C7B}"/>
              </a:ext>
            </a:extLst>
          </p:cNvPr>
          <p:cNvSpPr txBox="1"/>
          <p:nvPr/>
        </p:nvSpPr>
        <p:spPr>
          <a:xfrm>
            <a:off x="6583200" y="4360262"/>
            <a:ext cx="2475020" cy="215444"/>
          </a:xfrm>
          <a:prstGeom prst="rect">
            <a:avLst/>
          </a:prstGeom>
          <a:solidFill>
            <a:schemeClr val="bg1">
              <a:lumMod val="95000"/>
            </a:schemeClr>
          </a:solidFill>
        </p:spPr>
        <p:txBody>
          <a:bodyPr wrap="square">
            <a:spAutoFit/>
          </a:bodyPr>
          <a:lstStyle/>
          <a:p>
            <a:r>
              <a:rPr lang="pt-PT" sz="800" b="1" i="1" dirty="0">
                <a:latin typeface="Times New Roman" panose="02020603050405020304" pitchFamily="18" charset="0"/>
                <a:cs typeface="Times New Roman" panose="02020603050405020304" pitchFamily="18" charset="0"/>
              </a:rPr>
              <a:t>Entrega de TV para o SAAJ do C. S José Macamo</a:t>
            </a:r>
          </a:p>
        </p:txBody>
      </p:sp>
    </p:spTree>
    <p:extLst>
      <p:ext uri="{BB962C8B-B14F-4D97-AF65-F5344CB8AC3E}">
        <p14:creationId xmlns:p14="http://schemas.microsoft.com/office/powerpoint/2010/main" val="281734576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0B2E6B"/>
        </a:solidFill>
        <a:effectLst/>
      </p:bgPr>
    </p:bg>
    <p:spTree>
      <p:nvGrpSpPr>
        <p:cNvPr id="1" name="">
          <a:extLst>
            <a:ext uri="{FF2B5EF4-FFF2-40B4-BE49-F238E27FC236}">
              <a16:creationId xmlns:a16="http://schemas.microsoft.com/office/drawing/2014/main" id="{AC1E223A-81AE-4ECA-E662-DD3DBE39A508}"/>
            </a:ext>
          </a:extLst>
        </p:cNvPr>
        <p:cNvGrpSpPr/>
        <p:nvPr/>
      </p:nvGrpSpPr>
      <p:grpSpPr>
        <a:xfrm>
          <a:off x="0" y="0"/>
          <a:ext cx="0" cy="0"/>
          <a:chOff x="0" y="0"/>
          <a:chExt cx="0" cy="0"/>
        </a:xfrm>
      </p:grpSpPr>
      <p:pic>
        <p:nvPicPr>
          <p:cNvPr id="6" name="Picture 3" descr="Mãos segurando peças de quebra-cabeça em círculo&#10;&#10;O conteúdo gerado por IA pode estar incorreto.">
            <a:extLst>
              <a:ext uri="{FF2B5EF4-FFF2-40B4-BE49-F238E27FC236}">
                <a16:creationId xmlns:a16="http://schemas.microsoft.com/office/drawing/2014/main" id="{0FC1659F-8272-FAA0-453D-287489DBC6AC}"/>
              </a:ext>
            </a:extLst>
          </p:cNvPr>
          <p:cNvPicPr>
            <a:picLocks noChangeAspect="1"/>
          </p:cNvPicPr>
          <p:nvPr/>
        </p:nvPicPr>
        <p:blipFill>
          <a:blip r:embed="rId2" cstate="email">
            <a:extLst>
              <a:ext uri="{28A0092B-C50C-407E-A947-70E740481C1C}">
                <a14:useLocalDpi xmlns:a14="http://schemas.microsoft.com/office/drawing/2010/main" val="0"/>
              </a:ext>
            </a:extLst>
          </a:blip>
          <a:stretch>
            <a:fillRect/>
          </a:stretch>
        </p:blipFill>
        <p:spPr>
          <a:xfrm>
            <a:off x="7290708" y="46701"/>
            <a:ext cx="1208313" cy="1145543"/>
          </a:xfrm>
          <a:prstGeom prst="rect">
            <a:avLst/>
          </a:prstGeom>
        </p:spPr>
      </p:pic>
      <p:grpSp>
        <p:nvGrpSpPr>
          <p:cNvPr id="40" name="Agrupar 39">
            <a:extLst>
              <a:ext uri="{FF2B5EF4-FFF2-40B4-BE49-F238E27FC236}">
                <a16:creationId xmlns:a16="http://schemas.microsoft.com/office/drawing/2014/main" id="{BBE6AEA9-A97A-8FC6-384D-7A4D146375A5}"/>
              </a:ext>
            </a:extLst>
          </p:cNvPr>
          <p:cNvGrpSpPr>
            <a:grpSpLocks noGrp="1" noUngrp="1" noRot="1" noMove="1" noResize="1"/>
          </p:cNvGrpSpPr>
          <p:nvPr/>
        </p:nvGrpSpPr>
        <p:grpSpPr>
          <a:xfrm>
            <a:off x="-6072" y="304875"/>
            <a:ext cx="9137929" cy="4852825"/>
            <a:chOff x="-6072" y="304875"/>
            <a:chExt cx="9137929" cy="4852825"/>
          </a:xfrm>
        </p:grpSpPr>
        <p:pic>
          <p:nvPicPr>
            <p:cNvPr id="12" name="Imagem 11">
              <a:extLst>
                <a:ext uri="{FF2B5EF4-FFF2-40B4-BE49-F238E27FC236}">
                  <a16:creationId xmlns:a16="http://schemas.microsoft.com/office/drawing/2014/main" id="{EBEBA66B-24D1-4D64-36E4-8DBDA4774507}"/>
                </a:ext>
              </a:extLst>
            </p:cNvPr>
            <p:cNvPicPr>
              <a:picLocks noGrp="1" noRot="1" noChangeAspect="1" noMove="1" noResize="1" noEditPoints="1" noAdjustHandles="1" noChangeArrowheads="1" noChangeShapeType="1" noCrop="1"/>
            </p:cNvPicPr>
            <p:nvPr/>
          </p:nvPicPr>
          <p:blipFill>
            <a:blip r:embed="rId3">
              <a:extLst>
                <a:ext uri="{28A0092B-C50C-407E-A947-70E740481C1C}">
                  <a14:useLocalDpi xmlns:a14="http://schemas.microsoft.com/office/drawing/2010/main" val="0"/>
                </a:ext>
              </a:extLst>
            </a:blip>
            <a:srcRect/>
            <a:stretch>
              <a:fillRect/>
            </a:stretch>
          </p:blipFill>
          <p:spPr>
            <a:xfrm>
              <a:off x="-6072" y="304875"/>
              <a:ext cx="6715677" cy="4533750"/>
            </a:xfrm>
            <a:prstGeom prst="rect">
              <a:avLst/>
            </a:prstGeom>
          </p:spPr>
        </p:pic>
        <p:pic>
          <p:nvPicPr>
            <p:cNvPr id="13" name="Imagem 12" descr="WhatsApp Image 2026-06-03 at 13.45.04">
              <a:extLst>
                <a:ext uri="{FF2B5EF4-FFF2-40B4-BE49-F238E27FC236}">
                  <a16:creationId xmlns:a16="http://schemas.microsoft.com/office/drawing/2014/main" id="{D2E46E5C-2FB3-31D9-FF3B-569D3C4F79EE}"/>
                </a:ext>
              </a:extLst>
            </p:cNvPr>
            <p:cNvPicPr>
              <a:picLocks noGrp="1" noRot="1" noChangeAspect="1" noMove="1" noResize="1" noEditPoints="1" noAdjustHandles="1" noChangeArrowheads="1" noChangeShapeType="1" noCrop="1"/>
            </p:cNvPicPr>
            <p:nvPr/>
          </p:nvPicPr>
          <p:blipFill>
            <a:blip r:embed="rId4" cstate="print">
              <a:extLst>
                <a:ext uri="{BEBA8EAE-BF5A-486C-A8C5-ECC9F3942E4B}">
                  <a14:imgProps xmlns:a14="http://schemas.microsoft.com/office/drawing/2010/main">
                    <a14:imgLayer r:embed="rId5">
                      <a14:imgEffect>
                        <a14:brightnessContrast bright="20000" contrast="-40000"/>
                      </a14:imgEffect>
                    </a14:imgLayer>
                  </a14:imgProps>
                </a:ext>
                <a:ext uri="{28A0092B-C50C-407E-A947-70E740481C1C}">
                  <a14:useLocalDpi xmlns:a14="http://schemas.microsoft.com/office/drawing/2010/main" val="0"/>
                </a:ext>
              </a:extLst>
            </a:blip>
            <a:srcRect/>
            <a:stretch>
              <a:fillRect/>
            </a:stretch>
          </p:blipFill>
          <p:spPr bwMode="auto">
            <a:xfrm>
              <a:off x="6727821" y="2196193"/>
              <a:ext cx="2404036" cy="1453144"/>
            </a:xfrm>
            <a:prstGeom prst="rect">
              <a:avLst/>
            </a:prstGeom>
            <a:noFill/>
            <a:ln>
              <a:noFill/>
            </a:ln>
          </p:spPr>
        </p:pic>
        <p:pic>
          <p:nvPicPr>
            <p:cNvPr id="30" name="Picture 2">
              <a:extLst>
                <a:ext uri="{FF2B5EF4-FFF2-40B4-BE49-F238E27FC236}">
                  <a16:creationId xmlns:a16="http://schemas.microsoft.com/office/drawing/2014/main" id="{FF8F1FC2-8592-4A7B-F3A3-2FB8BD3A56B3}"/>
                </a:ext>
              </a:extLst>
            </p:cNvPr>
            <p:cNvPicPr>
              <a:picLocks noGrp="1" noRot="1" noChangeAspect="1" noMove="1" noResize="1" noEditPoints="1" noAdjustHandles="1" noChangeArrowheads="1" noChangeShapeType="1" noCrop="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6715677" y="1138171"/>
              <a:ext cx="2416179" cy="1098842"/>
            </a:xfrm>
            <a:prstGeom prst="rect">
              <a:avLst/>
            </a:prstGeom>
            <a:noFill/>
            <a:ln>
              <a:noFill/>
            </a:ln>
          </p:spPr>
        </p:pic>
        <p:pic>
          <p:nvPicPr>
            <p:cNvPr id="33" name="Imagem 32">
              <a:extLst>
                <a:ext uri="{FF2B5EF4-FFF2-40B4-BE49-F238E27FC236}">
                  <a16:creationId xmlns:a16="http://schemas.microsoft.com/office/drawing/2014/main" id="{4A20C93F-9396-BE0A-6DE1-1625C2AEC428}"/>
                </a:ext>
              </a:extLst>
            </p:cNvPr>
            <p:cNvPicPr>
              <a:picLocks noGrp="1" noRot="1" noChangeAspect="1" noMove="1" noResize="1" noEditPoints="1" noAdjustHandles="1" noChangeArrowheads="1" noChangeShapeType="1" noCrop="1"/>
            </p:cNvPicPr>
            <p:nvPr/>
          </p:nvPicPr>
          <p:blipFill>
            <a:blip r:embed="rId7">
              <a:extLst>
                <a:ext uri="{28A0092B-C50C-407E-A947-70E740481C1C}">
                  <a14:useLocalDpi xmlns:a14="http://schemas.microsoft.com/office/drawing/2010/main" val="0"/>
                </a:ext>
              </a:extLst>
            </a:blip>
            <a:srcRect/>
            <a:stretch>
              <a:fillRect/>
            </a:stretch>
          </p:blipFill>
          <p:spPr>
            <a:xfrm>
              <a:off x="6715677" y="3487599"/>
              <a:ext cx="2416179" cy="1670101"/>
            </a:xfrm>
            <a:prstGeom prst="rect">
              <a:avLst/>
            </a:prstGeom>
          </p:spPr>
        </p:pic>
        <p:pic>
          <p:nvPicPr>
            <p:cNvPr id="39" name="Imagem 38">
              <a:extLst>
                <a:ext uri="{FF2B5EF4-FFF2-40B4-BE49-F238E27FC236}">
                  <a16:creationId xmlns:a16="http://schemas.microsoft.com/office/drawing/2014/main" id="{0B2930F7-2065-2D2D-5C39-26CF8B3BEF4D}"/>
                </a:ext>
              </a:extLst>
            </p:cNvPr>
            <p:cNvPicPr>
              <a:picLocks noGrp="1" noRot="1" noChangeAspect="1" noMove="1" noResize="1" noEditPoints="1" noAdjustHandles="1" noChangeArrowheads="1" noChangeShapeType="1" noCrop="1"/>
            </p:cNvPicPr>
            <p:nvPr/>
          </p:nvPicPr>
          <p:blipFill>
            <a:blip r:embed="rId8">
              <a:extLst>
                <a:ext uri="{28A0092B-C50C-407E-A947-70E740481C1C}">
                  <a14:useLocalDpi xmlns:a14="http://schemas.microsoft.com/office/drawing/2010/main" val="0"/>
                </a:ext>
              </a:extLst>
            </a:blip>
            <a:srcRect/>
            <a:stretch>
              <a:fillRect/>
            </a:stretch>
          </p:blipFill>
          <p:spPr>
            <a:xfrm>
              <a:off x="34607" y="4838625"/>
              <a:ext cx="6675120" cy="304875"/>
            </a:xfrm>
            <a:prstGeom prst="rect">
              <a:avLst/>
            </a:prstGeom>
          </p:spPr>
        </p:pic>
      </p:grpSp>
    </p:spTree>
    <p:extLst>
      <p:ext uri="{BB962C8B-B14F-4D97-AF65-F5344CB8AC3E}">
        <p14:creationId xmlns:p14="http://schemas.microsoft.com/office/powerpoint/2010/main" val="425440976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B8D7D0-9EAB-D07F-961B-63A26237FE42}"/>
            </a:ext>
          </a:extLst>
        </p:cNvPr>
        <p:cNvGrpSpPr/>
        <p:nvPr/>
      </p:nvGrpSpPr>
      <p:grpSpPr>
        <a:xfrm>
          <a:off x="0" y="0"/>
          <a:ext cx="0" cy="0"/>
          <a:chOff x="0" y="0"/>
          <a:chExt cx="0" cy="0"/>
        </a:xfrm>
      </p:grpSpPr>
      <p:pic>
        <p:nvPicPr>
          <p:cNvPr id="3" name="Imagem 2">
            <a:extLst>
              <a:ext uri="{FF2B5EF4-FFF2-40B4-BE49-F238E27FC236}">
                <a16:creationId xmlns:a16="http://schemas.microsoft.com/office/drawing/2014/main" id="{1FDA9BC4-AF6B-04B8-375C-A261D97E3C46}"/>
              </a:ext>
            </a:extLst>
          </p:cNvPr>
          <p:cNvPicPr>
            <a:picLocks noChangeAspect="1"/>
          </p:cNvPicPr>
          <p:nvPr/>
        </p:nvPicPr>
        <p:blipFill>
          <a:blip r:embed="rId2"/>
          <a:srcRect l="12400" t="5606" r="6000"/>
          <a:stretch>
            <a:fillRect/>
          </a:stretch>
        </p:blipFill>
        <p:spPr>
          <a:xfrm>
            <a:off x="6353252" y="747812"/>
            <a:ext cx="2706624" cy="2348246"/>
          </a:xfrm>
          <a:prstGeom prst="rect">
            <a:avLst/>
          </a:prstGeom>
        </p:spPr>
      </p:pic>
      <p:sp>
        <p:nvSpPr>
          <p:cNvPr id="9" name="Rectangle 8">
            <a:extLst>
              <a:ext uri="{FF2B5EF4-FFF2-40B4-BE49-F238E27FC236}">
                <a16:creationId xmlns:a16="http://schemas.microsoft.com/office/drawing/2014/main" id="{2AE6ABFA-8EFD-C730-F748-F12FE0431D48}"/>
              </a:ext>
            </a:extLst>
          </p:cNvPr>
          <p:cNvSpPr/>
          <p:nvPr/>
        </p:nvSpPr>
        <p:spPr>
          <a:xfrm>
            <a:off x="228600" y="77475"/>
            <a:ext cx="7968745" cy="387798"/>
          </a:xfrm>
          <a:prstGeom prst="rect">
            <a:avLst/>
          </a:prstGeom>
          <a:solidFill>
            <a:srgbClr val="0B2E6B"/>
          </a:solidFill>
          <a:ln>
            <a:noFill/>
          </a:ln>
        </p:spPr>
        <p:txBody>
          <a:bodyPr wrap="square" tIns="0" rIns="73152" bIns="0" anchor="ctr">
            <a:spAutoFit/>
          </a:bodyPr>
          <a:lstStyle/>
          <a:p>
            <a:pPr algn="l" defTabSz="685800">
              <a:lnSpc>
                <a:spcPct val="90000"/>
              </a:lnSpc>
              <a:spcBef>
                <a:spcPct val="0"/>
              </a:spcBef>
            </a:pPr>
            <a:r>
              <a:rPr lang="en-US" b="1" dirty="0">
                <a:solidFill>
                  <a:schemeClr val="bg1"/>
                </a:solidFill>
                <a:latin typeface="Biome" panose="020B0502040204020203" pitchFamily="34" charset="0"/>
                <a:cs typeface="Biome" panose="020B0502040204020203" pitchFamily="34" charset="0"/>
              </a:rPr>
              <a:t>TROCA DE EXPERIÊNCIAS E MENTORIA CLÍNICA PARA MELHORIA DA QUALIDADE DOS SERVIÇOS</a:t>
            </a:r>
            <a:endParaRPr lang="fr-FR" sz="3200" b="1" dirty="0">
              <a:solidFill>
                <a:schemeClr val="bg1"/>
              </a:solidFill>
              <a:latin typeface="Biome" panose="020B0502040204020203" pitchFamily="34" charset="0"/>
              <a:cs typeface="Biome" panose="020B0502040204020203" pitchFamily="34" charset="0"/>
            </a:endParaRPr>
          </a:p>
        </p:txBody>
      </p:sp>
      <p:pic>
        <p:nvPicPr>
          <p:cNvPr id="4" name="Imagem 3">
            <a:extLst>
              <a:ext uri="{FF2B5EF4-FFF2-40B4-BE49-F238E27FC236}">
                <a16:creationId xmlns:a16="http://schemas.microsoft.com/office/drawing/2014/main" id="{A3CA1322-A0AD-119D-F91C-FF52B691A65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41732" y="4581398"/>
            <a:ext cx="5129983" cy="369729"/>
          </a:xfrm>
          <a:prstGeom prst="rect">
            <a:avLst/>
          </a:prstGeom>
        </p:spPr>
      </p:pic>
      <p:pic>
        <p:nvPicPr>
          <p:cNvPr id="6" name="Picture 3" descr="Mãos segurando peças de quebra-cabeça em círculo&#10;&#10;O conteúdo gerado por IA pode estar incorreto.">
            <a:extLst>
              <a:ext uri="{FF2B5EF4-FFF2-40B4-BE49-F238E27FC236}">
                <a16:creationId xmlns:a16="http://schemas.microsoft.com/office/drawing/2014/main" id="{0A600924-34C9-7930-8838-F5E2AFBFAD79}"/>
              </a:ext>
            </a:extLst>
          </p:cNvPr>
          <p:cNvPicPr>
            <a:picLocks noChangeAspect="1"/>
          </p:cNvPicPr>
          <p:nvPr/>
        </p:nvPicPr>
        <p:blipFill>
          <a:blip r:embed="rId4" cstate="email">
            <a:extLst>
              <a:ext uri="{28A0092B-C50C-407E-A947-70E740481C1C}">
                <a14:useLocalDpi xmlns:a14="http://schemas.microsoft.com/office/drawing/2010/main" val="0"/>
              </a:ext>
            </a:extLst>
          </a:blip>
          <a:stretch>
            <a:fillRect/>
          </a:stretch>
        </p:blipFill>
        <p:spPr>
          <a:xfrm>
            <a:off x="8197345" y="73152"/>
            <a:ext cx="713733" cy="676656"/>
          </a:xfrm>
          <a:prstGeom prst="rect">
            <a:avLst/>
          </a:prstGeom>
        </p:spPr>
      </p:pic>
      <p:sp>
        <p:nvSpPr>
          <p:cNvPr id="14" name="Outcome Orange Accent">
            <a:extLst>
              <a:ext uri="{FF2B5EF4-FFF2-40B4-BE49-F238E27FC236}">
                <a16:creationId xmlns:a16="http://schemas.microsoft.com/office/drawing/2014/main" id="{5A6AD331-12DF-BAA7-7A29-C773571805EF}"/>
              </a:ext>
            </a:extLst>
          </p:cNvPr>
          <p:cNvSpPr/>
          <p:nvPr/>
        </p:nvSpPr>
        <p:spPr>
          <a:xfrm>
            <a:off x="228600" y="4418180"/>
            <a:ext cx="8686800" cy="64008"/>
          </a:xfrm>
          <a:prstGeom prst="rect">
            <a:avLst/>
          </a:prstGeom>
          <a:solidFill>
            <a:srgbClr val="E88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CaixaDeTexto 4">
            <a:extLst>
              <a:ext uri="{FF2B5EF4-FFF2-40B4-BE49-F238E27FC236}">
                <a16:creationId xmlns:a16="http://schemas.microsoft.com/office/drawing/2014/main" id="{959E4D29-8E45-3BF7-AD5D-567DC864CC19}"/>
              </a:ext>
            </a:extLst>
          </p:cNvPr>
          <p:cNvSpPr txBox="1"/>
          <p:nvPr/>
        </p:nvSpPr>
        <p:spPr>
          <a:xfrm>
            <a:off x="228599" y="473009"/>
            <a:ext cx="7612379" cy="261610"/>
          </a:xfrm>
          <a:prstGeom prst="rect">
            <a:avLst/>
          </a:prstGeom>
          <a:noFill/>
        </p:spPr>
        <p:txBody>
          <a:bodyPr wrap="square">
            <a:spAutoFit/>
          </a:bodyPr>
          <a:lstStyle/>
          <a:p>
            <a:r>
              <a:rPr lang="pt-PT" sz="1100" b="1" i="1" dirty="0">
                <a:solidFill>
                  <a:srgbClr val="0B2E6B"/>
                </a:solidFill>
              </a:rPr>
              <a:t>OUTCOME 2  </a:t>
            </a:r>
            <a:r>
              <a:rPr lang="pt-PT" sz="1100" i="1" dirty="0">
                <a:solidFill>
                  <a:srgbClr val="0B2E6B"/>
                </a:solidFill>
              </a:rPr>
              <a:t>Acesso Reforçado a Serviços de Saúde Sexual e Reprodutiva de Qualidade.</a:t>
            </a:r>
          </a:p>
        </p:txBody>
      </p:sp>
      <p:sp>
        <p:nvSpPr>
          <p:cNvPr id="8" name="Outcome Section Label">
            <a:extLst>
              <a:ext uri="{FF2B5EF4-FFF2-40B4-BE49-F238E27FC236}">
                <a16:creationId xmlns:a16="http://schemas.microsoft.com/office/drawing/2014/main" id="{1AE32AB9-B126-38A5-0A37-536B0B0EA40F}"/>
              </a:ext>
            </a:extLst>
          </p:cNvPr>
          <p:cNvSpPr txBox="1"/>
          <p:nvPr/>
        </p:nvSpPr>
        <p:spPr>
          <a:xfrm>
            <a:off x="4457700" y="4670491"/>
            <a:ext cx="4544568" cy="184666"/>
          </a:xfrm>
          <a:prstGeom prst="rect">
            <a:avLst/>
          </a:prstGeom>
          <a:solidFill>
            <a:srgbClr val="0B2E6B"/>
          </a:solidFill>
        </p:spPr>
        <p:txBody>
          <a:bodyPr wrap="square" lIns="0" tIns="0" rIns="0" bIns="0">
            <a:spAutoFit/>
          </a:bodyPr>
          <a:lstStyle/>
          <a:p>
            <a:r>
              <a:rPr lang="pt-PT" sz="1200" b="1" dirty="0">
                <a:solidFill>
                  <a:srgbClr val="FFFFFF"/>
                </a:solidFill>
                <a:latin typeface="Biome"/>
              </a:rPr>
              <a:t>Capacitação de provedores e melhoria dos serviços</a:t>
            </a:r>
          </a:p>
        </p:txBody>
      </p:sp>
      <p:sp>
        <p:nvSpPr>
          <p:cNvPr id="15" name="KPI Heading"/>
          <p:cNvSpPr txBox="1"/>
          <p:nvPr/>
        </p:nvSpPr>
        <p:spPr>
          <a:xfrm>
            <a:off x="256032" y="786384"/>
            <a:ext cx="2926080" cy="164592"/>
          </a:xfrm>
          <a:prstGeom prst="rect">
            <a:avLst/>
          </a:prstGeom>
          <a:noFill/>
        </p:spPr>
        <p:txBody>
          <a:bodyPr wrap="square" lIns="0" tIns="0" rIns="0" bIns="0" anchor="t">
            <a:noAutofit/>
          </a:bodyPr>
          <a:lstStyle/>
          <a:p>
            <a:pPr algn="l">
              <a:lnSpc>
                <a:spcPct val="100000"/>
              </a:lnSpc>
              <a:spcBef>
                <a:spcPts val="0"/>
              </a:spcBef>
              <a:spcAft>
                <a:spcPts val="0"/>
              </a:spcAft>
            </a:pPr>
            <a:r>
              <a:rPr sz="1050" b="1" dirty="0">
                <a:solidFill>
                  <a:srgbClr val="E88200"/>
                </a:solidFill>
                <a:latin typeface="Biome"/>
              </a:rPr>
              <a:t>INDICADORES-CHAVE</a:t>
            </a:r>
            <a:endParaRPr sz="950" b="1" dirty="0">
              <a:solidFill>
                <a:srgbClr val="E88200"/>
              </a:solidFill>
              <a:latin typeface="Biome"/>
            </a:endParaRPr>
          </a:p>
        </p:txBody>
      </p:sp>
      <p:sp>
        <p:nvSpPr>
          <p:cNvPr id="16" name="KPI 1 Icon"/>
          <p:cNvSpPr txBox="1"/>
          <p:nvPr/>
        </p:nvSpPr>
        <p:spPr>
          <a:xfrm>
            <a:off x="256032" y="1005840"/>
            <a:ext cx="347472" cy="338328"/>
          </a:xfrm>
          <a:prstGeom prst="rect">
            <a:avLst/>
          </a:prstGeom>
          <a:noFill/>
        </p:spPr>
        <p:txBody>
          <a:bodyPr wrap="square" lIns="0" tIns="0" rIns="0" bIns="0" anchor="ctr">
            <a:noAutofit/>
          </a:bodyPr>
          <a:lstStyle/>
          <a:p>
            <a:pPr algn="l">
              <a:lnSpc>
                <a:spcPct val="100000"/>
              </a:lnSpc>
              <a:spcBef>
                <a:spcPts val="0"/>
              </a:spcBef>
              <a:spcAft>
                <a:spcPts val="0"/>
              </a:spcAft>
            </a:pPr>
            <a:r>
              <a:rPr sz="2000" b="0">
                <a:solidFill>
                  <a:srgbClr val="0B2E6B"/>
                </a:solidFill>
                <a:latin typeface="Segoe UI Emoji"/>
              </a:rPr>
              <a:t>🏥</a:t>
            </a:r>
          </a:p>
        </p:txBody>
      </p:sp>
      <p:sp>
        <p:nvSpPr>
          <p:cNvPr id="17" name="KPI 1 Value"/>
          <p:cNvSpPr txBox="1"/>
          <p:nvPr/>
        </p:nvSpPr>
        <p:spPr>
          <a:xfrm>
            <a:off x="676656" y="941832"/>
            <a:ext cx="1417320" cy="384048"/>
          </a:xfrm>
          <a:prstGeom prst="rect">
            <a:avLst/>
          </a:prstGeom>
          <a:noFill/>
        </p:spPr>
        <p:txBody>
          <a:bodyPr wrap="square" lIns="0" tIns="0" rIns="0" bIns="0" anchor="ctr">
            <a:noAutofit/>
          </a:bodyPr>
          <a:lstStyle/>
          <a:p>
            <a:pPr algn="l">
              <a:lnSpc>
                <a:spcPct val="100000"/>
              </a:lnSpc>
              <a:spcBef>
                <a:spcPts val="0"/>
              </a:spcBef>
              <a:spcAft>
                <a:spcPts val="0"/>
              </a:spcAft>
            </a:pPr>
            <a:r>
              <a:rPr sz="2700" b="1">
                <a:solidFill>
                  <a:srgbClr val="0B2E6B"/>
                </a:solidFill>
                <a:latin typeface="Biome"/>
              </a:rPr>
              <a:t>4</a:t>
            </a:r>
          </a:p>
        </p:txBody>
      </p:sp>
      <p:sp>
        <p:nvSpPr>
          <p:cNvPr id="18" name="KPI 1 Label"/>
          <p:cNvSpPr txBox="1"/>
          <p:nvPr/>
        </p:nvSpPr>
        <p:spPr>
          <a:xfrm>
            <a:off x="256032" y="1389888"/>
            <a:ext cx="2542032" cy="384048"/>
          </a:xfrm>
          <a:prstGeom prst="rect">
            <a:avLst/>
          </a:prstGeom>
          <a:noFill/>
        </p:spPr>
        <p:txBody>
          <a:bodyPr wrap="square" lIns="0" tIns="0" rIns="0" bIns="0" anchor="t">
            <a:noAutofit/>
          </a:bodyPr>
          <a:lstStyle/>
          <a:p>
            <a:pPr algn="l">
              <a:lnSpc>
                <a:spcPct val="100000"/>
              </a:lnSpc>
              <a:spcBef>
                <a:spcPts val="0"/>
              </a:spcBef>
              <a:spcAft>
                <a:spcPts val="0"/>
              </a:spcAft>
            </a:pPr>
            <a:r>
              <a:rPr sz="1200" b="1" dirty="0">
                <a:solidFill>
                  <a:srgbClr val="0B2E6B"/>
                </a:solidFill>
                <a:latin typeface="Biome"/>
              </a:rPr>
              <a:t>UNIDADES
SANITÁRIAS</a:t>
            </a:r>
          </a:p>
        </p:txBody>
      </p:sp>
      <p:sp>
        <p:nvSpPr>
          <p:cNvPr id="19" name="KPI Divider 1"/>
          <p:cNvSpPr/>
          <p:nvPr/>
        </p:nvSpPr>
        <p:spPr>
          <a:xfrm>
            <a:off x="2212848" y="987552"/>
            <a:ext cx="10972" cy="786384"/>
          </a:xfrm>
          <a:prstGeom prst="rect">
            <a:avLst/>
          </a:prstGeom>
          <a:solidFill>
            <a:srgbClr val="D6E5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KPI 2 Icon"/>
          <p:cNvSpPr txBox="1"/>
          <p:nvPr/>
        </p:nvSpPr>
        <p:spPr>
          <a:xfrm>
            <a:off x="2377440" y="1005840"/>
            <a:ext cx="347472" cy="338328"/>
          </a:xfrm>
          <a:prstGeom prst="rect">
            <a:avLst/>
          </a:prstGeom>
          <a:noFill/>
        </p:spPr>
        <p:txBody>
          <a:bodyPr wrap="square" lIns="0" tIns="0" rIns="0" bIns="0" anchor="ctr">
            <a:noAutofit/>
          </a:bodyPr>
          <a:lstStyle/>
          <a:p>
            <a:pPr algn="l">
              <a:lnSpc>
                <a:spcPct val="100000"/>
              </a:lnSpc>
              <a:spcBef>
                <a:spcPts val="0"/>
              </a:spcBef>
              <a:spcAft>
                <a:spcPts val="0"/>
              </a:spcAft>
            </a:pPr>
            <a:r>
              <a:rPr sz="2000" b="0">
                <a:solidFill>
                  <a:srgbClr val="0B2E6B"/>
                </a:solidFill>
                <a:latin typeface="Segoe UI Emoji"/>
              </a:rPr>
              <a:t>👩‍⚕️</a:t>
            </a:r>
          </a:p>
        </p:txBody>
      </p:sp>
      <p:sp>
        <p:nvSpPr>
          <p:cNvPr id="21" name="KPI 2 Value"/>
          <p:cNvSpPr txBox="1"/>
          <p:nvPr/>
        </p:nvSpPr>
        <p:spPr>
          <a:xfrm>
            <a:off x="2798064" y="941832"/>
            <a:ext cx="1417320" cy="384048"/>
          </a:xfrm>
          <a:prstGeom prst="rect">
            <a:avLst/>
          </a:prstGeom>
          <a:noFill/>
        </p:spPr>
        <p:txBody>
          <a:bodyPr wrap="square" lIns="0" tIns="0" rIns="0" bIns="0" anchor="ctr">
            <a:noAutofit/>
          </a:bodyPr>
          <a:lstStyle/>
          <a:p>
            <a:pPr algn="l">
              <a:lnSpc>
                <a:spcPct val="100000"/>
              </a:lnSpc>
              <a:spcBef>
                <a:spcPts val="0"/>
              </a:spcBef>
              <a:spcAft>
                <a:spcPts val="0"/>
              </a:spcAft>
            </a:pPr>
            <a:r>
              <a:rPr sz="2700" b="1" dirty="0">
                <a:solidFill>
                  <a:srgbClr val="0B2E6B"/>
                </a:solidFill>
                <a:latin typeface="Biome"/>
              </a:rPr>
              <a:t>18</a:t>
            </a:r>
          </a:p>
        </p:txBody>
      </p:sp>
      <p:sp>
        <p:nvSpPr>
          <p:cNvPr id="22" name="KPI 2 Label"/>
          <p:cNvSpPr txBox="1"/>
          <p:nvPr/>
        </p:nvSpPr>
        <p:spPr>
          <a:xfrm>
            <a:off x="2377440" y="1389888"/>
            <a:ext cx="2132380" cy="384048"/>
          </a:xfrm>
          <a:prstGeom prst="rect">
            <a:avLst/>
          </a:prstGeom>
          <a:noFill/>
        </p:spPr>
        <p:txBody>
          <a:bodyPr wrap="square" lIns="0" tIns="0" rIns="0" bIns="0" anchor="t">
            <a:noAutofit/>
          </a:bodyPr>
          <a:lstStyle/>
          <a:p>
            <a:pPr algn="l">
              <a:lnSpc>
                <a:spcPct val="100000"/>
              </a:lnSpc>
              <a:spcBef>
                <a:spcPts val="0"/>
              </a:spcBef>
              <a:spcAft>
                <a:spcPts val="0"/>
              </a:spcAft>
            </a:pPr>
            <a:r>
              <a:rPr sz="1200" b="1" dirty="0">
                <a:solidFill>
                  <a:srgbClr val="0B2E6B"/>
                </a:solidFill>
                <a:latin typeface="Biome"/>
              </a:rPr>
              <a:t>PROVEDORES E </a:t>
            </a:r>
            <a:endParaRPr lang="en-US" sz="1200" b="1" dirty="0">
              <a:solidFill>
                <a:srgbClr val="0B2E6B"/>
              </a:solidFill>
              <a:latin typeface="Biome"/>
            </a:endParaRPr>
          </a:p>
          <a:p>
            <a:pPr algn="l">
              <a:lnSpc>
                <a:spcPct val="100000"/>
              </a:lnSpc>
              <a:spcBef>
                <a:spcPts val="0"/>
              </a:spcBef>
              <a:spcAft>
                <a:spcPts val="0"/>
              </a:spcAft>
            </a:pPr>
            <a:r>
              <a:rPr sz="1200" b="1" dirty="0">
                <a:solidFill>
                  <a:srgbClr val="0B2E6B"/>
                </a:solidFill>
                <a:latin typeface="Biome"/>
              </a:rPr>
              <a:t>GESTORES
ENVOLVIDOS</a:t>
            </a:r>
          </a:p>
        </p:txBody>
      </p:sp>
      <p:sp>
        <p:nvSpPr>
          <p:cNvPr id="23" name="KPI Divider 2"/>
          <p:cNvSpPr/>
          <p:nvPr/>
        </p:nvSpPr>
        <p:spPr>
          <a:xfrm>
            <a:off x="3656778" y="987552"/>
            <a:ext cx="10972" cy="786384"/>
          </a:xfrm>
          <a:prstGeom prst="rect">
            <a:avLst/>
          </a:prstGeom>
          <a:solidFill>
            <a:srgbClr val="D6E5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KPI 3 Icon"/>
          <p:cNvSpPr txBox="1"/>
          <p:nvPr/>
        </p:nvSpPr>
        <p:spPr>
          <a:xfrm>
            <a:off x="3821370" y="1005840"/>
            <a:ext cx="347472" cy="338328"/>
          </a:xfrm>
          <a:prstGeom prst="rect">
            <a:avLst/>
          </a:prstGeom>
          <a:noFill/>
        </p:spPr>
        <p:txBody>
          <a:bodyPr wrap="square" lIns="0" tIns="0" rIns="0" bIns="0" anchor="ctr">
            <a:noAutofit/>
          </a:bodyPr>
          <a:lstStyle/>
          <a:p>
            <a:pPr algn="l">
              <a:lnSpc>
                <a:spcPct val="100000"/>
              </a:lnSpc>
              <a:spcBef>
                <a:spcPts val="0"/>
              </a:spcBef>
              <a:spcAft>
                <a:spcPts val="0"/>
              </a:spcAft>
            </a:pPr>
            <a:r>
              <a:rPr sz="2000" b="0">
                <a:solidFill>
                  <a:srgbClr val="0B2E6B"/>
                </a:solidFill>
                <a:latin typeface="Segoe UI Emoji"/>
              </a:rPr>
              <a:t>🤝</a:t>
            </a:r>
          </a:p>
        </p:txBody>
      </p:sp>
      <p:sp>
        <p:nvSpPr>
          <p:cNvPr id="25" name="KPI 3 Value"/>
          <p:cNvSpPr txBox="1"/>
          <p:nvPr/>
        </p:nvSpPr>
        <p:spPr>
          <a:xfrm>
            <a:off x="4241994" y="941832"/>
            <a:ext cx="1417320" cy="384048"/>
          </a:xfrm>
          <a:prstGeom prst="rect">
            <a:avLst/>
          </a:prstGeom>
          <a:noFill/>
        </p:spPr>
        <p:txBody>
          <a:bodyPr wrap="square" lIns="0" tIns="0" rIns="0" bIns="0" anchor="ctr">
            <a:noAutofit/>
          </a:bodyPr>
          <a:lstStyle/>
          <a:p>
            <a:pPr algn="l">
              <a:lnSpc>
                <a:spcPct val="100000"/>
              </a:lnSpc>
              <a:spcBef>
                <a:spcPts val="0"/>
              </a:spcBef>
              <a:spcAft>
                <a:spcPts val="0"/>
              </a:spcAft>
            </a:pPr>
            <a:r>
              <a:rPr sz="2700" b="1">
                <a:solidFill>
                  <a:srgbClr val="0B2E6B"/>
                </a:solidFill>
                <a:latin typeface="Biome"/>
              </a:rPr>
              <a:t>1</a:t>
            </a:r>
          </a:p>
        </p:txBody>
      </p:sp>
      <p:sp>
        <p:nvSpPr>
          <p:cNvPr id="26" name="KPI 3 Label"/>
          <p:cNvSpPr txBox="1"/>
          <p:nvPr/>
        </p:nvSpPr>
        <p:spPr>
          <a:xfrm>
            <a:off x="3821370" y="1389888"/>
            <a:ext cx="1856231" cy="384048"/>
          </a:xfrm>
          <a:prstGeom prst="rect">
            <a:avLst/>
          </a:prstGeom>
          <a:noFill/>
        </p:spPr>
        <p:txBody>
          <a:bodyPr wrap="square" lIns="0" tIns="0" rIns="0" bIns="0" anchor="t">
            <a:noAutofit/>
          </a:bodyPr>
          <a:lstStyle/>
          <a:p>
            <a:pPr algn="l">
              <a:lnSpc>
                <a:spcPct val="100000"/>
              </a:lnSpc>
              <a:spcBef>
                <a:spcPts val="0"/>
              </a:spcBef>
              <a:spcAft>
                <a:spcPts val="0"/>
              </a:spcAft>
            </a:pPr>
            <a:r>
              <a:rPr sz="1200" b="1" dirty="0">
                <a:solidFill>
                  <a:srgbClr val="0B2E6B"/>
                </a:solidFill>
                <a:latin typeface="Biome"/>
              </a:rPr>
              <a:t>INTERCÂMBIO
REALIZADO</a:t>
            </a:r>
          </a:p>
        </p:txBody>
      </p:sp>
      <p:sp>
        <p:nvSpPr>
          <p:cNvPr id="31" name="Results Accent"/>
          <p:cNvSpPr/>
          <p:nvPr/>
        </p:nvSpPr>
        <p:spPr>
          <a:xfrm>
            <a:off x="256032" y="1874519"/>
            <a:ext cx="384048" cy="41148"/>
          </a:xfrm>
          <a:prstGeom prst="rect">
            <a:avLst/>
          </a:prstGeom>
          <a:solidFill>
            <a:srgbClr val="E88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Results Heading"/>
          <p:cNvSpPr txBox="1"/>
          <p:nvPr/>
        </p:nvSpPr>
        <p:spPr>
          <a:xfrm>
            <a:off x="256032" y="1956816"/>
            <a:ext cx="3657600" cy="237744"/>
          </a:xfrm>
          <a:prstGeom prst="rect">
            <a:avLst/>
          </a:prstGeom>
          <a:noFill/>
        </p:spPr>
        <p:txBody>
          <a:bodyPr wrap="square" lIns="0" tIns="0" rIns="0" bIns="0" anchor="t">
            <a:noAutofit/>
          </a:bodyPr>
          <a:lstStyle/>
          <a:p>
            <a:pPr algn="l">
              <a:lnSpc>
                <a:spcPct val="100000"/>
              </a:lnSpc>
              <a:spcBef>
                <a:spcPts val="0"/>
              </a:spcBef>
              <a:spcAft>
                <a:spcPts val="0"/>
              </a:spcAft>
            </a:pPr>
            <a:r>
              <a:rPr sz="1300" b="1">
                <a:solidFill>
                  <a:srgbClr val="0B2E6B"/>
                </a:solidFill>
                <a:latin typeface="Biome"/>
              </a:rPr>
              <a:t>RESULTADOS ALCANÇADOS</a:t>
            </a:r>
          </a:p>
        </p:txBody>
      </p:sp>
      <p:sp>
        <p:nvSpPr>
          <p:cNvPr id="33" name="Results Column Divider"/>
          <p:cNvSpPr/>
          <p:nvPr/>
        </p:nvSpPr>
        <p:spPr>
          <a:xfrm>
            <a:off x="3666102" y="1984248"/>
            <a:ext cx="10972" cy="1325880"/>
          </a:xfrm>
          <a:prstGeom prst="rect">
            <a:avLst/>
          </a:prstGeom>
          <a:solidFill>
            <a:srgbClr val="D6E5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Left Bullet 1"/>
          <p:cNvSpPr txBox="1"/>
          <p:nvPr/>
        </p:nvSpPr>
        <p:spPr>
          <a:xfrm>
            <a:off x="256032" y="2267712"/>
            <a:ext cx="146304" cy="182880"/>
          </a:xfrm>
          <a:prstGeom prst="rect">
            <a:avLst/>
          </a:prstGeom>
          <a:noFill/>
        </p:spPr>
        <p:txBody>
          <a:bodyPr wrap="square" lIns="0" tIns="0" rIns="0" bIns="0" anchor="t">
            <a:noAutofit/>
          </a:bodyPr>
          <a:lstStyle/>
          <a:p>
            <a:pPr algn="l">
              <a:lnSpc>
                <a:spcPct val="100000"/>
              </a:lnSpc>
              <a:spcBef>
                <a:spcPts val="0"/>
              </a:spcBef>
              <a:spcAft>
                <a:spcPts val="0"/>
              </a:spcAft>
            </a:pPr>
            <a:r>
              <a:rPr sz="800" b="1">
                <a:solidFill>
                  <a:srgbClr val="E88200"/>
                </a:solidFill>
                <a:latin typeface="Aptos"/>
              </a:rPr>
              <a:t>◆</a:t>
            </a:r>
          </a:p>
        </p:txBody>
      </p:sp>
      <p:sp>
        <p:nvSpPr>
          <p:cNvPr id="35" name="Left Head 1"/>
          <p:cNvSpPr txBox="1"/>
          <p:nvPr/>
        </p:nvSpPr>
        <p:spPr>
          <a:xfrm>
            <a:off x="475488" y="2267712"/>
            <a:ext cx="3749039" cy="164592"/>
          </a:xfrm>
          <a:prstGeom prst="rect">
            <a:avLst/>
          </a:prstGeom>
          <a:noFill/>
        </p:spPr>
        <p:txBody>
          <a:bodyPr wrap="square" lIns="0" tIns="0" rIns="0" bIns="0" anchor="t">
            <a:noAutofit/>
          </a:bodyPr>
          <a:lstStyle/>
          <a:p>
            <a:pPr algn="l">
              <a:lnSpc>
                <a:spcPct val="100000"/>
              </a:lnSpc>
              <a:spcBef>
                <a:spcPts val="0"/>
              </a:spcBef>
              <a:spcAft>
                <a:spcPts val="0"/>
              </a:spcAft>
            </a:pPr>
            <a:r>
              <a:rPr sz="1200" b="1" dirty="0">
                <a:solidFill>
                  <a:srgbClr val="0B67A3"/>
                </a:solidFill>
                <a:latin typeface="Biome"/>
              </a:rPr>
              <a:t>CAPACIDADES REFORÇADAS</a:t>
            </a:r>
          </a:p>
        </p:txBody>
      </p:sp>
      <p:sp>
        <p:nvSpPr>
          <p:cNvPr id="36" name="Left Body 1"/>
          <p:cNvSpPr txBox="1"/>
          <p:nvPr/>
        </p:nvSpPr>
        <p:spPr>
          <a:xfrm>
            <a:off x="475488" y="2450592"/>
            <a:ext cx="3749039" cy="292608"/>
          </a:xfrm>
          <a:prstGeom prst="rect">
            <a:avLst/>
          </a:prstGeom>
          <a:noFill/>
        </p:spPr>
        <p:txBody>
          <a:bodyPr wrap="square" lIns="0" tIns="0" rIns="0" bIns="0" anchor="t">
            <a:noAutofit/>
          </a:bodyPr>
          <a:lstStyle/>
          <a:p>
            <a:pPr algn="l">
              <a:lnSpc>
                <a:spcPct val="100000"/>
              </a:lnSpc>
              <a:spcBef>
                <a:spcPts val="0"/>
              </a:spcBef>
              <a:spcAft>
                <a:spcPts val="0"/>
              </a:spcAft>
            </a:pPr>
            <a:r>
              <a:rPr sz="1019" b="0" dirty="0" err="1">
                <a:solidFill>
                  <a:srgbClr val="1D2A3A"/>
                </a:solidFill>
                <a:latin typeface="Aptos"/>
              </a:rPr>
              <a:t>Cuidados</a:t>
            </a:r>
            <a:r>
              <a:rPr sz="1019" b="0" dirty="0">
                <a:solidFill>
                  <a:srgbClr val="1D2A3A"/>
                </a:solidFill>
                <a:latin typeface="Aptos"/>
              </a:rPr>
              <a:t/>
            </a:r>
            <a:r>
              <a:rPr sz="1019" b="0" dirty="0" err="1">
                <a:solidFill>
                  <a:srgbClr val="1D2A3A"/>
                </a:solidFill>
                <a:latin typeface="Aptos"/>
              </a:rPr>
              <a:t>Compreensivos</a:t>
            </a:r>
            <a:r>
              <a:rPr sz="1019" b="0" dirty="0">
                <a:solidFill>
                  <a:srgbClr val="1D2A3A"/>
                </a:solidFill>
                <a:latin typeface="Aptos"/>
              </a:rPr>
              <a:t> de </a:t>
            </a:r>
            <a:r>
              <a:rPr sz="1019" b="0" dirty="0" err="1">
                <a:solidFill>
                  <a:srgbClr val="1D2A3A"/>
                </a:solidFill>
                <a:latin typeface="Aptos"/>
              </a:rPr>
              <a:t>Aborto</a:t>
            </a:r>
            <a:r>
              <a:rPr sz="1019" b="0" dirty="0">
                <a:solidFill>
                  <a:srgbClr val="1D2A3A"/>
                </a:solidFill>
                <a:latin typeface="Aptos"/>
              </a:rPr>
              <a:t> (CCA), </a:t>
            </a:r>
            <a:endParaRPr lang="en-US" sz="1019" b="0" dirty="0">
              <a:solidFill>
                <a:srgbClr val="1D2A3A"/>
              </a:solidFill>
              <a:latin typeface="Aptos"/>
            </a:endParaRPr>
          </a:p>
          <a:p>
            <a:pPr algn="l">
              <a:lnSpc>
                <a:spcPct val="100000"/>
              </a:lnSpc>
              <a:spcBef>
                <a:spcPts val="0"/>
              </a:spcBef>
              <a:spcAft>
                <a:spcPts val="0"/>
              </a:spcAft>
            </a:pPr>
            <a:r>
              <a:rPr sz="1019" b="0" dirty="0" err="1">
                <a:solidFill>
                  <a:srgbClr val="1D2A3A"/>
                </a:solidFill>
                <a:latin typeface="Aptos"/>
              </a:rPr>
              <a:t>planeamento</a:t>
            </a:r>
            <a:r>
              <a:rPr sz="1019" b="0" dirty="0">
                <a:solidFill>
                  <a:srgbClr val="1D2A3A"/>
                </a:solidFill>
                <a:latin typeface="Aptos"/>
              </a:rPr>
              <a:t> familiar e </a:t>
            </a:r>
            <a:r>
              <a:rPr sz="1019" b="0" dirty="0" err="1">
                <a:solidFill>
                  <a:srgbClr val="1D2A3A"/>
                </a:solidFill>
                <a:latin typeface="Aptos"/>
              </a:rPr>
              <a:t>aconselhamento</a:t>
            </a:r>
            <a:r>
              <a:rPr sz="1019" b="0" dirty="0">
                <a:solidFill>
                  <a:srgbClr val="1D2A3A"/>
                </a:solidFill>
                <a:latin typeface="Aptos"/>
              </a:rPr>
              <a:t>.</a:t>
            </a:r>
          </a:p>
        </p:txBody>
      </p:sp>
      <p:sp>
        <p:nvSpPr>
          <p:cNvPr id="37" name="Left Bullet 2"/>
          <p:cNvSpPr txBox="1"/>
          <p:nvPr/>
        </p:nvSpPr>
        <p:spPr>
          <a:xfrm>
            <a:off x="256032" y="2788920"/>
            <a:ext cx="146304" cy="182880"/>
          </a:xfrm>
          <a:prstGeom prst="rect">
            <a:avLst/>
          </a:prstGeom>
          <a:noFill/>
        </p:spPr>
        <p:txBody>
          <a:bodyPr wrap="square" lIns="0" tIns="0" rIns="0" bIns="0" anchor="t">
            <a:noAutofit/>
          </a:bodyPr>
          <a:lstStyle/>
          <a:p>
            <a:pPr algn="l">
              <a:lnSpc>
                <a:spcPct val="100000"/>
              </a:lnSpc>
              <a:spcBef>
                <a:spcPts val="0"/>
              </a:spcBef>
              <a:spcAft>
                <a:spcPts val="0"/>
              </a:spcAft>
            </a:pPr>
            <a:r>
              <a:rPr sz="800" b="1">
                <a:solidFill>
                  <a:srgbClr val="E88200"/>
                </a:solidFill>
                <a:latin typeface="Aptos"/>
              </a:rPr>
              <a:t>◆</a:t>
            </a:r>
          </a:p>
        </p:txBody>
      </p:sp>
      <p:sp>
        <p:nvSpPr>
          <p:cNvPr id="38" name="Left Head 2"/>
          <p:cNvSpPr txBox="1"/>
          <p:nvPr/>
        </p:nvSpPr>
        <p:spPr>
          <a:xfrm>
            <a:off x="475488" y="2788920"/>
            <a:ext cx="3749039" cy="164592"/>
          </a:xfrm>
          <a:prstGeom prst="rect">
            <a:avLst/>
          </a:prstGeom>
          <a:noFill/>
        </p:spPr>
        <p:txBody>
          <a:bodyPr wrap="square" lIns="0" tIns="0" rIns="0" bIns="0" anchor="t">
            <a:noAutofit/>
          </a:bodyPr>
          <a:lstStyle/>
          <a:p>
            <a:pPr algn="l">
              <a:lnSpc>
                <a:spcPct val="100000"/>
              </a:lnSpc>
              <a:spcBef>
                <a:spcPts val="0"/>
              </a:spcBef>
              <a:spcAft>
                <a:spcPts val="0"/>
              </a:spcAft>
            </a:pPr>
            <a:r>
              <a:rPr sz="930" b="1">
                <a:solidFill>
                  <a:srgbClr val="0B67A3"/>
                </a:solidFill>
                <a:latin typeface="Biome"/>
              </a:rPr>
              <a:t>QUALIDADE DOS SERVIÇOS</a:t>
            </a:r>
          </a:p>
        </p:txBody>
      </p:sp>
      <p:sp>
        <p:nvSpPr>
          <p:cNvPr id="39" name="Left Body 2"/>
          <p:cNvSpPr txBox="1"/>
          <p:nvPr/>
        </p:nvSpPr>
        <p:spPr>
          <a:xfrm>
            <a:off x="475488" y="2971800"/>
            <a:ext cx="3749039" cy="292608"/>
          </a:xfrm>
          <a:prstGeom prst="rect">
            <a:avLst/>
          </a:prstGeom>
          <a:noFill/>
        </p:spPr>
        <p:txBody>
          <a:bodyPr wrap="square" lIns="0" tIns="0" rIns="0" bIns="0" anchor="t">
            <a:noAutofit/>
          </a:bodyPr>
          <a:lstStyle/>
          <a:p>
            <a:pPr algn="l">
              <a:lnSpc>
                <a:spcPct val="100000"/>
              </a:lnSpc>
              <a:spcBef>
                <a:spcPts val="0"/>
              </a:spcBef>
              <a:spcAft>
                <a:spcPts val="0"/>
              </a:spcAft>
            </a:pPr>
            <a:r>
              <a:rPr sz="1019" b="0">
                <a:solidFill>
                  <a:srgbClr val="1D2A3A"/>
                </a:solidFill>
                <a:latin typeface="Aptos"/>
              </a:rPr>
              <a:t>Reforço do aconselhamento e dos cuidados pós-aborto.</a:t>
            </a:r>
          </a:p>
        </p:txBody>
      </p:sp>
      <p:sp>
        <p:nvSpPr>
          <p:cNvPr id="40" name="Left Bullet 3"/>
          <p:cNvSpPr txBox="1"/>
          <p:nvPr/>
        </p:nvSpPr>
        <p:spPr>
          <a:xfrm>
            <a:off x="256032" y="3310127"/>
            <a:ext cx="146304" cy="182880"/>
          </a:xfrm>
          <a:prstGeom prst="rect">
            <a:avLst/>
          </a:prstGeom>
          <a:noFill/>
        </p:spPr>
        <p:txBody>
          <a:bodyPr wrap="square" lIns="0" tIns="0" rIns="0" bIns="0" anchor="t">
            <a:noAutofit/>
          </a:bodyPr>
          <a:lstStyle/>
          <a:p>
            <a:pPr algn="l">
              <a:lnSpc>
                <a:spcPct val="100000"/>
              </a:lnSpc>
              <a:spcBef>
                <a:spcPts val="0"/>
              </a:spcBef>
              <a:spcAft>
                <a:spcPts val="0"/>
              </a:spcAft>
            </a:pPr>
            <a:r>
              <a:rPr sz="800" b="1">
                <a:solidFill>
                  <a:srgbClr val="E88200"/>
                </a:solidFill>
                <a:latin typeface="Aptos"/>
              </a:rPr>
              <a:t>◆</a:t>
            </a:r>
          </a:p>
        </p:txBody>
      </p:sp>
      <p:sp>
        <p:nvSpPr>
          <p:cNvPr id="41" name="Left Head 3"/>
          <p:cNvSpPr txBox="1"/>
          <p:nvPr/>
        </p:nvSpPr>
        <p:spPr>
          <a:xfrm>
            <a:off x="475488" y="3310127"/>
            <a:ext cx="3749039" cy="164592"/>
          </a:xfrm>
          <a:prstGeom prst="rect">
            <a:avLst/>
          </a:prstGeom>
          <a:noFill/>
        </p:spPr>
        <p:txBody>
          <a:bodyPr wrap="square" lIns="0" tIns="0" rIns="0" bIns="0" anchor="t">
            <a:noAutofit/>
          </a:bodyPr>
          <a:lstStyle/>
          <a:p>
            <a:pPr algn="l">
              <a:lnSpc>
                <a:spcPct val="100000"/>
              </a:lnSpc>
              <a:spcBef>
                <a:spcPts val="0"/>
              </a:spcBef>
              <a:spcAft>
                <a:spcPts val="0"/>
              </a:spcAft>
            </a:pPr>
            <a:r>
              <a:rPr sz="930" b="1">
                <a:solidFill>
                  <a:srgbClr val="0B67A3"/>
                </a:solidFill>
                <a:latin typeface="Biome"/>
              </a:rPr>
              <a:t>BOAS PRÁTICAS PARTILHADAS</a:t>
            </a:r>
          </a:p>
        </p:txBody>
      </p:sp>
      <p:sp>
        <p:nvSpPr>
          <p:cNvPr id="42" name="Left Body 3"/>
          <p:cNvSpPr txBox="1"/>
          <p:nvPr/>
        </p:nvSpPr>
        <p:spPr>
          <a:xfrm>
            <a:off x="475488" y="3493008"/>
            <a:ext cx="3749039" cy="292608"/>
          </a:xfrm>
          <a:prstGeom prst="rect">
            <a:avLst/>
          </a:prstGeom>
          <a:noFill/>
        </p:spPr>
        <p:txBody>
          <a:bodyPr wrap="square" lIns="0" tIns="0" rIns="0" bIns="0" anchor="t">
            <a:noAutofit/>
          </a:bodyPr>
          <a:lstStyle/>
          <a:p>
            <a:pPr algn="l">
              <a:lnSpc>
                <a:spcPct val="100000"/>
              </a:lnSpc>
              <a:spcBef>
                <a:spcPts val="0"/>
              </a:spcBef>
              <a:spcAft>
                <a:spcPts val="0"/>
              </a:spcAft>
            </a:pPr>
            <a:r>
              <a:rPr sz="1019" b="0" dirty="0" err="1">
                <a:solidFill>
                  <a:srgbClr val="1D2A3A"/>
                </a:solidFill>
                <a:latin typeface="Aptos"/>
              </a:rPr>
              <a:t>Organização</a:t>
            </a:r>
            <a:r>
              <a:rPr sz="1019" b="0" dirty="0">
                <a:solidFill>
                  <a:srgbClr val="1D2A3A"/>
                </a:solidFill>
                <a:latin typeface="Aptos"/>
              </a:rPr>
              <a:t> dos </a:t>
            </a:r>
            <a:r>
              <a:rPr sz="1019" b="0" dirty="0" err="1">
                <a:solidFill>
                  <a:srgbClr val="1D2A3A"/>
                </a:solidFill>
                <a:latin typeface="Aptos"/>
              </a:rPr>
              <a:t>serviços</a:t>
            </a:r>
            <a:r>
              <a:rPr sz="1019" b="0" dirty="0">
                <a:solidFill>
                  <a:srgbClr val="1D2A3A"/>
                </a:solidFill>
                <a:latin typeface="Aptos"/>
              </a:rPr>
              <a:t>, </a:t>
            </a:r>
            <a:r>
              <a:rPr sz="1019" b="0" dirty="0" err="1">
                <a:solidFill>
                  <a:srgbClr val="1D2A3A"/>
                </a:solidFill>
                <a:latin typeface="Aptos"/>
              </a:rPr>
              <a:t>gestão</a:t>
            </a:r>
            <a:r>
              <a:rPr sz="1019" b="0" dirty="0">
                <a:solidFill>
                  <a:srgbClr val="1D2A3A"/>
                </a:solidFill>
                <a:latin typeface="Aptos"/>
              </a:rPr>
              <a:t> de </a:t>
            </a:r>
            <a:r>
              <a:rPr sz="1019" b="0" dirty="0" err="1">
                <a:solidFill>
                  <a:srgbClr val="1D2A3A"/>
                </a:solidFill>
                <a:latin typeface="Aptos"/>
              </a:rPr>
              <a:t>métodos</a:t>
            </a:r>
            <a:r>
              <a:rPr sz="1019" b="0" dirty="0">
                <a:solidFill>
                  <a:srgbClr val="1D2A3A"/>
                </a:solidFill>
                <a:latin typeface="Aptos"/>
              </a:rPr>
              <a:t/>
            </a:r>
            <a:endParaRPr lang="en-US" sz="1019" b="0" dirty="0">
              <a:solidFill>
                <a:srgbClr val="1D2A3A"/>
              </a:solidFill>
              <a:latin typeface="Aptos"/>
            </a:endParaRPr>
          </a:p>
          <a:p>
            <a:pPr algn="l">
              <a:lnSpc>
                <a:spcPct val="100000"/>
              </a:lnSpc>
              <a:spcBef>
                <a:spcPts val="0"/>
              </a:spcBef>
              <a:spcAft>
                <a:spcPts val="0"/>
              </a:spcAft>
            </a:pPr>
            <a:r>
              <a:rPr sz="1019" b="0" dirty="0">
                <a:solidFill>
                  <a:srgbClr val="1D2A3A"/>
                </a:solidFill>
                <a:latin typeface="Aptos"/>
              </a:rPr>
              <a:t>contraceptivos e </a:t>
            </a:r>
            <a:r>
              <a:rPr sz="1019" b="0" dirty="0" err="1">
                <a:solidFill>
                  <a:srgbClr val="1D2A3A"/>
                </a:solidFill>
                <a:latin typeface="Aptos"/>
              </a:rPr>
              <a:t>trabalho</a:t>
            </a:r>
            <a:r>
              <a:rPr sz="1019" b="0" dirty="0">
                <a:solidFill>
                  <a:srgbClr val="1D2A3A"/>
                </a:solidFill>
                <a:latin typeface="Aptos"/>
              </a:rPr>
              <a:t/>
            </a:r>
            <a:r>
              <a:rPr sz="1019" b="0" dirty="0" err="1">
                <a:solidFill>
                  <a:srgbClr val="1D2A3A"/>
                </a:solidFill>
                <a:latin typeface="Aptos"/>
              </a:rPr>
              <a:t>em</a:t>
            </a:r>
            <a:r>
              <a:rPr sz="1019" b="0" dirty="0">
                <a:solidFill>
                  <a:srgbClr val="1D2A3A"/>
                </a:solidFill>
                <a:latin typeface="Aptos"/>
              </a:rPr>
              <a:t/>
            </a:r>
            <a:r>
              <a:rPr sz="1019" b="0" dirty="0" err="1">
                <a:solidFill>
                  <a:srgbClr val="1D2A3A"/>
                </a:solidFill>
                <a:latin typeface="Aptos"/>
              </a:rPr>
              <a:t>equipa</a:t>
            </a:r>
            <a:r>
              <a:rPr sz="1019" b="0" dirty="0">
                <a:solidFill>
                  <a:srgbClr val="1D2A3A"/>
                </a:solidFill>
                <a:latin typeface="Aptos"/>
              </a:rPr>
              <a:t>.</a:t>
            </a:r>
          </a:p>
        </p:txBody>
      </p:sp>
      <p:sp>
        <p:nvSpPr>
          <p:cNvPr id="43" name="Skills Heading"/>
          <p:cNvSpPr txBox="1"/>
          <p:nvPr/>
        </p:nvSpPr>
        <p:spPr>
          <a:xfrm>
            <a:off x="3756894" y="1993392"/>
            <a:ext cx="3858768" cy="219456"/>
          </a:xfrm>
          <a:prstGeom prst="rect">
            <a:avLst/>
          </a:prstGeom>
          <a:noFill/>
        </p:spPr>
        <p:txBody>
          <a:bodyPr wrap="square" lIns="0" tIns="0" rIns="0" bIns="0" anchor="t">
            <a:noAutofit/>
          </a:bodyPr>
          <a:lstStyle/>
          <a:p>
            <a:pPr algn="l">
              <a:lnSpc>
                <a:spcPct val="100000"/>
              </a:lnSpc>
              <a:spcBef>
                <a:spcPts val="0"/>
              </a:spcBef>
              <a:spcAft>
                <a:spcPts val="0"/>
              </a:spcAft>
            </a:pPr>
            <a:r>
              <a:rPr sz="1200" b="1" dirty="0">
                <a:solidFill>
                  <a:srgbClr val="0B67A3"/>
                </a:solidFill>
                <a:latin typeface="Biome"/>
              </a:rPr>
              <a:t>COMPETÊNCIAS FORTALECIDAS</a:t>
            </a:r>
          </a:p>
        </p:txBody>
      </p:sp>
      <p:sp>
        <p:nvSpPr>
          <p:cNvPr id="44" name="Skill Bar 1"/>
          <p:cNvSpPr/>
          <p:nvPr/>
        </p:nvSpPr>
        <p:spPr>
          <a:xfrm>
            <a:off x="3903846" y="2331720"/>
            <a:ext cx="54864" cy="146304"/>
          </a:xfrm>
          <a:prstGeom prst="rect">
            <a:avLst/>
          </a:prstGeom>
          <a:solidFill>
            <a:srgbClr val="0B67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Skill 1"/>
          <p:cNvSpPr txBox="1"/>
          <p:nvPr/>
        </p:nvSpPr>
        <p:spPr>
          <a:xfrm>
            <a:off x="4086726" y="2304288"/>
            <a:ext cx="3566160" cy="228600"/>
          </a:xfrm>
          <a:prstGeom prst="rect">
            <a:avLst/>
          </a:prstGeom>
          <a:noFill/>
        </p:spPr>
        <p:txBody>
          <a:bodyPr wrap="square" lIns="0" tIns="0" rIns="0" bIns="0" anchor="ctr">
            <a:noAutofit/>
          </a:bodyPr>
          <a:lstStyle/>
          <a:p>
            <a:pPr algn="l">
              <a:lnSpc>
                <a:spcPct val="100000"/>
              </a:lnSpc>
              <a:spcBef>
                <a:spcPts val="0"/>
              </a:spcBef>
              <a:spcAft>
                <a:spcPts val="0"/>
              </a:spcAft>
            </a:pPr>
            <a:r>
              <a:rPr sz="1050" b="0">
                <a:solidFill>
                  <a:srgbClr val="1D2A3A"/>
                </a:solidFill>
                <a:latin typeface="Aptos"/>
              </a:rPr>
              <a:t>AMIU com bloqueio paracervical</a:t>
            </a:r>
          </a:p>
        </p:txBody>
      </p:sp>
      <p:sp>
        <p:nvSpPr>
          <p:cNvPr id="46" name="Skill Bar 2"/>
          <p:cNvSpPr/>
          <p:nvPr/>
        </p:nvSpPr>
        <p:spPr>
          <a:xfrm>
            <a:off x="3903840" y="2624327"/>
            <a:ext cx="54864" cy="146304"/>
          </a:xfrm>
          <a:prstGeom prst="rect">
            <a:avLst/>
          </a:prstGeom>
          <a:solidFill>
            <a:srgbClr val="0B67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Skill 2"/>
          <p:cNvSpPr txBox="1"/>
          <p:nvPr/>
        </p:nvSpPr>
        <p:spPr>
          <a:xfrm>
            <a:off x="4034146" y="2564243"/>
            <a:ext cx="3566160" cy="228600"/>
          </a:xfrm>
          <a:prstGeom prst="rect">
            <a:avLst/>
          </a:prstGeom>
          <a:noFill/>
        </p:spPr>
        <p:txBody>
          <a:bodyPr wrap="square" lIns="0" tIns="0" rIns="0" bIns="0" anchor="ctr">
            <a:noAutofit/>
          </a:bodyPr>
          <a:lstStyle/>
          <a:p>
            <a:pPr algn="l">
              <a:lnSpc>
                <a:spcPct val="100000"/>
              </a:lnSpc>
              <a:spcBef>
                <a:spcPts val="0"/>
              </a:spcBef>
              <a:spcAft>
                <a:spcPts val="0"/>
              </a:spcAft>
            </a:pPr>
            <a:r>
              <a:rPr sz="1050" b="0" dirty="0" err="1">
                <a:solidFill>
                  <a:srgbClr val="1D2A3A"/>
                </a:solidFill>
                <a:latin typeface="Aptos"/>
              </a:rPr>
              <a:t>Inserção</a:t>
            </a:r>
            <a:r>
              <a:rPr sz="1050" b="0" dirty="0">
                <a:solidFill>
                  <a:srgbClr val="1D2A3A"/>
                </a:solidFill>
                <a:latin typeface="Aptos"/>
              </a:rPr>
              <a:t> e </a:t>
            </a:r>
            <a:r>
              <a:rPr sz="1050" b="0" dirty="0" err="1">
                <a:solidFill>
                  <a:srgbClr val="1D2A3A"/>
                </a:solidFill>
                <a:latin typeface="Aptos"/>
              </a:rPr>
              <a:t>remoção</a:t>
            </a:r>
            <a:r>
              <a:rPr sz="1050" b="0" dirty="0">
                <a:solidFill>
                  <a:srgbClr val="1D2A3A"/>
                </a:solidFill>
                <a:latin typeface="Aptos"/>
              </a:rPr>
              <a:t> de </a:t>
            </a:r>
            <a:r>
              <a:rPr sz="1050" b="0" dirty="0" err="1">
                <a:solidFill>
                  <a:srgbClr val="1D2A3A"/>
                </a:solidFill>
                <a:latin typeface="Aptos"/>
              </a:rPr>
              <a:t>implantes</a:t>
            </a:r>
            <a:endParaRPr sz="1050" b="0" dirty="0">
              <a:solidFill>
                <a:srgbClr val="1D2A3A"/>
              </a:solidFill>
              <a:latin typeface="Aptos"/>
            </a:endParaRPr>
          </a:p>
        </p:txBody>
      </p:sp>
      <p:sp>
        <p:nvSpPr>
          <p:cNvPr id="48" name="Skill Bar 3"/>
          <p:cNvSpPr/>
          <p:nvPr/>
        </p:nvSpPr>
        <p:spPr>
          <a:xfrm>
            <a:off x="3903846" y="2916935"/>
            <a:ext cx="54864" cy="146304"/>
          </a:xfrm>
          <a:prstGeom prst="rect">
            <a:avLst/>
          </a:prstGeom>
          <a:solidFill>
            <a:srgbClr val="0B67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Skill 3"/>
          <p:cNvSpPr txBox="1"/>
          <p:nvPr/>
        </p:nvSpPr>
        <p:spPr>
          <a:xfrm>
            <a:off x="4086726" y="2889503"/>
            <a:ext cx="3566160" cy="228600"/>
          </a:xfrm>
          <a:prstGeom prst="rect">
            <a:avLst/>
          </a:prstGeom>
          <a:noFill/>
        </p:spPr>
        <p:txBody>
          <a:bodyPr wrap="square" lIns="0" tIns="0" rIns="0" bIns="0" anchor="ctr">
            <a:noAutofit/>
          </a:bodyPr>
          <a:lstStyle/>
          <a:p>
            <a:pPr algn="l">
              <a:lnSpc>
                <a:spcPct val="100000"/>
              </a:lnSpc>
              <a:spcBef>
                <a:spcPts val="0"/>
              </a:spcBef>
              <a:spcAft>
                <a:spcPts val="0"/>
              </a:spcAft>
            </a:pPr>
            <a:r>
              <a:rPr sz="1050" b="0">
                <a:solidFill>
                  <a:srgbClr val="1D2A3A"/>
                </a:solidFill>
                <a:latin typeface="Aptos"/>
              </a:rPr>
              <a:t>DIU pós-parto e pós-aborto</a:t>
            </a:r>
          </a:p>
        </p:txBody>
      </p:sp>
      <p:sp>
        <p:nvSpPr>
          <p:cNvPr id="50" name="Gap Bullet"/>
          <p:cNvSpPr txBox="1"/>
          <p:nvPr/>
        </p:nvSpPr>
        <p:spPr>
          <a:xfrm>
            <a:off x="3903846" y="3236976"/>
            <a:ext cx="146304" cy="164592"/>
          </a:xfrm>
          <a:prstGeom prst="rect">
            <a:avLst/>
          </a:prstGeom>
          <a:noFill/>
        </p:spPr>
        <p:txBody>
          <a:bodyPr wrap="square" lIns="0" tIns="0" rIns="0" bIns="0" anchor="t">
            <a:noAutofit/>
          </a:bodyPr>
          <a:lstStyle/>
          <a:p>
            <a:pPr algn="l">
              <a:lnSpc>
                <a:spcPct val="100000"/>
              </a:lnSpc>
              <a:spcBef>
                <a:spcPts val="0"/>
              </a:spcBef>
              <a:spcAft>
                <a:spcPts val="0"/>
              </a:spcAft>
            </a:pPr>
            <a:r>
              <a:rPr sz="800" b="1">
                <a:solidFill>
                  <a:srgbClr val="E88200"/>
                </a:solidFill>
                <a:latin typeface="Aptos"/>
              </a:rPr>
              <a:t>◆</a:t>
            </a:r>
          </a:p>
        </p:txBody>
      </p:sp>
      <p:sp>
        <p:nvSpPr>
          <p:cNvPr id="51" name="Gap Heading"/>
          <p:cNvSpPr txBox="1"/>
          <p:nvPr/>
        </p:nvSpPr>
        <p:spPr>
          <a:xfrm>
            <a:off x="4123302" y="3218688"/>
            <a:ext cx="3547872" cy="164592"/>
          </a:xfrm>
          <a:prstGeom prst="rect">
            <a:avLst/>
          </a:prstGeom>
          <a:noFill/>
        </p:spPr>
        <p:txBody>
          <a:bodyPr wrap="square" lIns="0" tIns="0" rIns="0" bIns="0" anchor="t">
            <a:noAutofit/>
          </a:bodyPr>
          <a:lstStyle/>
          <a:p>
            <a:pPr algn="l">
              <a:lnSpc>
                <a:spcPct val="100000"/>
              </a:lnSpc>
              <a:spcBef>
                <a:spcPts val="0"/>
              </a:spcBef>
              <a:spcAft>
                <a:spcPts val="0"/>
              </a:spcAft>
            </a:pPr>
            <a:r>
              <a:rPr sz="930" b="1">
                <a:solidFill>
                  <a:srgbClr val="0B67A3"/>
                </a:solidFill>
                <a:latin typeface="Biome"/>
              </a:rPr>
              <a:t>MELHORIA CONTÍNUA</a:t>
            </a:r>
          </a:p>
        </p:txBody>
      </p:sp>
      <p:sp>
        <p:nvSpPr>
          <p:cNvPr id="52" name="Gap Body"/>
          <p:cNvSpPr txBox="1"/>
          <p:nvPr/>
        </p:nvSpPr>
        <p:spPr>
          <a:xfrm>
            <a:off x="4105013" y="3375684"/>
            <a:ext cx="3547872" cy="384048"/>
          </a:xfrm>
          <a:prstGeom prst="rect">
            <a:avLst/>
          </a:prstGeom>
          <a:noFill/>
        </p:spPr>
        <p:txBody>
          <a:bodyPr wrap="square" lIns="0" tIns="0" rIns="0" bIns="0" anchor="t">
            <a:noAutofit/>
          </a:bodyPr>
          <a:lstStyle/>
          <a:p>
            <a:pPr algn="l">
              <a:lnSpc>
                <a:spcPct val="100000"/>
              </a:lnSpc>
              <a:spcBef>
                <a:spcPts val="0"/>
              </a:spcBef>
              <a:spcAft>
                <a:spcPts val="0"/>
              </a:spcAft>
            </a:pPr>
            <a:r>
              <a:rPr sz="1019" b="0" dirty="0">
                <a:solidFill>
                  <a:srgbClr val="1D2A3A"/>
                </a:solidFill>
                <a:latin typeface="Aptos"/>
              </a:rPr>
              <a:t>Lacunas </a:t>
            </a:r>
            <a:r>
              <a:rPr sz="1019" b="0" dirty="0" err="1">
                <a:solidFill>
                  <a:srgbClr val="1D2A3A"/>
                </a:solidFill>
                <a:latin typeface="Aptos"/>
              </a:rPr>
              <a:t>identificadas</a:t>
            </a:r>
            <a:r>
              <a:rPr sz="1019" b="0" dirty="0">
                <a:solidFill>
                  <a:srgbClr val="1D2A3A"/>
                </a:solidFill>
                <a:latin typeface="Aptos"/>
              </a:rPr>
              <a:t/>
            </a:r>
            <a:r>
              <a:rPr sz="1019" b="0" dirty="0" err="1">
                <a:solidFill>
                  <a:srgbClr val="1D2A3A"/>
                </a:solidFill>
                <a:latin typeface="Aptos"/>
              </a:rPr>
              <a:t>nos</a:t>
            </a:r>
            <a:r>
              <a:rPr sz="1019" b="0" dirty="0">
                <a:solidFill>
                  <a:srgbClr val="1D2A3A"/>
                </a:solidFill>
                <a:latin typeface="Aptos"/>
              </a:rPr>
              <a:t/>
            </a:r>
            <a:r>
              <a:rPr sz="1019" b="0" dirty="0" err="1">
                <a:solidFill>
                  <a:srgbClr val="1D2A3A"/>
                </a:solidFill>
                <a:latin typeface="Aptos"/>
              </a:rPr>
              <a:t>registos</a:t>
            </a:r>
            <a:r>
              <a:rPr sz="1019" b="0" dirty="0">
                <a:solidFill>
                  <a:srgbClr val="1D2A3A"/>
                </a:solidFill>
                <a:latin typeface="Aptos"/>
              </a:rPr>
              <a:t/>
            </a:r>
            <a:r>
              <a:rPr sz="1019" b="0" dirty="0" err="1">
                <a:solidFill>
                  <a:srgbClr val="1D2A3A"/>
                </a:solidFill>
                <a:latin typeface="Aptos"/>
              </a:rPr>
              <a:t>clínicos</a:t>
            </a:r>
            <a:r>
              <a:rPr sz="1019" b="0" dirty="0">
                <a:solidFill>
                  <a:srgbClr val="1D2A3A"/>
                </a:solidFill>
                <a:latin typeface="Aptos"/>
              </a:rPr>
              <a:t> e </a:t>
            </a:r>
            <a:r>
              <a:rPr sz="1019" b="0" dirty="0" err="1">
                <a:solidFill>
                  <a:srgbClr val="1D2A3A"/>
                </a:solidFill>
                <a:latin typeface="Aptos"/>
              </a:rPr>
              <a:t>exames</a:t>
            </a:r>
            <a:r>
              <a:rPr sz="1019" b="0" dirty="0">
                <a:solidFill>
                  <a:srgbClr val="1D2A3A"/>
                </a:solidFill>
                <a:latin typeface="Aptos"/>
              </a:rPr>
              <a:t/>
            </a:r>
            <a:r>
              <a:rPr sz="1019" b="0" dirty="0" err="1">
                <a:solidFill>
                  <a:srgbClr val="1D2A3A"/>
                </a:solidFill>
                <a:latin typeface="Aptos"/>
              </a:rPr>
              <a:t>ginecológicos</a:t>
            </a:r>
            <a:r>
              <a:rPr sz="1019" b="0" dirty="0">
                <a:solidFill>
                  <a:srgbClr val="1D2A3A"/>
                </a:solidFill>
                <a:latin typeface="Aptos"/>
              </a:rPr>
              <a:t>.</a:t>
            </a:r>
          </a:p>
        </p:txBody>
      </p:sp>
      <p:sp>
        <p:nvSpPr>
          <p:cNvPr id="53" name="Contribution Band"/>
          <p:cNvSpPr/>
          <p:nvPr/>
        </p:nvSpPr>
        <p:spPr>
          <a:xfrm>
            <a:off x="256032" y="3895344"/>
            <a:ext cx="8412480" cy="384048"/>
          </a:xfrm>
          <a:prstGeom prst="rect">
            <a:avLst/>
          </a:prstGeom>
          <a:solidFill>
            <a:srgbClr val="E7F7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Contribution Icon"/>
          <p:cNvSpPr txBox="1"/>
          <p:nvPr/>
        </p:nvSpPr>
        <p:spPr>
          <a:xfrm>
            <a:off x="411480" y="3968496"/>
            <a:ext cx="292608" cy="201168"/>
          </a:xfrm>
          <a:prstGeom prst="rect">
            <a:avLst/>
          </a:prstGeom>
          <a:noFill/>
        </p:spPr>
        <p:txBody>
          <a:bodyPr wrap="square" lIns="0" tIns="0" rIns="0" bIns="0" anchor="ctr">
            <a:noAutofit/>
          </a:bodyPr>
          <a:lstStyle/>
          <a:p>
            <a:pPr algn="l">
              <a:lnSpc>
                <a:spcPct val="100000"/>
              </a:lnSpc>
              <a:spcBef>
                <a:spcPts val="0"/>
              </a:spcBef>
              <a:spcAft>
                <a:spcPts val="0"/>
              </a:spcAft>
            </a:pPr>
            <a:r>
              <a:rPr sz="1600" b="0">
                <a:solidFill>
                  <a:srgbClr val="0B2E6B"/>
                </a:solidFill>
                <a:latin typeface="Segoe UI Emoji"/>
              </a:rPr>
              <a:t>🎯</a:t>
            </a:r>
          </a:p>
        </p:txBody>
      </p:sp>
      <p:sp>
        <p:nvSpPr>
          <p:cNvPr id="55" name="Contribution Heading"/>
          <p:cNvSpPr txBox="1"/>
          <p:nvPr/>
        </p:nvSpPr>
        <p:spPr>
          <a:xfrm>
            <a:off x="768096" y="3959352"/>
            <a:ext cx="1261872" cy="155448"/>
          </a:xfrm>
          <a:prstGeom prst="rect">
            <a:avLst/>
          </a:prstGeom>
          <a:noFill/>
        </p:spPr>
        <p:txBody>
          <a:bodyPr wrap="square" lIns="0" tIns="0" rIns="0" bIns="0" anchor="t">
            <a:noAutofit/>
          </a:bodyPr>
          <a:lstStyle/>
          <a:p>
            <a:pPr algn="l">
              <a:lnSpc>
                <a:spcPct val="100000"/>
              </a:lnSpc>
              <a:spcBef>
                <a:spcPts val="0"/>
              </a:spcBef>
              <a:spcAft>
                <a:spcPts val="0"/>
              </a:spcAft>
            </a:pPr>
            <a:r>
              <a:rPr sz="930" b="1">
                <a:solidFill>
                  <a:srgbClr val="0B67A3"/>
                </a:solidFill>
                <a:latin typeface="Biome"/>
              </a:rPr>
              <a:t>CONTRIBUIÇÃO</a:t>
            </a:r>
          </a:p>
        </p:txBody>
      </p:sp>
      <p:sp>
        <p:nvSpPr>
          <p:cNvPr id="56" name="Contribution Text"/>
          <p:cNvSpPr txBox="1"/>
          <p:nvPr/>
        </p:nvSpPr>
        <p:spPr>
          <a:xfrm>
            <a:off x="1993392" y="3931920"/>
            <a:ext cx="6446520" cy="274320"/>
          </a:xfrm>
          <a:prstGeom prst="rect">
            <a:avLst/>
          </a:prstGeom>
          <a:noFill/>
        </p:spPr>
        <p:txBody>
          <a:bodyPr wrap="square" lIns="0" tIns="0" rIns="0" bIns="0" anchor="ctr">
            <a:noAutofit/>
          </a:bodyPr>
          <a:lstStyle/>
          <a:p>
            <a:pPr algn="l">
              <a:lnSpc>
                <a:spcPct val="100000"/>
              </a:lnSpc>
              <a:spcBef>
                <a:spcPts val="0"/>
              </a:spcBef>
              <a:spcAft>
                <a:spcPts val="0"/>
              </a:spcAft>
            </a:pPr>
            <a:r>
              <a:rPr sz="919" b="0">
                <a:solidFill>
                  <a:srgbClr val="0B2E6B"/>
                </a:solidFill>
                <a:latin typeface="Aptos"/>
              </a:rPr>
              <a:t>18 provedores de saúde de 4 unidades sanitárias fortaleceram competências em CCA, planeamento familiar e aconselhamento, melhorando a qualidade e a capacidade de resposta dos serviços de SSR.</a:t>
            </a:r>
          </a:p>
        </p:txBody>
      </p:sp>
      <p:sp>
        <p:nvSpPr>
          <p:cNvPr id="10" name="Skill 2">
            <a:extLst>
              <a:ext uri="{FF2B5EF4-FFF2-40B4-BE49-F238E27FC236}">
                <a16:creationId xmlns:a16="http://schemas.microsoft.com/office/drawing/2014/main" id="{BEF4B235-0BBC-5F4B-2EDD-46AB5D224BAD}"/>
              </a:ext>
            </a:extLst>
          </p:cNvPr>
          <p:cNvSpPr txBox="1"/>
          <p:nvPr/>
        </p:nvSpPr>
        <p:spPr>
          <a:xfrm>
            <a:off x="6369256" y="2928937"/>
            <a:ext cx="2673832" cy="373595"/>
          </a:xfrm>
          <a:prstGeom prst="rect">
            <a:avLst/>
          </a:prstGeom>
          <a:solidFill>
            <a:schemeClr val="accent2"/>
          </a:solidFill>
        </p:spPr>
        <p:txBody>
          <a:bodyPr wrap="square" lIns="0" tIns="0" rIns="0" bIns="0" anchor="ctr">
            <a:noAutofit/>
          </a:bodyPr>
          <a:lstStyle/>
          <a:p>
            <a:pPr algn="l">
              <a:lnSpc>
                <a:spcPct val="100000"/>
              </a:lnSpc>
              <a:spcBef>
                <a:spcPts val="0"/>
              </a:spcBef>
              <a:spcAft>
                <a:spcPts val="0"/>
              </a:spcAft>
            </a:pPr>
            <a:r>
              <a:rPr lang="pt-PT" sz="1100" b="1" i="1" noProof="0" dirty="0">
                <a:solidFill>
                  <a:schemeClr val="tx1"/>
                </a:solidFill>
                <a:latin typeface="Times New Roman" panose="02020603050405020304" pitchFamily="18" charset="0"/>
                <a:cs typeface="Times New Roman" panose="02020603050405020304" pitchFamily="18" charset="0"/>
              </a:rPr>
              <a:t>Gestoras distritais de SMI envolvidas na troca de experiencia</a:t>
            </a:r>
          </a:p>
        </p:txBody>
      </p:sp>
    </p:spTree>
    <p:extLst>
      <p:ext uri="{BB962C8B-B14F-4D97-AF65-F5344CB8AC3E}">
        <p14:creationId xmlns:p14="http://schemas.microsoft.com/office/powerpoint/2010/main" val="51926502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43" name="Imagem 42">
            <a:extLst>
              <a:ext uri="{FF2B5EF4-FFF2-40B4-BE49-F238E27FC236}">
                <a16:creationId xmlns:a16="http://schemas.microsoft.com/office/drawing/2014/main" id="{8337823A-FD83-49A8-8380-6FB418C81F30}"/>
              </a:ext>
            </a:extLst>
          </p:cNvPr>
          <p:cNvPicPr>
            <a:picLocks noGrp="1" noRot="1" noChangeAspect="1" noMove="1" noResize="1" noEditPoints="1" noAdjustHandles="1" noChangeArrowheads="1" noChangeShapeType="1" noCrop="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93041" y="2377440"/>
            <a:ext cx="2340205" cy="2240280"/>
          </a:xfrm>
          <a:prstGeom prst="rect">
            <a:avLst/>
          </a:prstGeom>
          <a:noFill/>
        </p:spPr>
      </p:pic>
      <p:pic>
        <p:nvPicPr>
          <p:cNvPr id="2" name="Picture 1" descr="image.jpeg"/>
          <p:cNvPicPr>
            <a:picLocks noChangeAspect="1"/>
          </p:cNvPicPr>
          <p:nvPr/>
        </p:nvPicPr>
        <p:blipFill>
          <a:blip r:embed="rId3" cstate="email">
            <a:extLst>
              <a:ext uri="{28A0092B-C50C-407E-A947-70E740481C1C}">
                <a14:useLocalDpi xmlns:a14="http://schemas.microsoft.com/office/drawing/2010/main" val="0"/>
              </a:ext>
            </a:extLst>
          </a:blip>
          <a:stretch>
            <a:fillRect/>
          </a:stretch>
        </p:blipFill>
        <p:spPr>
          <a:xfrm>
            <a:off x="201168" y="91440"/>
            <a:ext cx="658368" cy="621792"/>
          </a:xfrm>
          <a:prstGeom prst="rect">
            <a:avLst/>
          </a:prstGeom>
        </p:spPr>
      </p:pic>
      <p:sp>
        <p:nvSpPr>
          <p:cNvPr id="3" name="TextBox 2"/>
          <p:cNvSpPr txBox="1"/>
          <p:nvPr/>
        </p:nvSpPr>
        <p:spPr>
          <a:xfrm>
            <a:off x="987552" y="128016"/>
            <a:ext cx="7754112" cy="323165"/>
          </a:xfrm>
          <a:prstGeom prst="rect">
            <a:avLst/>
          </a:prstGeom>
          <a:noFill/>
        </p:spPr>
        <p:txBody>
          <a:bodyPr wrap="square" lIns="0" tIns="0" rIns="0" bIns="0" anchor="t">
            <a:spAutoFit/>
          </a:bodyPr>
          <a:lstStyle/>
          <a:p>
            <a:pPr algn="l">
              <a:lnSpc>
                <a:spcPct val="100000"/>
              </a:lnSpc>
            </a:pPr>
            <a:r>
              <a:rPr lang="pt-PT" sz="2100" b="1" dirty="0">
                <a:solidFill>
                  <a:srgbClr val="102364"/>
                </a:solidFill>
                <a:latin typeface="Amasis MT Pro Black"/>
              </a:rPr>
              <a:t>Supervisão, formação e mentoria fortalecem a qualidade</a:t>
            </a:r>
          </a:p>
        </p:txBody>
      </p:sp>
      <p:sp>
        <p:nvSpPr>
          <p:cNvPr id="4" name="TextBox 3"/>
          <p:cNvSpPr txBox="1"/>
          <p:nvPr/>
        </p:nvSpPr>
        <p:spPr>
          <a:xfrm>
            <a:off x="900684" y="750475"/>
            <a:ext cx="7635240" cy="246221"/>
          </a:xfrm>
          <a:prstGeom prst="rect">
            <a:avLst/>
          </a:prstGeom>
          <a:noFill/>
        </p:spPr>
        <p:txBody>
          <a:bodyPr wrap="square" lIns="0" tIns="0" rIns="0" bIns="0" anchor="t">
            <a:spAutoFit/>
          </a:bodyPr>
          <a:lstStyle/>
          <a:p>
            <a:pPr algn="l">
              <a:lnSpc>
                <a:spcPct val="100000"/>
              </a:lnSpc>
            </a:pPr>
            <a:r>
              <a:rPr lang="pt-PT" sz="1600" b="0">
                <a:solidFill>
                  <a:srgbClr val="434C5E"/>
                </a:solidFill>
                <a:latin typeface="Arial"/>
              </a:rPr>
              <a:t>Apoio contínuo às equipas, coordenação e gestão de produtos de saúde materna.</a:t>
            </a:r>
          </a:p>
        </p:txBody>
      </p:sp>
      <p:sp>
        <p:nvSpPr>
          <p:cNvPr id="5" name="Rectangle 4"/>
          <p:cNvSpPr/>
          <p:nvPr/>
        </p:nvSpPr>
        <p:spPr>
          <a:xfrm>
            <a:off x="347472" y="1353312"/>
            <a:ext cx="1874519" cy="73152"/>
          </a:xfrm>
          <a:prstGeom prst="rect">
            <a:avLst/>
          </a:prstGeom>
          <a:solidFill>
            <a:srgbClr val="8918B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Oval 5"/>
          <p:cNvSpPr/>
          <p:nvPr/>
        </p:nvSpPr>
        <p:spPr>
          <a:xfrm>
            <a:off x="347472" y="1527048"/>
            <a:ext cx="365760" cy="365760"/>
          </a:xfrm>
          <a:prstGeom prst="ellipse">
            <a:avLst/>
          </a:prstGeom>
          <a:solidFill>
            <a:srgbClr val="8918B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347472" y="1600200"/>
            <a:ext cx="365760" cy="182880"/>
          </a:xfrm>
          <a:prstGeom prst="rect">
            <a:avLst/>
          </a:prstGeom>
          <a:noFill/>
        </p:spPr>
        <p:txBody>
          <a:bodyPr wrap="square" lIns="0" tIns="0" rIns="0" bIns="0" anchor="t">
            <a:spAutoFit/>
          </a:bodyPr>
          <a:lstStyle/>
          <a:p>
            <a:pPr algn="ctr">
              <a:lnSpc>
                <a:spcPct val="100000"/>
              </a:lnSpc>
            </a:pPr>
            <a:r>
              <a:rPr sz="1000" b="1">
                <a:solidFill>
                  <a:srgbClr val="FFFFFF"/>
                </a:solidFill>
                <a:latin typeface="Montserrat ExtraBold"/>
              </a:rPr>
              <a:t>01</a:t>
            </a:r>
          </a:p>
        </p:txBody>
      </p:sp>
      <p:sp>
        <p:nvSpPr>
          <p:cNvPr id="8" name="TextBox 7"/>
          <p:cNvSpPr txBox="1"/>
          <p:nvPr/>
        </p:nvSpPr>
        <p:spPr>
          <a:xfrm>
            <a:off x="804672" y="1545336"/>
            <a:ext cx="1490472" cy="365760"/>
          </a:xfrm>
          <a:prstGeom prst="rect">
            <a:avLst/>
          </a:prstGeom>
          <a:noFill/>
        </p:spPr>
        <p:txBody>
          <a:bodyPr wrap="square" lIns="0" tIns="0" rIns="0" bIns="0" anchor="t">
            <a:spAutoFit/>
          </a:bodyPr>
          <a:lstStyle/>
          <a:p>
            <a:pPr algn="l">
              <a:lnSpc>
                <a:spcPct val="100000"/>
              </a:lnSpc>
            </a:pPr>
            <a:r>
              <a:rPr sz="1100" b="1">
                <a:solidFill>
                  <a:srgbClr val="102364"/>
                </a:solidFill>
                <a:latin typeface="Montserrat ExtraBold"/>
              </a:rPr>
              <a:t>SUPERVISÃO E FORMAÇÃO</a:t>
            </a:r>
          </a:p>
        </p:txBody>
      </p:sp>
      <p:sp>
        <p:nvSpPr>
          <p:cNvPr id="9" name="TextBox 8"/>
          <p:cNvSpPr txBox="1"/>
          <p:nvPr/>
        </p:nvSpPr>
        <p:spPr>
          <a:xfrm>
            <a:off x="347472" y="1984248"/>
            <a:ext cx="1920240" cy="538609"/>
          </a:xfrm>
          <a:prstGeom prst="rect">
            <a:avLst/>
          </a:prstGeom>
          <a:noFill/>
        </p:spPr>
        <p:txBody>
          <a:bodyPr wrap="square" lIns="0" tIns="0" rIns="0" bIns="0" anchor="t">
            <a:spAutoFit/>
          </a:bodyPr>
          <a:lstStyle/>
          <a:p>
            <a:pPr algn="l">
              <a:lnSpc>
                <a:spcPct val="100000"/>
              </a:lnSpc>
            </a:pPr>
            <a:r>
              <a:rPr lang="en-US" sz="1200" b="1" dirty="0">
                <a:solidFill>
                  <a:srgbClr val="102364"/>
                </a:solidFill>
                <a:latin typeface="Arial"/>
              </a:rPr>
              <a:t>3</a:t>
            </a:r>
            <a:r>
              <a:rPr sz="1200" b="1" dirty="0">
                <a:solidFill>
                  <a:srgbClr val="102364"/>
                </a:solidFill>
                <a:latin typeface="Arial"/>
              </a:rPr>
              <a:t>2</a:t>
            </a:r>
            <a:r>
              <a:rPr sz="1150" b="0" dirty="0">
                <a:solidFill>
                  <a:srgbClr val="102364"/>
                </a:solidFill>
                <a:latin typeface="Arial"/>
              </a:rPr>
              <a:t> visitas </a:t>
            </a:r>
            <a:r>
              <a:rPr sz="1150" b="0" dirty="0" err="1">
                <a:solidFill>
                  <a:srgbClr val="102364"/>
                </a:solidFill>
                <a:latin typeface="Arial"/>
              </a:rPr>
              <a:t>integradas</a:t>
            </a:r>
            <a:r>
              <a:rPr lang="en-US" sz="1150" dirty="0">
                <a:solidFill>
                  <a:srgbClr val="102364"/>
                </a:solidFill>
              </a:rPr>
              <a:t/>
            </a:r>
            <a:r>
              <a:rPr lang="en-US" sz="1150" dirty="0" err="1">
                <a:solidFill>
                  <a:srgbClr val="102364"/>
                </a:solidFill>
              </a:rPr>
              <a:t>realizadas</a:t>
            </a:r>
            <a:r>
              <a:rPr sz="1150" b="0" dirty="0">
                <a:solidFill>
                  <a:srgbClr val="102364"/>
                </a:solidFill>
                <a:latin typeface="Arial"/>
              </a:rPr>
              <a:t/>
            </a:r>
          </a:p>
        </p:txBody>
      </p:sp>
      <p:sp>
        <p:nvSpPr>
          <p:cNvPr id="10" name="Rectangle 9"/>
          <p:cNvSpPr/>
          <p:nvPr/>
        </p:nvSpPr>
        <p:spPr>
          <a:xfrm>
            <a:off x="2487168" y="1353312"/>
            <a:ext cx="1874519" cy="73152"/>
          </a:xfrm>
          <a:prstGeom prst="rect">
            <a:avLst/>
          </a:prstGeom>
          <a:solidFill>
            <a:srgbClr val="0AA7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Oval 10"/>
          <p:cNvSpPr/>
          <p:nvPr/>
        </p:nvSpPr>
        <p:spPr>
          <a:xfrm>
            <a:off x="2487168" y="1527048"/>
            <a:ext cx="365760" cy="365760"/>
          </a:xfrm>
          <a:prstGeom prst="ellipse">
            <a:avLst/>
          </a:prstGeom>
          <a:solidFill>
            <a:srgbClr val="0AA7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2487168" y="1600200"/>
            <a:ext cx="365760" cy="182880"/>
          </a:xfrm>
          <a:prstGeom prst="rect">
            <a:avLst/>
          </a:prstGeom>
          <a:noFill/>
        </p:spPr>
        <p:txBody>
          <a:bodyPr wrap="square" lIns="0" tIns="0" rIns="0" bIns="0" anchor="t">
            <a:spAutoFit/>
          </a:bodyPr>
          <a:lstStyle/>
          <a:p>
            <a:pPr algn="ctr">
              <a:lnSpc>
                <a:spcPct val="100000"/>
              </a:lnSpc>
            </a:pPr>
            <a:r>
              <a:rPr sz="1000" b="1">
                <a:solidFill>
                  <a:srgbClr val="FFFFFF"/>
                </a:solidFill>
                <a:latin typeface="Montserrat ExtraBold"/>
              </a:rPr>
              <a:t>02</a:t>
            </a:r>
          </a:p>
        </p:txBody>
      </p:sp>
      <p:sp>
        <p:nvSpPr>
          <p:cNvPr id="13" name="TextBox 12"/>
          <p:cNvSpPr txBox="1"/>
          <p:nvPr/>
        </p:nvSpPr>
        <p:spPr>
          <a:xfrm>
            <a:off x="2944368" y="1545336"/>
            <a:ext cx="1490472" cy="365760"/>
          </a:xfrm>
          <a:prstGeom prst="rect">
            <a:avLst/>
          </a:prstGeom>
          <a:noFill/>
        </p:spPr>
        <p:txBody>
          <a:bodyPr wrap="square" lIns="0" tIns="0" rIns="0" bIns="0" anchor="t">
            <a:spAutoFit/>
          </a:bodyPr>
          <a:lstStyle/>
          <a:p>
            <a:pPr algn="l">
              <a:lnSpc>
                <a:spcPct val="100000"/>
              </a:lnSpc>
            </a:pPr>
            <a:r>
              <a:rPr sz="1100" b="1">
                <a:solidFill>
                  <a:srgbClr val="102364"/>
                </a:solidFill>
                <a:latin typeface="Montserrat ExtraBold"/>
              </a:rPr>
              <a:t>MENTORIA CLÍNICA</a:t>
            </a:r>
          </a:p>
        </p:txBody>
      </p:sp>
      <p:sp>
        <p:nvSpPr>
          <p:cNvPr id="14" name="TextBox 13"/>
          <p:cNvSpPr txBox="1"/>
          <p:nvPr/>
        </p:nvSpPr>
        <p:spPr>
          <a:xfrm>
            <a:off x="2487168" y="1984248"/>
            <a:ext cx="1920240" cy="1431161"/>
          </a:xfrm>
          <a:prstGeom prst="rect">
            <a:avLst/>
          </a:prstGeom>
          <a:noFill/>
        </p:spPr>
        <p:txBody>
          <a:bodyPr wrap="square" lIns="0" tIns="0" rIns="0" bIns="0" anchor="t">
            <a:spAutoFit/>
          </a:bodyPr>
          <a:lstStyle/>
          <a:p>
            <a:pPr algn="l">
              <a:lnSpc>
                <a:spcPct val="100000"/>
              </a:lnSpc>
            </a:pPr>
            <a:r>
              <a:rPr sz="1200" b="1" dirty="0">
                <a:solidFill>
                  <a:srgbClr val="102364"/>
                </a:solidFill>
                <a:latin typeface="Arial"/>
              </a:rPr>
              <a:t>84</a:t>
            </a:r>
            <a:r>
              <a:rPr sz="1150" b="0" dirty="0">
                <a:solidFill>
                  <a:srgbClr val="102364"/>
                </a:solidFill>
                <a:latin typeface="Arial"/>
              </a:rPr>
              <a:t> provedores mentorados
</a:t>
            </a:r>
            <a:r>
              <a:rPr sz="1200" b="1" dirty="0">
                <a:solidFill>
                  <a:srgbClr val="102364"/>
                </a:solidFill>
                <a:latin typeface="Arial"/>
              </a:rPr>
              <a:t>284 </a:t>
            </a:r>
            <a:r>
              <a:rPr sz="1150" b="0" dirty="0" err="1">
                <a:solidFill>
                  <a:srgbClr val="102364"/>
                </a:solidFill>
                <a:latin typeface="Arial"/>
              </a:rPr>
              <a:t>observações</a:t>
            </a:r>
            <a:r>
              <a:rPr sz="1150" b="0" dirty="0">
                <a:solidFill>
                  <a:srgbClr val="102364"/>
                </a:solidFill>
                <a:latin typeface="Arial"/>
              </a:rPr>
              <a:t/>
            </a:r>
            <a:r>
              <a:rPr sz="1150" b="1" dirty="0" err="1">
                <a:solidFill>
                  <a:srgbClr val="102364"/>
                </a:solidFill>
                <a:latin typeface="Arial"/>
              </a:rPr>
              <a:t>Aprovação</a:t>
            </a:r>
            <a:r>
              <a:rPr sz="1150" b="1" dirty="0">
                <a:solidFill>
                  <a:srgbClr val="102364"/>
                </a:solidFill>
                <a:latin typeface="Arial"/>
              </a:rPr>
              <a:t>:</a:t>
            </a:r>
            <a:r>
              <a:rPr lang="pt-PT" sz="1150" b="0" dirty="0">
                <a:solidFill>
                  <a:srgbClr val="102364"/>
                </a:solidFill>
                <a:latin typeface="Arial"/>
              </a:rPr>
              <a:t/>
            </a:r>
            <a:r>
              <a:rPr sz="1150" b="0" dirty="0" err="1">
                <a:solidFill>
                  <a:srgbClr val="102364"/>
                </a:solidFill>
                <a:latin typeface="Arial"/>
              </a:rPr>
              <a:t>Aconselhamento</a:t>
            </a:r>
            <a:r>
              <a:rPr sz="1150" b="0" dirty="0">
                <a:solidFill>
                  <a:srgbClr val="102364"/>
                </a:solidFill>
                <a:latin typeface="Arial"/>
              </a:rPr>
              <a:t/>
            </a:r>
            <a:r>
              <a:rPr sz="1150" b="1" dirty="0">
                <a:solidFill>
                  <a:srgbClr val="102364"/>
                </a:solidFill>
                <a:latin typeface="Arial"/>
              </a:rPr>
              <a:t>82,4%</a:t>
            </a:r>
            <a:r>
              <a:rPr sz="1150" b="0" dirty="0">
                <a:solidFill>
                  <a:srgbClr val="102364"/>
                </a:solidFill>
                <a:latin typeface="Arial"/>
              </a:rPr>
              <a:t> · </a:t>
            </a:r>
            <a:r>
              <a:rPr sz="1150" b="0" dirty="0" err="1">
                <a:solidFill>
                  <a:srgbClr val="102364"/>
                </a:solidFill>
                <a:latin typeface="Arial"/>
              </a:rPr>
              <a:t>Implante</a:t>
            </a:r>
            <a:r>
              <a:rPr sz="1150" b="0" dirty="0">
                <a:solidFill>
                  <a:srgbClr val="102364"/>
                </a:solidFill>
                <a:latin typeface="Arial"/>
              </a:rPr>
              <a:t/>
            </a:r>
            <a:r>
              <a:rPr sz="1150" b="1" dirty="0">
                <a:solidFill>
                  <a:srgbClr val="102364"/>
                </a:solidFill>
                <a:latin typeface="Arial"/>
              </a:rPr>
              <a:t>80,0%</a:t>
            </a:r>
            <a:r>
              <a:rPr sz="1150" b="0" dirty="0">
                <a:solidFill>
                  <a:srgbClr val="102364"/>
                </a:solidFill>
                <a:latin typeface="Arial"/>
              </a:rPr>
              <a:t>
DIU </a:t>
            </a:r>
            <a:r>
              <a:rPr sz="1150" b="0" dirty="0" err="1">
                <a:solidFill>
                  <a:srgbClr val="102364"/>
                </a:solidFill>
                <a:latin typeface="Arial"/>
              </a:rPr>
              <a:t>intervalo</a:t>
            </a:r>
            <a:r>
              <a:rPr sz="1150" b="0" dirty="0">
                <a:solidFill>
                  <a:srgbClr val="102364"/>
                </a:solidFill>
                <a:latin typeface="Arial"/>
              </a:rPr>
              <a:t/>
            </a:r>
            <a:r>
              <a:rPr sz="1150" b="1" dirty="0">
                <a:solidFill>
                  <a:srgbClr val="102364"/>
                </a:solidFill>
                <a:latin typeface="Arial"/>
              </a:rPr>
              <a:t>63,3%</a:t>
            </a:r>
            <a:r>
              <a:rPr sz="1150" b="0" dirty="0">
                <a:solidFill>
                  <a:srgbClr val="102364"/>
                </a:solidFill>
                <a:latin typeface="Arial"/>
              </a:rPr>
              <a:t/>
            </a:r>
            <a:endParaRPr lang="en-US" sz="1150" b="0" dirty="0">
              <a:solidFill>
                <a:srgbClr val="102364"/>
              </a:solidFill>
              <a:latin typeface="Arial"/>
            </a:endParaRPr>
          </a:p>
          <a:p>
            <a:pPr algn="l">
              <a:lnSpc>
                <a:spcPct val="100000"/>
              </a:lnSpc>
            </a:pPr>
            <a:r>
              <a:rPr sz="1150" b="0" dirty="0">
                <a:solidFill>
                  <a:srgbClr val="102364"/>
                </a:solidFill>
                <a:latin typeface="Arial"/>
              </a:rPr>
              <a:t>DIU </a:t>
            </a:r>
            <a:r>
              <a:rPr sz="1150" b="0" dirty="0" err="1">
                <a:solidFill>
                  <a:srgbClr val="102364"/>
                </a:solidFill>
                <a:latin typeface="Arial"/>
              </a:rPr>
              <a:t>pós-parto</a:t>
            </a:r>
            <a:r>
              <a:rPr sz="1150" b="0" dirty="0">
                <a:solidFill>
                  <a:srgbClr val="102364"/>
                </a:solidFill>
                <a:latin typeface="Arial"/>
              </a:rPr>
              <a:t/>
            </a:r>
            <a:r>
              <a:rPr sz="1150" b="1" dirty="0">
                <a:solidFill>
                  <a:srgbClr val="102364"/>
                </a:solidFill>
                <a:latin typeface="Arial"/>
              </a:rPr>
              <a:t>83,3%</a:t>
            </a:r>
            <a:r>
              <a:rPr sz="1150" b="0" dirty="0">
                <a:solidFill>
                  <a:srgbClr val="102364"/>
                </a:solidFill>
                <a:latin typeface="Arial"/>
              </a:rPr>
              <a:t/>
            </a:r>
            <a:endParaRPr lang="en-US" sz="1150" b="0" dirty="0">
              <a:solidFill>
                <a:srgbClr val="102364"/>
              </a:solidFill>
              <a:latin typeface="Arial"/>
            </a:endParaRPr>
          </a:p>
          <a:p>
            <a:pPr algn="l">
              <a:lnSpc>
                <a:spcPct val="100000"/>
              </a:lnSpc>
            </a:pPr>
            <a:r>
              <a:rPr sz="1150" b="0" dirty="0">
                <a:solidFill>
                  <a:srgbClr val="102364"/>
                </a:solidFill>
                <a:latin typeface="Arial"/>
              </a:rPr>
              <a:t>CCA </a:t>
            </a:r>
            <a:r>
              <a:rPr sz="1150" b="1" dirty="0">
                <a:solidFill>
                  <a:srgbClr val="102364"/>
                </a:solidFill>
                <a:latin typeface="Arial"/>
              </a:rPr>
              <a:t>86,4%</a:t>
            </a:r>
          </a:p>
        </p:txBody>
      </p:sp>
      <p:sp>
        <p:nvSpPr>
          <p:cNvPr id="15" name="Rectangle 14"/>
          <p:cNvSpPr/>
          <p:nvPr/>
        </p:nvSpPr>
        <p:spPr>
          <a:xfrm>
            <a:off x="4626864" y="1353312"/>
            <a:ext cx="1874519" cy="73152"/>
          </a:xfrm>
          <a:prstGeom prst="rect">
            <a:avLst/>
          </a:prstGeom>
          <a:solidFill>
            <a:srgbClr val="42AC6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Oval 15"/>
          <p:cNvSpPr/>
          <p:nvPr/>
        </p:nvSpPr>
        <p:spPr>
          <a:xfrm>
            <a:off x="4626864" y="1527048"/>
            <a:ext cx="365760" cy="365760"/>
          </a:xfrm>
          <a:prstGeom prst="ellipse">
            <a:avLst/>
          </a:prstGeom>
          <a:solidFill>
            <a:srgbClr val="42AC6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4626864" y="1600200"/>
            <a:ext cx="365760" cy="182880"/>
          </a:xfrm>
          <a:prstGeom prst="rect">
            <a:avLst/>
          </a:prstGeom>
          <a:noFill/>
        </p:spPr>
        <p:txBody>
          <a:bodyPr wrap="square" lIns="0" tIns="0" rIns="0" bIns="0" anchor="t">
            <a:spAutoFit/>
          </a:bodyPr>
          <a:lstStyle/>
          <a:p>
            <a:pPr algn="ctr">
              <a:lnSpc>
                <a:spcPct val="100000"/>
              </a:lnSpc>
            </a:pPr>
            <a:r>
              <a:rPr sz="1000" b="1">
                <a:solidFill>
                  <a:srgbClr val="FFFFFF"/>
                </a:solidFill>
                <a:latin typeface="Montserrat ExtraBold"/>
              </a:rPr>
              <a:t>03</a:t>
            </a:r>
          </a:p>
        </p:txBody>
      </p:sp>
      <p:sp>
        <p:nvSpPr>
          <p:cNvPr id="18" name="TextBox 17"/>
          <p:cNvSpPr txBox="1"/>
          <p:nvPr/>
        </p:nvSpPr>
        <p:spPr>
          <a:xfrm>
            <a:off x="5084064" y="1545336"/>
            <a:ext cx="1490472" cy="365760"/>
          </a:xfrm>
          <a:prstGeom prst="rect">
            <a:avLst/>
          </a:prstGeom>
          <a:noFill/>
        </p:spPr>
        <p:txBody>
          <a:bodyPr wrap="square" lIns="0" tIns="0" rIns="0" bIns="0" anchor="t">
            <a:spAutoFit/>
          </a:bodyPr>
          <a:lstStyle/>
          <a:p>
            <a:pPr algn="l">
              <a:lnSpc>
                <a:spcPct val="100000"/>
              </a:lnSpc>
            </a:pPr>
            <a:r>
              <a:rPr sz="1100" b="1">
                <a:solidFill>
                  <a:srgbClr val="102364"/>
                </a:solidFill>
                <a:latin typeface="Montserrat ExtraBold"/>
              </a:rPr>
              <a:t>COORDENAÇÃO</a:t>
            </a:r>
          </a:p>
        </p:txBody>
      </p:sp>
      <p:sp>
        <p:nvSpPr>
          <p:cNvPr id="19" name="TextBox 18"/>
          <p:cNvSpPr txBox="1"/>
          <p:nvPr/>
        </p:nvSpPr>
        <p:spPr>
          <a:xfrm>
            <a:off x="4626864" y="1984248"/>
            <a:ext cx="1920240" cy="1592744"/>
          </a:xfrm>
          <a:prstGeom prst="rect">
            <a:avLst/>
          </a:prstGeom>
          <a:noFill/>
        </p:spPr>
        <p:txBody>
          <a:bodyPr wrap="square" lIns="0" tIns="0" rIns="0" bIns="0" anchor="t">
            <a:spAutoFit/>
          </a:bodyPr>
          <a:lstStyle/>
          <a:p>
            <a:pPr algn="l">
              <a:lnSpc>
                <a:spcPct val="100000"/>
              </a:lnSpc>
            </a:pPr>
            <a:r>
              <a:rPr sz="1150" b="0" dirty="0" err="1">
                <a:solidFill>
                  <a:srgbClr val="102364"/>
                </a:solidFill>
                <a:latin typeface="Arial"/>
              </a:rPr>
              <a:t>Coordenação</a:t>
            </a:r>
            <a:r>
              <a:rPr sz="1150" b="0" dirty="0">
                <a:solidFill>
                  <a:srgbClr val="102364"/>
                </a:solidFill>
                <a:latin typeface="Arial"/>
              </a:rPr>
              <a:t> provincial e </a:t>
            </a:r>
            <a:r>
              <a:rPr sz="1150" b="0" dirty="0" err="1">
                <a:solidFill>
                  <a:srgbClr val="102364"/>
                </a:solidFill>
                <a:latin typeface="Arial"/>
              </a:rPr>
              <a:t>distrital</a:t>
            </a:r>
            <a:r>
              <a:rPr sz="1150" b="0" dirty="0">
                <a:solidFill>
                  <a:srgbClr val="102364"/>
                </a:solidFill>
                <a:latin typeface="Arial"/>
              </a:rPr>
              <a:t/>
            </a:r>
            <a:r>
              <a:rPr sz="1150" b="0" dirty="0" err="1">
                <a:solidFill>
                  <a:srgbClr val="102364"/>
                </a:solidFill>
                <a:latin typeface="Arial"/>
              </a:rPr>
              <a:t>Acompanhamento</a:t>
            </a:r>
            <a:r>
              <a:rPr sz="1150" b="0" dirty="0">
                <a:solidFill>
                  <a:srgbClr val="102364"/>
                </a:solidFill>
                <a:latin typeface="Arial"/>
              </a:rPr>
              <a:t/>
            </a:r>
            <a:r>
              <a:rPr lang="en-US" sz="1150" dirty="0" err="1">
                <a:solidFill>
                  <a:srgbClr val="102364"/>
                </a:solidFill>
              </a:rPr>
              <a:t>geral</a:t>
            </a:r>
            <a:r>
              <a:rPr lang="en-US" sz="1150" dirty="0">
                <a:solidFill>
                  <a:srgbClr val="102364"/>
                </a:solidFill>
              </a:rPr>
              <a:t/>
            </a:r>
            <a:r>
              <a:rPr sz="1150" b="0" dirty="0">
                <a:solidFill>
                  <a:srgbClr val="102364"/>
                </a:solidFill>
                <a:latin typeface="Arial"/>
              </a:rPr>
              <a:t>das actividade</a:t>
            </a:r>
            <a:r>
              <a:rPr lang="en-US" sz="1150" dirty="0">
                <a:solidFill>
                  <a:srgbClr val="102364"/>
                </a:solidFill>
              </a:rPr>
              <a:t>s (Distrito e Provincia)</a:t>
            </a:r>
            <a:r>
              <a:rPr sz="1150" b="0" dirty="0">
                <a:solidFill>
                  <a:srgbClr val="102364"/>
                </a:solidFill>
                <a:latin typeface="Arial"/>
              </a:rPr>
              <a:t/>
            </a:r>
            <a:r>
              <a:rPr sz="1150" b="0" dirty="0" err="1">
                <a:solidFill>
                  <a:srgbClr val="102364"/>
                </a:solidFill>
                <a:latin typeface="Arial"/>
              </a:rPr>
              <a:t>Grupos</a:t>
            </a:r>
            <a:r>
              <a:rPr sz="1150" b="0" dirty="0">
                <a:solidFill>
                  <a:srgbClr val="102364"/>
                </a:solidFill>
                <a:latin typeface="Arial"/>
              </a:rPr>
              <a:t/>
            </a:r>
            <a:r>
              <a:rPr sz="1150" b="0" dirty="0" err="1">
                <a:solidFill>
                  <a:srgbClr val="102364"/>
                </a:solidFill>
                <a:latin typeface="Arial"/>
              </a:rPr>
              <a:t>multissectoriais</a:t>
            </a:r>
            <a:r>
              <a:rPr sz="1150" b="0" dirty="0">
                <a:solidFill>
                  <a:srgbClr val="102364"/>
                </a:solidFill>
                <a:latin typeface="Arial"/>
              </a:rPr>
              <a:t> de VBG
</a:t>
            </a:r>
            <a:r>
              <a:rPr sz="1150" b="0" dirty="0" err="1">
                <a:solidFill>
                  <a:srgbClr val="102364"/>
                </a:solidFill>
                <a:latin typeface="Arial"/>
              </a:rPr>
              <a:t>Discussão</a:t>
            </a:r>
            <a:r>
              <a:rPr sz="1150" b="0" dirty="0">
                <a:solidFill>
                  <a:srgbClr val="102364"/>
                </a:solidFill>
                <a:latin typeface="Arial"/>
              </a:rPr>
              <a:t> de dados </a:t>
            </a:r>
            <a:r>
              <a:rPr sz="1150" b="0" dirty="0" err="1">
                <a:solidFill>
                  <a:srgbClr val="102364"/>
                </a:solidFill>
                <a:latin typeface="Arial"/>
              </a:rPr>
              <a:t>estatísticos</a:t>
            </a:r>
            <a:endParaRPr sz="1150" b="0" dirty="0">
              <a:solidFill>
                <a:srgbClr val="102364"/>
              </a:solidFill>
              <a:latin typeface="Arial"/>
            </a:endParaRPr>
          </a:p>
        </p:txBody>
      </p:sp>
      <p:sp>
        <p:nvSpPr>
          <p:cNvPr id="20" name="Rectangle 19"/>
          <p:cNvSpPr/>
          <p:nvPr/>
        </p:nvSpPr>
        <p:spPr>
          <a:xfrm>
            <a:off x="6766560" y="1353312"/>
            <a:ext cx="1874519" cy="73152"/>
          </a:xfrm>
          <a:prstGeom prst="rect">
            <a:avLst/>
          </a:prstGeom>
          <a:solidFill>
            <a:srgbClr val="F57C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Oval 20"/>
          <p:cNvSpPr/>
          <p:nvPr/>
        </p:nvSpPr>
        <p:spPr>
          <a:xfrm>
            <a:off x="6766560" y="1527048"/>
            <a:ext cx="365760" cy="365760"/>
          </a:xfrm>
          <a:prstGeom prst="ellipse">
            <a:avLst/>
          </a:prstGeom>
          <a:solidFill>
            <a:srgbClr val="F57C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6766560" y="1600200"/>
            <a:ext cx="365760" cy="182880"/>
          </a:xfrm>
          <a:prstGeom prst="rect">
            <a:avLst/>
          </a:prstGeom>
          <a:noFill/>
        </p:spPr>
        <p:txBody>
          <a:bodyPr wrap="square" lIns="0" tIns="0" rIns="0" bIns="0" anchor="t">
            <a:spAutoFit/>
          </a:bodyPr>
          <a:lstStyle/>
          <a:p>
            <a:pPr algn="ctr">
              <a:lnSpc>
                <a:spcPct val="100000"/>
              </a:lnSpc>
            </a:pPr>
            <a:r>
              <a:rPr sz="1000" b="1">
                <a:solidFill>
                  <a:srgbClr val="FFFFFF"/>
                </a:solidFill>
                <a:latin typeface="Montserrat ExtraBold"/>
              </a:rPr>
              <a:t>04</a:t>
            </a:r>
          </a:p>
        </p:txBody>
      </p:sp>
      <p:sp>
        <p:nvSpPr>
          <p:cNvPr id="23" name="TextBox 22"/>
          <p:cNvSpPr txBox="1"/>
          <p:nvPr/>
        </p:nvSpPr>
        <p:spPr>
          <a:xfrm>
            <a:off x="7223760" y="1545336"/>
            <a:ext cx="1490472" cy="365760"/>
          </a:xfrm>
          <a:prstGeom prst="rect">
            <a:avLst/>
          </a:prstGeom>
          <a:noFill/>
        </p:spPr>
        <p:txBody>
          <a:bodyPr wrap="square" lIns="0" tIns="0" rIns="0" bIns="0" anchor="t">
            <a:spAutoFit/>
          </a:bodyPr>
          <a:lstStyle/>
          <a:p>
            <a:pPr algn="l">
              <a:lnSpc>
                <a:spcPct val="100000"/>
              </a:lnSpc>
            </a:pPr>
            <a:r>
              <a:rPr sz="1100" b="1">
                <a:solidFill>
                  <a:srgbClr val="102364"/>
                </a:solidFill>
                <a:latin typeface="Montserrat ExtraBold"/>
              </a:rPr>
              <a:t>GESTÃO DE PRODUTOS</a:t>
            </a:r>
          </a:p>
        </p:txBody>
      </p:sp>
      <p:sp>
        <p:nvSpPr>
          <p:cNvPr id="24" name="TextBox 23"/>
          <p:cNvSpPr txBox="1"/>
          <p:nvPr/>
        </p:nvSpPr>
        <p:spPr>
          <a:xfrm>
            <a:off x="6766559" y="1984248"/>
            <a:ext cx="2094611" cy="1069524"/>
          </a:xfrm>
          <a:prstGeom prst="rect">
            <a:avLst/>
          </a:prstGeom>
          <a:noFill/>
        </p:spPr>
        <p:txBody>
          <a:bodyPr wrap="square" lIns="0" tIns="0" rIns="0" bIns="0" anchor="t">
            <a:spAutoFit/>
          </a:bodyPr>
          <a:lstStyle/>
          <a:p>
            <a:pPr algn="l">
              <a:lnSpc>
                <a:spcPct val="100000"/>
              </a:lnSpc>
            </a:pPr>
            <a:r>
              <a:rPr sz="1200" b="1" dirty="0">
                <a:solidFill>
                  <a:srgbClr val="102364"/>
                </a:solidFill>
                <a:latin typeface="Arial"/>
              </a:rPr>
              <a:t>24 </a:t>
            </a:r>
            <a:r>
              <a:rPr sz="1150" b="0" dirty="0" err="1">
                <a:solidFill>
                  <a:srgbClr val="102364"/>
                </a:solidFill>
                <a:latin typeface="Arial"/>
              </a:rPr>
              <a:t>farmacêuticos</a:t>
            </a:r>
            <a:r>
              <a:rPr sz="1150" b="0" dirty="0">
                <a:solidFill>
                  <a:srgbClr val="102364"/>
                </a:solidFill>
                <a:latin typeface="Arial"/>
              </a:rPr>
              <a:t>/</a:t>
            </a:r>
            <a:r>
              <a:rPr sz="1150" b="0" dirty="0" err="1">
                <a:solidFill>
                  <a:srgbClr val="102364"/>
                </a:solidFill>
                <a:latin typeface="Arial"/>
              </a:rPr>
              <a:t>técnicos</a:t>
            </a:r>
            <a:r>
              <a:rPr sz="1150" b="0" dirty="0">
                <a:solidFill>
                  <a:srgbClr val="102364"/>
                </a:solidFill>
                <a:latin typeface="Arial"/>
              </a:rPr>
              <a:t> e </a:t>
            </a:r>
            <a:r>
              <a:rPr sz="1150" b="0" dirty="0" err="1">
                <a:solidFill>
                  <a:srgbClr val="102364"/>
                </a:solidFill>
                <a:latin typeface="Arial"/>
              </a:rPr>
              <a:t>gestores</a:t>
            </a:r>
            <a:r>
              <a:rPr sz="1150" b="0" dirty="0">
                <a:solidFill>
                  <a:srgbClr val="102364"/>
                </a:solidFill>
                <a:latin typeface="Arial"/>
              </a:rPr>
              <a:t/>
            </a:r>
            <a:r>
              <a:rPr sz="1150" b="0" dirty="0" err="1">
                <a:solidFill>
                  <a:srgbClr val="102364"/>
                </a:solidFill>
                <a:latin typeface="Arial"/>
              </a:rPr>
              <a:t>treinados</a:t>
            </a:r>
            <a:r>
              <a:rPr sz="1150" b="0" dirty="0">
                <a:solidFill>
                  <a:srgbClr val="102364"/>
                </a:solidFill>
                <a:latin typeface="Arial"/>
              </a:rPr>
              <a:t/>
            </a:r>
            <a:r>
              <a:rPr sz="1150" b="0" dirty="0" err="1">
                <a:solidFill>
                  <a:srgbClr val="102364"/>
                </a:solidFill>
                <a:latin typeface="Arial"/>
              </a:rPr>
              <a:t>na</a:t>
            </a:r>
            <a:r>
              <a:rPr sz="1150" b="0" dirty="0">
                <a:solidFill>
                  <a:srgbClr val="102364"/>
                </a:solidFill>
                <a:latin typeface="Arial"/>
              </a:rPr>
              <a:t/>
            </a:r>
            <a:r>
              <a:rPr sz="1150" b="0" dirty="0" err="1">
                <a:solidFill>
                  <a:srgbClr val="102364"/>
                </a:solidFill>
                <a:latin typeface="Arial"/>
              </a:rPr>
              <a:t>quantificação</a:t>
            </a:r>
            <a:r>
              <a:rPr sz="1150" b="0" dirty="0">
                <a:solidFill>
                  <a:srgbClr val="102364"/>
                </a:solidFill>
                <a:latin typeface="Arial"/>
              </a:rPr>
              <a:t> de </a:t>
            </a:r>
            <a:r>
              <a:rPr sz="1150" b="0" dirty="0" err="1">
                <a:solidFill>
                  <a:srgbClr val="102364"/>
                </a:solidFill>
                <a:latin typeface="Arial"/>
              </a:rPr>
              <a:t>produtos</a:t>
            </a:r>
            <a:r>
              <a:rPr sz="1150" b="0" dirty="0">
                <a:solidFill>
                  <a:srgbClr val="102364"/>
                </a:solidFill>
                <a:latin typeface="Arial"/>
              </a:rPr>
              <a:t/>
            </a:r>
            <a:r>
              <a:rPr sz="1150" b="0" dirty="0" err="1">
                <a:solidFill>
                  <a:srgbClr val="102364"/>
                </a:solidFill>
                <a:latin typeface="Arial"/>
              </a:rPr>
              <a:t>maternos</a:t>
            </a:r>
            <a:r>
              <a:rPr sz="1150" b="0" dirty="0">
                <a:solidFill>
                  <a:srgbClr val="102364"/>
                </a:solidFill>
                <a:latin typeface="Arial"/>
              </a:rPr>
              <a:t>
Task Force de bens e </a:t>
            </a:r>
            <a:r>
              <a:rPr sz="1150" b="0" dirty="0" err="1">
                <a:solidFill>
                  <a:srgbClr val="102364"/>
                </a:solidFill>
                <a:latin typeface="Arial"/>
              </a:rPr>
              <a:t>produtos</a:t>
            </a:r>
            <a:r>
              <a:rPr sz="1150" b="0" dirty="0">
                <a:solidFill>
                  <a:srgbClr val="102364"/>
                </a:solidFill>
                <a:latin typeface="Arial"/>
              </a:rPr>
              <a:t/>
            </a:r>
            <a:r>
              <a:rPr sz="1150" b="0" dirty="0" err="1">
                <a:solidFill>
                  <a:srgbClr val="102364"/>
                </a:solidFill>
                <a:latin typeface="Arial"/>
              </a:rPr>
              <a:t>Recargas</a:t>
            </a:r>
            <a:r>
              <a:rPr sz="1150" b="0" dirty="0">
                <a:solidFill>
                  <a:srgbClr val="102364"/>
                </a:solidFill>
                <a:latin typeface="Arial"/>
              </a:rPr>
              <a:t> para o SIGLUS</a:t>
            </a:r>
          </a:p>
        </p:txBody>
      </p:sp>
      <p:grpSp>
        <p:nvGrpSpPr>
          <p:cNvPr id="48" name="Agrupar 47">
            <a:extLst>
              <a:ext uri="{FF2B5EF4-FFF2-40B4-BE49-F238E27FC236}">
                <a16:creationId xmlns:a16="http://schemas.microsoft.com/office/drawing/2014/main" id="{336FE67C-F4B4-DEA4-BD1D-0781F33868A6}"/>
              </a:ext>
            </a:extLst>
          </p:cNvPr>
          <p:cNvGrpSpPr/>
          <p:nvPr/>
        </p:nvGrpSpPr>
        <p:grpSpPr>
          <a:xfrm>
            <a:off x="2460207" y="3418308"/>
            <a:ext cx="1481654" cy="615950"/>
            <a:chOff x="6903720" y="3867912"/>
            <a:chExt cx="1874519" cy="749808"/>
          </a:xfrm>
        </p:grpSpPr>
        <p:sp>
          <p:nvSpPr>
            <p:cNvPr id="28" name="Rounded Rectangle 27"/>
            <p:cNvSpPr/>
            <p:nvPr/>
          </p:nvSpPr>
          <p:spPr>
            <a:xfrm>
              <a:off x="6903720" y="3867912"/>
              <a:ext cx="1874519" cy="749808"/>
            </a:xfrm>
            <a:prstGeom prst="roundRect">
              <a:avLst/>
            </a:prstGeom>
            <a:solidFill>
              <a:srgbClr val="E6F6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7059168" y="4005072"/>
              <a:ext cx="1554480" cy="219456"/>
            </a:xfrm>
            <a:prstGeom prst="rect">
              <a:avLst/>
            </a:prstGeom>
            <a:noFill/>
          </p:spPr>
          <p:txBody>
            <a:bodyPr wrap="square" lIns="0" tIns="0" rIns="0" bIns="0" anchor="t">
              <a:spAutoFit/>
            </a:bodyPr>
            <a:lstStyle/>
            <a:p>
              <a:pPr algn="ctr">
                <a:lnSpc>
                  <a:spcPct val="100000"/>
                </a:lnSpc>
              </a:pPr>
              <a:r>
                <a:rPr sz="2400" b="1" dirty="0">
                  <a:solidFill>
                    <a:srgbClr val="0AA7E8"/>
                  </a:solidFill>
                  <a:latin typeface="Montserrat ExtraBold"/>
                </a:rPr>
                <a:t>99,6%</a:t>
              </a:r>
            </a:p>
          </p:txBody>
        </p:sp>
      </p:grpSp>
      <p:sp>
        <p:nvSpPr>
          <p:cNvPr id="30" name="TextBox 29"/>
          <p:cNvSpPr txBox="1"/>
          <p:nvPr/>
        </p:nvSpPr>
        <p:spPr>
          <a:xfrm>
            <a:off x="2314700" y="3884652"/>
            <a:ext cx="1600200" cy="182880"/>
          </a:xfrm>
          <a:prstGeom prst="rect">
            <a:avLst/>
          </a:prstGeom>
          <a:noFill/>
        </p:spPr>
        <p:txBody>
          <a:bodyPr wrap="square" lIns="0" tIns="0" rIns="0" bIns="0" anchor="t">
            <a:spAutoFit/>
          </a:bodyPr>
          <a:lstStyle/>
          <a:p>
            <a:pPr algn="ctr">
              <a:lnSpc>
                <a:spcPct val="100000"/>
              </a:lnSpc>
            </a:pPr>
            <a:r>
              <a:rPr sz="1000" b="1" dirty="0" err="1">
                <a:solidFill>
                  <a:srgbClr val="102364"/>
                </a:solidFill>
                <a:latin typeface="Arial"/>
              </a:rPr>
              <a:t>aprovação</a:t>
            </a:r>
            <a:r>
              <a:rPr sz="1000" b="1" dirty="0">
                <a:solidFill>
                  <a:srgbClr val="102364"/>
                </a:solidFill>
                <a:latin typeface="Arial"/>
              </a:rPr>
              <a:t> global</a:t>
            </a:r>
          </a:p>
        </p:txBody>
      </p:sp>
      <p:sp>
        <p:nvSpPr>
          <p:cNvPr id="31" name="TextBox 30"/>
          <p:cNvSpPr txBox="1"/>
          <p:nvPr/>
        </p:nvSpPr>
        <p:spPr>
          <a:xfrm>
            <a:off x="201168" y="4727448"/>
            <a:ext cx="8942832" cy="430887"/>
          </a:xfrm>
          <a:prstGeom prst="rect">
            <a:avLst/>
          </a:prstGeom>
          <a:solidFill>
            <a:schemeClr val="tx2">
              <a:lumMod val="20000"/>
              <a:lumOff val="80000"/>
            </a:schemeClr>
          </a:solidFill>
        </p:spPr>
        <p:txBody>
          <a:bodyPr wrap="square" lIns="0" tIns="0" rIns="0" bIns="0" anchor="t">
            <a:spAutoFit/>
          </a:bodyPr>
          <a:lstStyle/>
          <a:p>
            <a:pPr>
              <a:lnSpc>
                <a:spcPct val="100000"/>
              </a:lnSpc>
            </a:pPr>
            <a:r>
              <a:rPr b="1" dirty="0">
                <a:solidFill>
                  <a:srgbClr val="102364"/>
                </a:solidFill>
                <a:latin typeface="Arial"/>
              </a:rPr>
              <a:t>Mentoria </a:t>
            </a:r>
            <a:r>
              <a:rPr b="1" dirty="0" err="1">
                <a:solidFill>
                  <a:srgbClr val="102364"/>
                </a:solidFill>
                <a:latin typeface="Arial"/>
              </a:rPr>
              <a:t>clínica</a:t>
            </a:r>
            <a:r>
              <a:rPr b="1" dirty="0">
                <a:solidFill>
                  <a:srgbClr val="102364"/>
                </a:solidFill>
                <a:latin typeface="Arial"/>
              </a:rPr>
              <a:t> e </a:t>
            </a:r>
            <a:r>
              <a:rPr b="1" dirty="0" err="1">
                <a:solidFill>
                  <a:srgbClr val="102364"/>
                </a:solidFill>
                <a:latin typeface="Arial"/>
              </a:rPr>
              <a:t>acompanhamento</a:t>
            </a:r>
            <a:r>
              <a:rPr b="1" dirty="0">
                <a:solidFill>
                  <a:srgbClr val="102364"/>
                </a:solidFill>
                <a:latin typeface="Arial"/>
              </a:rPr>
              <a:t/>
            </a:r>
            <a:r>
              <a:rPr b="1" dirty="0" err="1">
                <a:solidFill>
                  <a:srgbClr val="102364"/>
                </a:solidFill>
                <a:latin typeface="Arial"/>
              </a:rPr>
              <a:t>sistemático</a:t>
            </a:r>
            <a:r>
              <a:rPr b="1" dirty="0">
                <a:solidFill>
                  <a:srgbClr val="102364"/>
                </a:solidFill>
                <a:latin typeface="Arial"/>
              </a:rPr>
              <a:t/>
            </a:r>
            <a:r>
              <a:rPr b="1" dirty="0" err="1">
                <a:solidFill>
                  <a:srgbClr val="102364"/>
                </a:solidFill>
                <a:latin typeface="Arial"/>
              </a:rPr>
              <a:t>reforçaram</a:t>
            </a:r>
            <a:r>
              <a:rPr b="1" dirty="0">
                <a:solidFill>
                  <a:srgbClr val="102364"/>
                </a:solidFill>
                <a:latin typeface="Arial"/>
              </a:rPr>
              <a:t/>
            </a:r>
            <a:r>
              <a:rPr b="1" dirty="0" err="1">
                <a:solidFill>
                  <a:srgbClr val="102364"/>
                </a:solidFill>
                <a:latin typeface="Arial"/>
              </a:rPr>
              <a:t>competências</a:t>
            </a:r>
            <a:r>
              <a:rPr b="1" dirty="0">
                <a:solidFill>
                  <a:srgbClr val="102364"/>
                </a:solidFill>
                <a:latin typeface="Arial"/>
              </a:rPr>
              <a:t> dos provedores e a </a:t>
            </a:r>
            <a:r>
              <a:rPr b="1" dirty="0" err="1">
                <a:solidFill>
                  <a:srgbClr val="102364"/>
                </a:solidFill>
                <a:latin typeface="Arial"/>
              </a:rPr>
              <a:t>qualidade</a:t>
            </a:r>
            <a:r>
              <a:rPr b="1" dirty="0">
                <a:solidFill>
                  <a:srgbClr val="102364"/>
                </a:solidFill>
                <a:latin typeface="Arial"/>
              </a:rPr>
              <a:t> dos </a:t>
            </a:r>
            <a:r>
              <a:rPr b="1" dirty="0" err="1">
                <a:solidFill>
                  <a:srgbClr val="102364"/>
                </a:solidFill>
                <a:latin typeface="Arial"/>
              </a:rPr>
              <a:t>serviços</a:t>
            </a:r>
            <a:r>
              <a:rPr b="1" dirty="0">
                <a:solidFill>
                  <a:srgbClr val="102364"/>
                </a:solidFill>
                <a:latin typeface="Arial"/>
              </a:rPr>
              <a:t>.</a:t>
            </a:r>
          </a:p>
        </p:txBody>
      </p:sp>
      <p:sp>
        <p:nvSpPr>
          <p:cNvPr id="32" name="TextBox 31"/>
          <p:cNvSpPr txBox="1"/>
          <p:nvPr/>
        </p:nvSpPr>
        <p:spPr>
          <a:xfrm>
            <a:off x="8549640" y="4919472"/>
            <a:ext cx="201168" cy="137160"/>
          </a:xfrm>
          <a:prstGeom prst="rect">
            <a:avLst/>
          </a:prstGeom>
          <a:noFill/>
        </p:spPr>
        <p:txBody>
          <a:bodyPr wrap="square" lIns="0" tIns="0" rIns="0" bIns="0" anchor="t">
            <a:spAutoFit/>
          </a:bodyPr>
          <a:lstStyle/>
          <a:p>
            <a:pPr algn="r">
              <a:lnSpc>
                <a:spcPct val="100000"/>
              </a:lnSpc>
            </a:pPr>
            <a:r>
              <a:rPr sz="800" b="0">
                <a:solidFill>
                  <a:srgbClr val="102364"/>
                </a:solidFill>
                <a:latin typeface="Arial"/>
              </a:rPr>
              <a:t>11</a:t>
            </a:r>
          </a:p>
        </p:txBody>
      </p:sp>
      <p:pic>
        <p:nvPicPr>
          <p:cNvPr id="26" name="Imagem 25">
            <a:extLst>
              <a:ext uri="{FF2B5EF4-FFF2-40B4-BE49-F238E27FC236}">
                <a16:creationId xmlns:a16="http://schemas.microsoft.com/office/drawing/2014/main" id="{6CAF69FD-09DD-7D46-5B08-CB78DB42C7D7}"/>
              </a:ext>
            </a:extLst>
          </p:cNvPr>
          <p:cNvPicPr>
            <a:picLocks noGrp="1" noRot="1" noChangeAspect="1" noMove="1" noResize="1" noEditPoints="1" noAdjustHandles="1" noChangeArrowheads="1" noChangeShapeType="1" noCrop="1"/>
          </p:cNvPicPr>
          <p:nvPr/>
        </p:nvPicPr>
        <p:blipFill>
          <a:blip r:embed="rId4">
            <a:extLst>
              <a:ext uri="{28A0092B-C50C-407E-A947-70E740481C1C}">
                <a14:useLocalDpi xmlns:a14="http://schemas.microsoft.com/office/drawing/2010/main" val="0"/>
              </a:ext>
            </a:extLst>
          </a:blip>
          <a:srcRect/>
          <a:stretch>
            <a:fillRect/>
          </a:stretch>
        </p:blipFill>
        <p:spPr>
          <a:xfrm>
            <a:off x="5944737" y="3126923"/>
            <a:ext cx="3108224" cy="1582237"/>
          </a:xfrm>
          <a:prstGeom prst="rect">
            <a:avLst/>
          </a:prstGeom>
        </p:spPr>
      </p:pic>
    </p:spTree>
    <p:extLst>
      <p:ext uri="{BB962C8B-B14F-4D97-AF65-F5344CB8AC3E}">
        <p14:creationId xmlns:p14="http://schemas.microsoft.com/office/powerpoint/2010/main" val="318149539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Imagem 7">
            <a:extLst>
              <a:ext uri="{FF2B5EF4-FFF2-40B4-BE49-F238E27FC236}">
                <a16:creationId xmlns:a16="http://schemas.microsoft.com/office/drawing/2014/main" id="{BBCE172A-A049-4257-58B9-FE752B05A4FB}"/>
              </a:ext>
            </a:extLst>
          </p:cNvPr>
          <p:cNvPicPr>
            <a:picLocks noGrp="1" noRot="1" noChangeAspect="1" noMove="1" noResize="1" noEditPoints="1" noAdjustHandles="1" noChangeArrowheads="1" noChangeShapeType="1" noCrop="1"/>
          </p:cNvPicPr>
          <p:nvPr/>
        </p:nvPicPr>
        <p:blipFill>
          <a:blip r:embed="rId3" cstate="email">
            <a:extLst>
              <a:ext uri="{28A0092B-C50C-407E-A947-70E740481C1C}">
                <a14:useLocalDpi xmlns:a14="http://schemas.microsoft.com/office/drawing/2010/main" val="0"/>
              </a:ext>
            </a:extLst>
          </a:blip>
          <a:stretch>
            <a:fillRect/>
          </a:stretch>
        </p:blipFill>
        <p:spPr>
          <a:xfrm>
            <a:off x="669471" y="239706"/>
            <a:ext cx="7362881" cy="4903794"/>
          </a:xfrm>
          <a:prstGeom prst="rect">
            <a:avLst/>
          </a:prstGeom>
        </p:spPr>
      </p:pic>
      <p:sp>
        <p:nvSpPr>
          <p:cNvPr id="3" name="Rectangle 8">
            <a:extLst>
              <a:ext uri="{FF2B5EF4-FFF2-40B4-BE49-F238E27FC236}">
                <a16:creationId xmlns:a16="http://schemas.microsoft.com/office/drawing/2014/main" id="{97C6C457-E915-A063-D2E3-04D535F3DD94}"/>
              </a:ext>
            </a:extLst>
          </p:cNvPr>
          <p:cNvSpPr/>
          <p:nvPr/>
        </p:nvSpPr>
        <p:spPr>
          <a:xfrm>
            <a:off x="228601" y="247641"/>
            <a:ext cx="7803751" cy="221599"/>
          </a:xfrm>
          <a:prstGeom prst="rect">
            <a:avLst/>
          </a:prstGeom>
          <a:solidFill>
            <a:srgbClr val="0B2E6B"/>
          </a:solidFill>
          <a:ln>
            <a:noFill/>
          </a:ln>
        </p:spPr>
        <p:txBody>
          <a:bodyPr wrap="square" tIns="0" rIns="73152" bIns="0" anchor="ctr">
            <a:spAutoFit/>
          </a:bodyPr>
          <a:lstStyle/>
          <a:p>
            <a:pPr algn="l" defTabSz="685800">
              <a:lnSpc>
                <a:spcPct val="90000"/>
              </a:lnSpc>
              <a:spcBef>
                <a:spcPct val="0"/>
              </a:spcBef>
            </a:pPr>
            <a:r>
              <a:rPr lang="en-US" sz="1600" b="1" dirty="0">
                <a:solidFill>
                  <a:schemeClr val="bg1"/>
                </a:solidFill>
                <a:latin typeface="Biome" panose="020B0502040204020203" pitchFamily="34" charset="0"/>
                <a:cs typeface="Biome" panose="020B0502040204020203" pitchFamily="34" charset="0"/>
              </a:rPr>
              <a:t>PRINCIPAIS RESULTADOS</a:t>
            </a:r>
            <a:endParaRPr lang="fr-FR" sz="3600" b="1" dirty="0">
              <a:solidFill>
                <a:schemeClr val="bg1"/>
              </a:solidFill>
              <a:latin typeface="Biome" panose="020B0502040204020203" pitchFamily="34" charset="0"/>
              <a:cs typeface="Biome" panose="020B0502040204020203" pitchFamily="34" charset="0"/>
            </a:endParaRPr>
          </a:p>
        </p:txBody>
      </p:sp>
    </p:spTree>
    <p:extLst>
      <p:ext uri="{BB962C8B-B14F-4D97-AF65-F5344CB8AC3E}">
        <p14:creationId xmlns:p14="http://schemas.microsoft.com/office/powerpoint/2010/main" val="277767474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9" name="TextBox 18"/>
          <p:cNvSpPr txBox="1">
            <a:spLocks/>
          </p:cNvSpPr>
          <p:nvPr/>
        </p:nvSpPr>
        <p:spPr>
          <a:xfrm>
            <a:off x="813816" y="4249389"/>
            <a:ext cx="1234440" cy="215444"/>
          </a:xfrm>
          <a:prstGeom prst="rect">
            <a:avLst/>
          </a:prstGeom>
          <a:noFill/>
        </p:spPr>
        <p:txBody>
          <a:bodyPr wrap="square" lIns="0" tIns="0" rIns="0" bIns="0" anchor="ctr">
            <a:spAutoFit/>
          </a:bodyPr>
          <a:lstStyle/>
          <a:p>
            <a:pPr algn="ctr"/>
            <a:endParaRPr lang="pt-PT">
              <a:solidFill>
                <a:schemeClr val="bg1"/>
              </a:solidFill>
            </a:endParaRPr>
          </a:p>
        </p:txBody>
      </p:sp>
      <p:pic>
        <p:nvPicPr>
          <p:cNvPr id="153" name="Imagem 152">
            <a:extLst>
              <a:ext uri="{FF2B5EF4-FFF2-40B4-BE49-F238E27FC236}">
                <a16:creationId xmlns:a16="http://schemas.microsoft.com/office/drawing/2014/main" id="{34EC06DB-F0E8-F73F-A7D6-5B82F95C6B42}"/>
              </a:ext>
            </a:extLst>
          </p:cNvPr>
          <p:cNvPicPr>
            <a:picLocks noGrp="1" noRot="1" noChangeAspect="1" noMove="1" noResize="1" noEditPoints="1" noAdjustHandles="1" noChangeArrowheads="1" noChangeShapeType="1" noCrop="1"/>
          </p:cNvPicPr>
          <p:nvPr/>
        </p:nvPicPr>
        <p:blipFill>
          <a:blip r:embed="rId3" cstate="email">
            <a:extLst>
              <a:ext uri="{28A0092B-C50C-407E-A947-70E740481C1C}">
                <a14:useLocalDpi xmlns:a14="http://schemas.microsoft.com/office/drawing/2010/main" val="0"/>
              </a:ext>
            </a:extLst>
          </a:blip>
          <a:stretch>
            <a:fillRect/>
          </a:stretch>
        </p:blipFill>
        <p:spPr>
          <a:xfrm>
            <a:off x="710604" y="32656"/>
            <a:ext cx="7722791" cy="5143500"/>
          </a:xfrm>
          <a:prstGeom prst="rect">
            <a:avLst/>
          </a:prstGeom>
        </p:spPr>
      </p:pic>
      <p:sp>
        <p:nvSpPr>
          <p:cNvPr id="3" name="Rectangle 8">
            <a:extLst>
              <a:ext uri="{FF2B5EF4-FFF2-40B4-BE49-F238E27FC236}">
                <a16:creationId xmlns:a16="http://schemas.microsoft.com/office/drawing/2014/main" id="{11B45258-600B-295B-039E-5F8D62EF77D0}"/>
              </a:ext>
            </a:extLst>
          </p:cNvPr>
          <p:cNvSpPr/>
          <p:nvPr/>
        </p:nvSpPr>
        <p:spPr>
          <a:xfrm>
            <a:off x="691681" y="93711"/>
            <a:ext cx="7803751" cy="221599"/>
          </a:xfrm>
          <a:prstGeom prst="rect">
            <a:avLst/>
          </a:prstGeom>
          <a:solidFill>
            <a:srgbClr val="0B2E6B"/>
          </a:solidFill>
          <a:ln>
            <a:noFill/>
          </a:ln>
        </p:spPr>
        <p:txBody>
          <a:bodyPr wrap="square" tIns="0" rIns="73152" bIns="0" anchor="ctr">
            <a:spAutoFit/>
          </a:bodyPr>
          <a:lstStyle/>
          <a:p>
            <a:pPr algn="l" defTabSz="685800">
              <a:lnSpc>
                <a:spcPct val="90000"/>
              </a:lnSpc>
              <a:spcBef>
                <a:spcPct val="0"/>
              </a:spcBef>
            </a:pPr>
            <a:r>
              <a:rPr lang="en-US" sz="1600" b="1" dirty="0">
                <a:solidFill>
                  <a:schemeClr val="bg1"/>
                </a:solidFill>
                <a:latin typeface="Biome" panose="020B0502040204020203" pitchFamily="34" charset="0"/>
                <a:cs typeface="Biome" panose="020B0502040204020203" pitchFamily="34" charset="0"/>
              </a:rPr>
              <a:t>PRINCIPAIS RESULTADOS</a:t>
            </a:r>
            <a:endParaRPr lang="fr-FR" sz="3600" b="1" dirty="0">
              <a:solidFill>
                <a:schemeClr val="bg1"/>
              </a:solidFill>
              <a:latin typeface="Biome" panose="020B0502040204020203" pitchFamily="34" charset="0"/>
              <a:cs typeface="Biome" panose="020B0502040204020203" pitchFamily="34" charset="0"/>
            </a:endParaRPr>
          </a:p>
        </p:txBody>
      </p:sp>
    </p:spTree>
    <p:extLst>
      <p:ext uri="{BB962C8B-B14F-4D97-AF65-F5344CB8AC3E}">
        <p14:creationId xmlns:p14="http://schemas.microsoft.com/office/powerpoint/2010/main" val="69590372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143" y="0"/>
            <a:ext cx="9141714" cy="51435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10" name="Imagem 9">
            <a:extLst>
              <a:ext uri="{FF2B5EF4-FFF2-40B4-BE49-F238E27FC236}">
                <a16:creationId xmlns:a16="http://schemas.microsoft.com/office/drawing/2014/main" id="{F6584107-F3A9-A9E3-B253-E815D073AB28}"/>
              </a:ext>
            </a:extLst>
          </p:cNvPr>
          <p:cNvPicPr>
            <a:picLocks noGrp="1" noRot="1" noChangeAspect="1" noMove="1" noResize="1" noEditPoints="1" noAdjustHandles="1" noChangeArrowheads="1" noChangeShapeType="1" noCrop="1"/>
          </p:cNvPicPr>
          <p:nvPr/>
        </p:nvPicPr>
        <p:blipFill>
          <a:blip r:embed="rId3" cstate="email">
            <a:extLst>
              <a:ext uri="{28A0092B-C50C-407E-A947-70E740481C1C}">
                <a14:useLocalDpi xmlns:a14="http://schemas.microsoft.com/office/drawing/2010/main" val="0"/>
              </a:ext>
            </a:extLst>
          </a:blip>
          <a:srcRect/>
          <a:stretch>
            <a:fillRect/>
          </a:stretch>
        </p:blipFill>
        <p:spPr>
          <a:xfrm>
            <a:off x="97970" y="962"/>
            <a:ext cx="9046029" cy="5087452"/>
          </a:xfrm>
          <a:prstGeom prst="rect">
            <a:avLst/>
          </a:prstGeom>
        </p:spPr>
      </p:pic>
      <p:sp>
        <p:nvSpPr>
          <p:cNvPr id="3" name="Rectangle 8">
            <a:extLst>
              <a:ext uri="{FF2B5EF4-FFF2-40B4-BE49-F238E27FC236}">
                <a16:creationId xmlns:a16="http://schemas.microsoft.com/office/drawing/2014/main" id="{64C03B70-77F9-BB85-BCF7-7697DE2B5D95}"/>
              </a:ext>
            </a:extLst>
          </p:cNvPr>
          <p:cNvSpPr/>
          <p:nvPr/>
        </p:nvSpPr>
        <p:spPr>
          <a:xfrm>
            <a:off x="204108" y="100440"/>
            <a:ext cx="8776606" cy="221599"/>
          </a:xfrm>
          <a:prstGeom prst="rect">
            <a:avLst/>
          </a:prstGeom>
          <a:solidFill>
            <a:srgbClr val="0B2E6B"/>
          </a:solidFill>
          <a:ln>
            <a:noFill/>
          </a:ln>
        </p:spPr>
        <p:txBody>
          <a:bodyPr wrap="square" tIns="0" rIns="73152" bIns="0" anchor="ctr">
            <a:spAutoFit/>
          </a:bodyPr>
          <a:lstStyle/>
          <a:p>
            <a:pPr algn="l" defTabSz="685800">
              <a:lnSpc>
                <a:spcPct val="90000"/>
              </a:lnSpc>
              <a:spcBef>
                <a:spcPct val="0"/>
              </a:spcBef>
            </a:pPr>
            <a:r>
              <a:rPr lang="en-US" sz="1600" b="1" dirty="0">
                <a:solidFill>
                  <a:schemeClr val="bg1"/>
                </a:solidFill>
                <a:latin typeface="Biome" panose="020B0502040204020203" pitchFamily="34" charset="0"/>
                <a:cs typeface="Biome" panose="020B0502040204020203" pitchFamily="34" charset="0"/>
              </a:rPr>
              <a:t>PRINCIPAIS RESULTADOS</a:t>
            </a:r>
            <a:endParaRPr lang="fr-FR" sz="3600" b="1" dirty="0">
              <a:solidFill>
                <a:schemeClr val="bg1"/>
              </a:solidFill>
              <a:latin typeface="Biome" panose="020B0502040204020203" pitchFamily="34" charset="0"/>
              <a:cs typeface="Biome" panose="020B0502040204020203" pitchFamily="34" charset="0"/>
            </a:endParaRPr>
          </a:p>
        </p:txBody>
      </p:sp>
    </p:spTree>
    <p:extLst>
      <p:ext uri="{BB962C8B-B14F-4D97-AF65-F5344CB8AC3E}">
        <p14:creationId xmlns:p14="http://schemas.microsoft.com/office/powerpoint/2010/main" val="359642246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3" name="Imagem 2">
            <a:extLst>
              <a:ext uri="{FF2B5EF4-FFF2-40B4-BE49-F238E27FC236}">
                <a16:creationId xmlns:a16="http://schemas.microsoft.com/office/drawing/2014/main" id="{81113D8B-0C34-61A5-5A10-061C3040F766}"/>
              </a:ext>
            </a:extLst>
          </p:cNvPr>
          <p:cNvPicPr>
            <a:picLocks noGrp="1" noRot="1" noChangeAspect="1" noMove="1" noResize="1" noEditPoints="1" noAdjustHandles="1" noChangeArrowheads="1" noChangeShapeType="1" noCrop="1"/>
          </p:cNvPicPr>
          <p:nvPr/>
        </p:nvPicPr>
        <p:blipFill>
          <a:blip r:embed="rId3" cstate="email">
            <a:extLst>
              <a:ext uri="{28A0092B-C50C-407E-A947-70E740481C1C}">
                <a14:useLocalDpi xmlns:a14="http://schemas.microsoft.com/office/drawing/2010/main" val="0"/>
              </a:ext>
            </a:extLst>
          </a:blip>
          <a:stretch>
            <a:fillRect/>
          </a:stretch>
        </p:blipFill>
        <p:spPr>
          <a:xfrm>
            <a:off x="710604" y="0"/>
            <a:ext cx="7722791" cy="5143500"/>
          </a:xfrm>
          <a:prstGeom prst="rect">
            <a:avLst/>
          </a:prstGeom>
        </p:spPr>
      </p:pic>
      <p:sp>
        <p:nvSpPr>
          <p:cNvPr id="4" name="Rectangle 8">
            <a:extLst>
              <a:ext uri="{FF2B5EF4-FFF2-40B4-BE49-F238E27FC236}">
                <a16:creationId xmlns:a16="http://schemas.microsoft.com/office/drawing/2014/main" id="{CA844FCD-C039-0702-7BAB-DC159F9AC9B5}"/>
              </a:ext>
            </a:extLst>
          </p:cNvPr>
          <p:cNvSpPr/>
          <p:nvPr/>
        </p:nvSpPr>
        <p:spPr>
          <a:xfrm>
            <a:off x="670123" y="68027"/>
            <a:ext cx="7803751" cy="221599"/>
          </a:xfrm>
          <a:prstGeom prst="rect">
            <a:avLst/>
          </a:prstGeom>
          <a:solidFill>
            <a:srgbClr val="0B2E6B"/>
          </a:solidFill>
          <a:ln>
            <a:noFill/>
          </a:ln>
        </p:spPr>
        <p:txBody>
          <a:bodyPr wrap="square" tIns="0" rIns="73152" bIns="0" anchor="ctr">
            <a:spAutoFit/>
          </a:bodyPr>
          <a:lstStyle/>
          <a:p>
            <a:pPr algn="l" defTabSz="685800">
              <a:lnSpc>
                <a:spcPct val="90000"/>
              </a:lnSpc>
              <a:spcBef>
                <a:spcPct val="0"/>
              </a:spcBef>
            </a:pPr>
            <a:r>
              <a:rPr lang="en-US" sz="1600" b="1" dirty="0">
                <a:solidFill>
                  <a:schemeClr val="bg1"/>
                </a:solidFill>
                <a:latin typeface="Biome" panose="020B0502040204020203" pitchFamily="34" charset="0"/>
                <a:cs typeface="Biome" panose="020B0502040204020203" pitchFamily="34" charset="0"/>
              </a:rPr>
              <a:t>PRINCIPAIS RESULTADOS</a:t>
            </a:r>
            <a:endParaRPr lang="fr-FR" sz="3600" b="1" dirty="0">
              <a:solidFill>
                <a:schemeClr val="bg1"/>
              </a:solidFill>
              <a:latin typeface="Biome" panose="020B0502040204020203" pitchFamily="34" charset="0"/>
              <a:cs typeface="Biome" panose="020B0502040204020203" pitchFamily="34" charset="0"/>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542454-F5F9-E4B4-06CE-5D1FE37C0271}"/>
            </a:ext>
          </a:extLst>
        </p:cNvPr>
        <p:cNvGrpSpPr/>
        <p:nvPr/>
      </p:nvGrpSpPr>
      <p:grpSpPr>
        <a:xfrm>
          <a:off x="0" y="0"/>
          <a:ext cx="0" cy="0"/>
          <a:chOff x="0" y="0"/>
          <a:chExt cx="0" cy="0"/>
        </a:xfrm>
      </p:grpSpPr>
      <p:pic>
        <p:nvPicPr>
          <p:cNvPr id="4" name="Imagem 3">
            <a:extLst>
              <a:ext uri="{FF2B5EF4-FFF2-40B4-BE49-F238E27FC236}">
                <a16:creationId xmlns:a16="http://schemas.microsoft.com/office/drawing/2014/main" id="{C9B46110-4DD4-4433-A2FE-8DF3847C6C8A}"/>
              </a:ext>
            </a:extLst>
          </p:cNvPr>
          <p:cNvPicPr>
            <a:picLocks noGrp="1" noRot="1" noChangeAspect="1" noMove="1" noResize="1" noEditPoints="1" noAdjustHandles="1" noChangeArrowheads="1" noChangeShapeType="1" noCrop="1"/>
          </p:cNvPicPr>
          <p:nvPr/>
        </p:nvPicPr>
        <p:blipFill>
          <a:blip r:embed="rId2" cstate="email">
            <a:extLst>
              <a:ext uri="{28A0092B-C50C-407E-A947-70E740481C1C}">
                <a14:useLocalDpi xmlns:a14="http://schemas.microsoft.com/office/drawing/2010/main" val="0"/>
              </a:ext>
            </a:extLst>
          </a:blip>
          <a:stretch>
            <a:fillRect/>
          </a:stretch>
        </p:blipFill>
        <p:spPr>
          <a:xfrm>
            <a:off x="676887" y="103367"/>
            <a:ext cx="7567589" cy="5040133"/>
          </a:xfrm>
          <a:prstGeom prst="rect">
            <a:avLst/>
          </a:prstGeom>
        </p:spPr>
      </p:pic>
      <p:sp>
        <p:nvSpPr>
          <p:cNvPr id="3" name="Rectangle 8">
            <a:extLst>
              <a:ext uri="{FF2B5EF4-FFF2-40B4-BE49-F238E27FC236}">
                <a16:creationId xmlns:a16="http://schemas.microsoft.com/office/drawing/2014/main" id="{75F34DC8-8C08-8F18-CA82-19EC87CC4E59}"/>
              </a:ext>
            </a:extLst>
          </p:cNvPr>
          <p:cNvSpPr/>
          <p:nvPr/>
        </p:nvSpPr>
        <p:spPr>
          <a:xfrm>
            <a:off x="489857" y="124580"/>
            <a:ext cx="7872699" cy="221599"/>
          </a:xfrm>
          <a:prstGeom prst="rect">
            <a:avLst/>
          </a:prstGeom>
          <a:solidFill>
            <a:srgbClr val="0B2E6B"/>
          </a:solidFill>
          <a:ln>
            <a:noFill/>
          </a:ln>
        </p:spPr>
        <p:txBody>
          <a:bodyPr wrap="square" tIns="0" rIns="73152" bIns="0" anchor="ctr">
            <a:spAutoFit/>
          </a:bodyPr>
          <a:lstStyle/>
          <a:p>
            <a:pPr algn="l" defTabSz="685800">
              <a:lnSpc>
                <a:spcPct val="90000"/>
              </a:lnSpc>
              <a:spcBef>
                <a:spcPct val="0"/>
              </a:spcBef>
            </a:pPr>
            <a:r>
              <a:rPr lang="en-US" sz="1600" b="1" dirty="0">
                <a:solidFill>
                  <a:schemeClr val="bg1"/>
                </a:solidFill>
                <a:latin typeface="Biome" panose="020B0502040204020203" pitchFamily="34" charset="0"/>
                <a:cs typeface="Biome" panose="020B0502040204020203" pitchFamily="34" charset="0"/>
              </a:rPr>
              <a:t>PRINCIPAIS RESULTADOS</a:t>
            </a:r>
            <a:endParaRPr lang="fr-FR" sz="3600" b="1" dirty="0">
              <a:solidFill>
                <a:schemeClr val="bg1"/>
              </a:solidFill>
              <a:latin typeface="Biome" panose="020B0502040204020203" pitchFamily="34" charset="0"/>
              <a:cs typeface="Biome" panose="020B0502040204020203" pitchFamily="34" charset="0"/>
            </a:endParaRPr>
          </a:p>
        </p:txBody>
      </p:sp>
    </p:spTree>
    <p:extLst>
      <p:ext uri="{BB962C8B-B14F-4D97-AF65-F5344CB8AC3E}">
        <p14:creationId xmlns:p14="http://schemas.microsoft.com/office/powerpoint/2010/main" val="90920255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922CB8E2-84A2-F6D3-0E2D-1BCC29DA0A3A}"/>
              </a:ext>
            </a:extLst>
          </p:cNvPr>
          <p:cNvPicPr>
            <a:picLocks noChangeAspect="1"/>
          </p:cNvPicPr>
          <p:nvPr/>
        </p:nvPicPr>
        <p:blipFill>
          <a:blip r:embed="rId2" cstate="email">
            <a:extLst>
              <a:ext uri="{28A0092B-C50C-407E-A947-70E740481C1C}">
                <a14:useLocalDpi xmlns:a14="http://schemas.microsoft.com/office/drawing/2010/main" val="0"/>
              </a:ext>
            </a:extLst>
          </a:blip>
          <a:stretch>
            <a:fillRect/>
          </a:stretch>
        </p:blipFill>
        <p:spPr>
          <a:xfrm>
            <a:off x="73153" y="0"/>
            <a:ext cx="8968434" cy="5143500"/>
          </a:xfrm>
          <a:prstGeom prst="rect">
            <a:avLst/>
          </a:prstGeom>
        </p:spPr>
      </p:pic>
    </p:spTree>
    <p:extLst>
      <p:ext uri="{BB962C8B-B14F-4D97-AF65-F5344CB8AC3E}">
        <p14:creationId xmlns:p14="http://schemas.microsoft.com/office/powerpoint/2010/main" val="253318671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F8D8EF3-0A5C-86DB-87D5-B2FD49CC7DA7}"/>
              </a:ext>
            </a:extLst>
          </p:cNvPr>
          <p:cNvPicPr>
            <a:picLocks noChangeAspect="1"/>
          </p:cNvPicPr>
          <p:nvPr/>
        </p:nvPicPr>
        <p:blipFill>
          <a:blip r:embed="rId3" cstate="email">
            <a:extLst>
              <a:ext uri="{28A0092B-C50C-407E-A947-70E740481C1C}">
                <a14:useLocalDpi xmlns:a14="http://schemas.microsoft.com/office/drawing/2010/main" val="0"/>
              </a:ext>
            </a:extLst>
          </a:blip>
          <a:stretch>
            <a:fillRect/>
          </a:stretch>
        </p:blipFill>
        <p:spPr>
          <a:xfrm>
            <a:off x="0" y="0"/>
            <a:ext cx="9144000" cy="5143500"/>
          </a:xfrm>
          <a:prstGeom prst="rect">
            <a:avLst/>
          </a:prstGeom>
        </p:spPr>
      </p:pic>
    </p:spTree>
    <p:extLst>
      <p:ext uri="{BB962C8B-B14F-4D97-AF65-F5344CB8AC3E}">
        <p14:creationId xmlns:p14="http://schemas.microsoft.com/office/powerpoint/2010/main" val="260492262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62DC3E4-3AB0-1370-F26E-49EFB8585B81}"/>
              </a:ext>
            </a:extLst>
          </p:cNvPr>
          <p:cNvPicPr>
            <a:picLocks noChangeAspect="1"/>
          </p:cNvPicPr>
          <p:nvPr/>
        </p:nvPicPr>
        <p:blipFill>
          <a:blip r:embed="rId3" cstate="email">
            <a:extLst>
              <a:ext uri="{28A0092B-C50C-407E-A947-70E740481C1C}">
                <a14:useLocalDpi xmlns:a14="http://schemas.microsoft.com/office/drawing/2010/main" val="0"/>
              </a:ext>
            </a:extLst>
          </a:blip>
          <a:stretch>
            <a:fillRect/>
          </a:stretch>
        </p:blipFill>
        <p:spPr>
          <a:xfrm>
            <a:off x="0" y="0"/>
            <a:ext cx="9209837" cy="5318150"/>
          </a:xfrm>
          <a:prstGeom prst="rect">
            <a:avLst/>
          </a:prstGeom>
        </p:spPr>
      </p:pic>
    </p:spTree>
    <p:extLst>
      <p:ext uri="{BB962C8B-B14F-4D97-AF65-F5344CB8AC3E}">
        <p14:creationId xmlns:p14="http://schemas.microsoft.com/office/powerpoint/2010/main" val="155971325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3BBCB8A1-C328-9704-3FBB-7847B9E08DA2}"/>
              </a:ext>
            </a:extLst>
          </p:cNvPr>
          <p:cNvPicPr>
            <a:picLocks noChangeAspect="1"/>
          </p:cNvPicPr>
          <p:nvPr/>
        </p:nvPicPr>
        <p:blipFill>
          <a:blip r:embed="rId2" cstate="email">
            <a:extLst>
              <a:ext uri="{28A0092B-C50C-407E-A947-70E740481C1C}">
                <a14:useLocalDpi xmlns:a14="http://schemas.microsoft.com/office/drawing/2010/main" val="0"/>
              </a:ext>
            </a:extLst>
          </a:blip>
          <a:stretch>
            <a:fillRect/>
          </a:stretch>
        </p:blipFill>
        <p:spPr>
          <a:xfrm>
            <a:off x="99898" y="0"/>
            <a:ext cx="8970950" cy="5143500"/>
          </a:xfrm>
          <a:prstGeom prst="rect">
            <a:avLst/>
          </a:prstGeom>
        </p:spPr>
      </p:pic>
    </p:spTree>
    <p:extLst>
      <p:ext uri="{BB962C8B-B14F-4D97-AF65-F5344CB8AC3E}">
        <p14:creationId xmlns:p14="http://schemas.microsoft.com/office/powerpoint/2010/main" val="183267124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9FA64CBF-7998-C2F4-69B8-3A2EB4A4C24C}"/>
            </a:ext>
          </a:extLst>
        </p:cNvPr>
        <p:cNvGrpSpPr/>
        <p:nvPr/>
      </p:nvGrpSpPr>
      <p:grpSpPr>
        <a:xfrm>
          <a:off x="0" y="0"/>
          <a:ext cx="0" cy="0"/>
          <a:chOff x="0" y="0"/>
          <a:chExt cx="0" cy="0"/>
        </a:xfrm>
      </p:grpSpPr>
      <p:pic>
        <p:nvPicPr>
          <p:cNvPr id="22" name="Imagem 21">
            <a:extLst>
              <a:ext uri="{FF2B5EF4-FFF2-40B4-BE49-F238E27FC236}">
                <a16:creationId xmlns:a16="http://schemas.microsoft.com/office/drawing/2014/main" id="{EA300A0B-46BF-B709-589D-98D02DE37AA7}"/>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a:xfrm>
            <a:off x="0" y="0"/>
            <a:ext cx="9144000" cy="5143500"/>
          </a:xfrm>
          <a:prstGeom prst="rect">
            <a:avLst/>
          </a:prstGeom>
        </p:spPr>
      </p:pic>
      <p:sp>
        <p:nvSpPr>
          <p:cNvPr id="9" name="TextBox 8"/>
          <p:cNvSpPr txBox="1"/>
          <p:nvPr/>
        </p:nvSpPr>
        <p:spPr>
          <a:xfrm>
            <a:off x="5366959" y="634526"/>
            <a:ext cx="3566160" cy="584775"/>
          </a:xfrm>
          <a:prstGeom prst="rect">
            <a:avLst/>
          </a:prstGeom>
          <a:noFill/>
        </p:spPr>
        <p:txBody>
          <a:bodyPr wrap="square" lIns="0" tIns="0" rIns="0" bIns="0" anchor="ctr">
            <a:spAutoFit/>
          </a:bodyPr>
          <a:lstStyle/>
          <a:p>
            <a:pPr algn="ctr"/>
            <a:r>
              <a:rPr sz="3800" b="1" i="0" dirty="0" err="1">
                <a:solidFill>
                  <a:schemeClr val="bg1"/>
                </a:solidFill>
                <a:latin typeface="Amasis MT Pro Black"/>
              </a:rPr>
              <a:t>Khanimambo</a:t>
            </a:r>
            <a:endParaRPr sz="3800" b="1" i="0" dirty="0">
              <a:solidFill>
                <a:schemeClr val="bg1"/>
              </a:solidFill>
              <a:latin typeface="Amasis MT Pro Black"/>
            </a:endParaRPr>
          </a:p>
        </p:txBody>
      </p:sp>
      <p:sp>
        <p:nvSpPr>
          <p:cNvPr id="10" name="TextBox 9"/>
          <p:cNvSpPr txBox="1"/>
          <p:nvPr/>
        </p:nvSpPr>
        <p:spPr>
          <a:xfrm>
            <a:off x="4359566" y="1348320"/>
            <a:ext cx="3035808" cy="475488"/>
          </a:xfrm>
          <a:prstGeom prst="rect">
            <a:avLst/>
          </a:prstGeom>
          <a:noFill/>
        </p:spPr>
        <p:txBody>
          <a:bodyPr wrap="square" lIns="0" tIns="0" rIns="0" bIns="0" anchor="ctr">
            <a:spAutoFit/>
          </a:bodyPr>
          <a:lstStyle/>
          <a:p>
            <a:pPr algn="ctr"/>
            <a:r>
              <a:rPr sz="3000" b="0" i="1" dirty="0" err="1">
                <a:solidFill>
                  <a:schemeClr val="bg1"/>
                </a:solidFill>
                <a:latin typeface="Georgia"/>
              </a:rPr>
              <a:t>Obrigada</a:t>
            </a:r>
            <a:r>
              <a:rPr sz="3000" b="0" i="1" dirty="0">
                <a:solidFill>
                  <a:schemeClr val="bg1"/>
                </a:solidFill>
                <a:latin typeface="Georgia"/>
              </a:rPr>
              <a:t>!</a:t>
            </a:r>
          </a:p>
        </p:txBody>
      </p:sp>
      <p:sp>
        <p:nvSpPr>
          <p:cNvPr id="17" name="TextBox 16"/>
          <p:cNvSpPr txBox="1"/>
          <p:nvPr/>
        </p:nvSpPr>
        <p:spPr>
          <a:xfrm>
            <a:off x="685800" y="4319536"/>
            <a:ext cx="8193024" cy="246221"/>
          </a:xfrm>
          <a:prstGeom prst="rect">
            <a:avLst/>
          </a:prstGeom>
          <a:noFill/>
        </p:spPr>
        <p:txBody>
          <a:bodyPr wrap="square" lIns="0" tIns="0" rIns="0" bIns="0" anchor="ctr">
            <a:spAutoFit/>
          </a:bodyPr>
          <a:lstStyle/>
          <a:p>
            <a:pPr algn="ctr"/>
            <a:r>
              <a:rPr sz="1600" b="1" i="0" dirty="0">
                <a:solidFill>
                  <a:schemeClr val="bg1"/>
                </a:solidFill>
                <a:latin typeface="Amasis MT Pro Black"/>
              </a:rPr>
              <a:t>Juntos, </a:t>
            </a:r>
            <a:r>
              <a:rPr sz="1600" b="1" i="0" dirty="0" err="1">
                <a:solidFill>
                  <a:schemeClr val="bg1"/>
                </a:solidFill>
                <a:latin typeface="Amasis MT Pro Black"/>
              </a:rPr>
              <a:t>celebramos</a:t>
            </a:r>
            <a:r>
              <a:rPr sz="1600" b="1" i="0" dirty="0">
                <a:solidFill>
                  <a:schemeClr val="bg1"/>
                </a:solidFill>
                <a:latin typeface="Amasis MT Pro Black"/>
              </a:rPr>
              <a:t/>
            </a:r>
            <a:r>
              <a:rPr sz="1600" b="1" i="0" dirty="0" err="1">
                <a:solidFill>
                  <a:schemeClr val="bg1"/>
                </a:solidFill>
                <a:latin typeface="Amasis MT Pro Black"/>
              </a:rPr>
              <a:t>participação</a:t>
            </a:r>
            <a:r>
              <a:rPr sz="1600" b="1" i="0" dirty="0">
                <a:solidFill>
                  <a:schemeClr val="bg1"/>
                </a:solidFill>
                <a:latin typeface="Amasis MT Pro Black"/>
              </a:rPr>
              <a:t>, </a:t>
            </a:r>
            <a:r>
              <a:rPr sz="1600" b="1" i="0" dirty="0" err="1">
                <a:solidFill>
                  <a:schemeClr val="bg1"/>
                </a:solidFill>
                <a:latin typeface="Amasis MT Pro Black"/>
              </a:rPr>
              <a:t>aprendizagem</a:t>
            </a:r>
            <a:r>
              <a:rPr sz="1600" b="1" i="0" dirty="0">
                <a:solidFill>
                  <a:schemeClr val="bg1"/>
                </a:solidFill>
                <a:latin typeface="Amasis MT Pro Black"/>
              </a:rPr>
              <a:t> e </a:t>
            </a:r>
            <a:r>
              <a:rPr sz="1600" b="1" i="0" dirty="0" err="1">
                <a:solidFill>
                  <a:schemeClr val="bg1"/>
                </a:solidFill>
                <a:latin typeface="Amasis MT Pro Black"/>
              </a:rPr>
              <a:t>escolhas</a:t>
            </a:r>
            <a:r>
              <a:rPr sz="1600" b="1" i="0" dirty="0">
                <a:solidFill>
                  <a:schemeClr val="bg1"/>
                </a:solidFill>
                <a:latin typeface="Amasis MT Pro Black"/>
              </a:rPr>
              <a:t/>
            </a:r>
            <a:r>
              <a:rPr sz="1600" b="1" i="0" dirty="0" err="1">
                <a:solidFill>
                  <a:schemeClr val="bg1"/>
                </a:solidFill>
                <a:latin typeface="Amasis MT Pro Black"/>
              </a:rPr>
              <a:t>saudáveis</a:t>
            </a:r>
            <a:r>
              <a:rPr sz="1600" b="1" i="0" dirty="0">
                <a:solidFill>
                  <a:schemeClr val="bg1"/>
                </a:solidFill>
                <a:latin typeface="Amasis MT Pro Black"/>
              </a:rPr>
              <a:t>.</a:t>
            </a:r>
          </a:p>
        </p:txBody>
      </p:sp>
      <p:pic>
        <p:nvPicPr>
          <p:cNvPr id="18" name="Picture 17" descr="image.png"/>
          <p:cNvPicPr>
            <a:picLocks noChangeAspect="1"/>
          </p:cNvPicPr>
          <p:nvPr/>
        </p:nvPicPr>
        <p:blipFill>
          <a:blip r:embed="rId3" cstate="email">
            <a:extLst>
              <a:ext uri="{28A0092B-C50C-407E-A947-70E740481C1C}">
                <a14:useLocalDpi xmlns:a14="http://schemas.microsoft.com/office/drawing/2010/main" val="0"/>
              </a:ext>
            </a:extLst>
          </a:blip>
          <a:stretch>
            <a:fillRect/>
          </a:stretch>
        </p:blipFill>
        <p:spPr>
          <a:xfrm>
            <a:off x="0" y="4561852"/>
            <a:ext cx="3346104" cy="581647"/>
          </a:xfrm>
          <a:prstGeom prst="rect">
            <a:avLst/>
          </a:prstGeom>
        </p:spPr>
      </p:pic>
      <p:sp>
        <p:nvSpPr>
          <p:cNvPr id="20" name="TextBox 19"/>
          <p:cNvSpPr txBox="1"/>
          <p:nvPr/>
        </p:nvSpPr>
        <p:spPr>
          <a:xfrm>
            <a:off x="8714232" y="4754880"/>
            <a:ext cx="164592" cy="146304"/>
          </a:xfrm>
          <a:prstGeom prst="rect">
            <a:avLst/>
          </a:prstGeom>
          <a:noFill/>
        </p:spPr>
        <p:txBody>
          <a:bodyPr wrap="square" lIns="0" tIns="0" rIns="0" bIns="0" anchor="ctr">
            <a:spAutoFit/>
          </a:bodyPr>
          <a:lstStyle/>
          <a:p>
            <a:pPr algn="r"/>
            <a:r>
              <a:rPr sz="700" b="0" i="0">
                <a:solidFill>
                  <a:srgbClr val="0F2061"/>
                </a:solidFill>
                <a:latin typeface="Arial"/>
              </a:rPr>
              <a:t>20</a:t>
            </a:r>
          </a:p>
        </p:txBody>
      </p:sp>
    </p:spTree>
    <p:extLst>
      <p:ext uri="{BB962C8B-B14F-4D97-AF65-F5344CB8AC3E}">
        <p14:creationId xmlns:p14="http://schemas.microsoft.com/office/powerpoint/2010/main" val="4261039020"/>
      </p:ext>
    </p:extLst>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440099"/>
      </a:dk2>
      <a:lt2>
        <a:srgbClr val="EC5C21"/>
      </a:lt2>
      <a:accent1>
        <a:srgbClr val="EEA039"/>
      </a:accent1>
      <a:accent2>
        <a:srgbClr val="FFEDAC"/>
      </a:accent2>
      <a:accent3>
        <a:srgbClr val="D3C7F5"/>
      </a:accent3>
      <a:accent4>
        <a:srgbClr val="F9C9B5"/>
      </a:accent4>
      <a:accent5>
        <a:srgbClr val="F2EDE1"/>
      </a:accent5>
      <a:accent6>
        <a:srgbClr val="2D0066"/>
      </a:accent6>
      <a:hlink>
        <a:srgbClr val="9D3D16"/>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Tema do Office">
  <a:themeElements>
    <a:clrScheme name="Tema do 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Tema do 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Tema do 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2013 - 2022" id="{62F939B6-93AF-4DB8-9C6B-D6C7DFDC589F}" vid="{4A3C46E8-61CC-4603-A589-7422A47A8E4A}"/>
    </a:ext>
  </a:extLst>
</a:theme>
</file>

<file path=ppt/theme/theme4.xml><?xml version="1.0" encoding="utf-8"?>
<a:theme xmlns:a="http://schemas.openxmlformats.org/drawingml/2006/main" name="Tema do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bad69ccd-8bc9-4ee8-b552-60585d16d837">
      <Terms xmlns="http://schemas.microsoft.com/office/infopath/2007/PartnerControls"/>
    </lcf76f155ced4ddcb4097134ff3c332f>
    <TaxCatchAll xmlns="478a3548-3b53-45d3-bfe8-be04a5677b3e"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899D96576B67B64CA8A377C4DF7514F2" ma:contentTypeVersion="19" ma:contentTypeDescription="Create a new document." ma:contentTypeScope="" ma:versionID="938f1077d826860d8440c9cd6f77162e">
  <xsd:schema xmlns:xsd="http://www.w3.org/2001/XMLSchema" xmlns:xs="http://www.w3.org/2001/XMLSchema" xmlns:p="http://schemas.microsoft.com/office/2006/metadata/properties" xmlns:ns2="478a3548-3b53-45d3-bfe8-be04a5677b3e" xmlns:ns3="bad69ccd-8bc9-4ee8-b552-60585d16d837" targetNamespace="http://schemas.microsoft.com/office/2006/metadata/properties" ma:root="true" ma:fieldsID="f61f09b9ce70e32634dbb8d8e13369e6" ns2:_="" ns3:_="">
    <xsd:import namespace="478a3548-3b53-45d3-bfe8-be04a5677b3e"/>
    <xsd:import namespace="bad69ccd-8bc9-4ee8-b552-60585d16d837"/>
    <xsd:element name="properties">
      <xsd:complexType>
        <xsd:sequence>
          <xsd:element name="documentManagement">
            <xsd:complexType>
              <xsd:all>
                <xsd:element ref="ns2:SharedWithUsers" minOccurs="0"/>
                <xsd:element ref="ns2:SharedWithDetails" minOccurs="0"/>
                <xsd:element ref="ns3:MediaServiceMetadata" minOccurs="0"/>
                <xsd:element ref="ns3:MediaServiceFastMetadata" minOccurs="0"/>
                <xsd:element ref="ns3:MediaServiceDateTaken" minOccurs="0"/>
                <xsd:element ref="ns3:MediaServiceAutoTags" minOccurs="0"/>
                <xsd:element ref="ns3:MediaServiceOCR" minOccurs="0"/>
                <xsd:element ref="ns3:MediaServiceEventHashCode" minOccurs="0"/>
                <xsd:element ref="ns3:MediaServiceGenerationTime" minOccurs="0"/>
                <xsd:element ref="ns3:MediaServiceAutoKeyPoints" minOccurs="0"/>
                <xsd:element ref="ns3:MediaServiceKeyPoints" minOccurs="0"/>
                <xsd:element ref="ns3:MediaServiceLocation" minOccurs="0"/>
                <xsd:element ref="ns3:MediaLengthInSeconds" minOccurs="0"/>
                <xsd:element ref="ns3:lcf76f155ced4ddcb4097134ff3c332f" minOccurs="0"/>
                <xsd:element ref="ns2:TaxCatchAll" minOccurs="0"/>
                <xsd:element ref="ns3:MediaServiceObjectDetectorVersions" minOccurs="0"/>
                <xsd:element ref="ns3:MediaServiceSearchProperties" minOccurs="0"/>
                <xsd:element ref="ns3: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78a3548-3b53-45d3-bfe8-be04a5677b3e" elementFormDefault="qualified">
    <xsd:import namespace="http://schemas.microsoft.com/office/2006/documentManagement/types"/>
    <xsd:import namespace="http://schemas.microsoft.com/office/infopath/2007/PartnerControls"/>
    <xsd:element name="SharedWithUsers" ma:index="8" nillable="true" ma:displayName="Shared With" ma:description=""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description="" ma:internalName="SharedWithDetails" ma:readOnly="true">
      <xsd:simpleType>
        <xsd:restriction base="dms:Note">
          <xsd:maxLength value="255"/>
        </xsd:restriction>
      </xsd:simpleType>
    </xsd:element>
    <xsd:element name="TaxCatchAll" ma:index="23" nillable="true" ma:displayName="Taxonomy Catch All Column" ma:hidden="true" ma:list="{765dbb74-8f65-4776-9eed-b0ca626a6006}" ma:internalName="TaxCatchAll" ma:showField="CatchAllData" ma:web="478a3548-3b53-45d3-bfe8-be04a5677b3e">
      <xsd:complexType>
        <xsd:complexContent>
          <xsd:extension base="dms:MultiChoiceLookup">
            <xsd:sequence>
              <xsd:element name="Value" type="dms:Lookup" maxOccurs="unbounded" minOccurs="0" nillable="true"/>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bad69ccd-8bc9-4ee8-b552-60585d16d837" elementFormDefault="qualified">
    <xsd:import namespace="http://schemas.microsoft.com/office/2006/documentManagement/types"/>
    <xsd:import namespace="http://schemas.microsoft.com/office/infopath/2007/PartnerControls"/>
    <xsd:element name="MediaServiceMetadata" ma:index="10" nillable="true" ma:displayName="MediaServiceMetadata" ma:description="" ma:hidden="true" ma:internalName="MediaServiceMetadata" ma:readOnly="true">
      <xsd:simpleType>
        <xsd:restriction base="dms:Note"/>
      </xsd:simpleType>
    </xsd:element>
    <xsd:element name="MediaServiceFastMetadata" ma:index="11" nillable="true" ma:displayName="MediaServiceFastMetadata" ma:description="" ma:hidden="true" ma:internalName="MediaServiceFastMetadata" ma:readOnly="true">
      <xsd:simpleType>
        <xsd:restriction base="dms:Note"/>
      </xsd:simpleType>
    </xsd:element>
    <xsd:element name="MediaServiceDateTaken" ma:index="12" nillable="true" ma:displayName="MediaServiceDateTaken" ma:description="" ma:hidden="true" ma:internalName="MediaServiceDateTaken" ma:readOnly="true">
      <xsd:simpleType>
        <xsd:restriction base="dms:Text"/>
      </xsd:simpleType>
    </xsd:element>
    <xsd:element name="MediaServiceAutoTags" ma:index="13" nillable="true" ma:displayName="MediaServiceAutoTags" ma:description="" ma:internalName="MediaServiceAutoTags" ma:readOnly="true">
      <xsd:simpleType>
        <xsd:restriction base="dms:Text"/>
      </xsd:simpleType>
    </xsd:element>
    <xsd:element name="MediaServiceOCR" ma:index="14" nillable="true" ma:displayName="MediaServiceOCR" ma:internalName="MediaServiceOCR" ma:readOnly="true">
      <xsd:simpleType>
        <xsd:restriction base="dms:Note">
          <xsd:maxLength value="255"/>
        </xsd:restriction>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AutoKeyPoints" ma:index="17" nillable="true" ma:displayName="MediaServiceAutoKeyPoints" ma:hidden="true" ma:internalName="MediaServiceAutoKeyPoints" ma:readOnly="true">
      <xsd:simpleType>
        <xsd:restriction base="dms:Note"/>
      </xsd:simpleType>
    </xsd:element>
    <xsd:element name="MediaServiceKeyPoints" ma:index="18" nillable="true" ma:displayName="KeyPoints" ma:internalName="MediaServiceKeyPoints" ma:readOnly="true">
      <xsd:simpleType>
        <xsd:restriction base="dms:Note">
          <xsd:maxLength value="255"/>
        </xsd:restriction>
      </xsd:simpleType>
    </xsd:element>
    <xsd:element name="MediaServiceLocation" ma:index="19" nillable="true" ma:displayName="Location" ma:internalName="MediaServiceLocation" ma:readOnly="true">
      <xsd:simpleType>
        <xsd:restriction base="dms:Text"/>
      </xsd:simpleType>
    </xsd:element>
    <xsd:element name="MediaLengthInSeconds" ma:index="20" nillable="true" ma:displayName="MediaLengthInSeconds" ma:hidden="true" ma:internalName="MediaLengthInSeconds" ma:readOnly="true">
      <xsd:simpleType>
        <xsd:restriction base="dms:Unknown"/>
      </xsd:simpleType>
    </xsd:element>
    <xsd:element name="lcf76f155ced4ddcb4097134ff3c332f" ma:index="22" nillable="true" ma:taxonomy="true" ma:internalName="lcf76f155ced4ddcb4097134ff3c332f" ma:taxonomyFieldName="MediaServiceImageTags" ma:displayName="Image Tags" ma:readOnly="false" ma:fieldId="{5cf76f15-5ced-4ddc-b409-7134ff3c332f}" ma:taxonomyMulti="true" ma:sspId="f55423ed-6427-4e2a-bd5a-6d34e2bcb7d1"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4" nillable="true" ma:displayName="MediaServiceObjectDetectorVersions"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element name="MediaServiceBillingMetadata" ma:index="26" nillable="true" ma:displayName="MediaServiceBillingMetadata" ma:hidden="true" ma:internalName="MediaServiceBillingMetadata"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D331BF79-303A-4472-A4C3-513BADC3D9FF}">
  <ds:schemaRefs>
    <ds:schemaRef ds:uri="http://purl.org/dc/dcmitype/"/>
    <ds:schemaRef ds:uri="http://schemas.openxmlformats.org/package/2006/metadata/core-properties"/>
    <ds:schemaRef ds:uri="http://schemas.microsoft.com/office/2006/documentManagement/types"/>
    <ds:schemaRef ds:uri="http://schemas.microsoft.com/office/2006/metadata/properties"/>
    <ds:schemaRef ds:uri="http://schemas.microsoft.com/office/infopath/2007/PartnerControls"/>
    <ds:schemaRef ds:uri="http://www.w3.org/XML/1998/namespace"/>
    <ds:schemaRef ds:uri="http://purl.org/dc/elements/1.1/"/>
    <ds:schemaRef ds:uri="bad69ccd-8bc9-4ee8-b552-60585d16d837"/>
    <ds:schemaRef ds:uri="478a3548-3b53-45d3-bfe8-be04a5677b3e"/>
    <ds:schemaRef ds:uri="http://purl.org/dc/terms/"/>
  </ds:schemaRefs>
</ds:datastoreItem>
</file>

<file path=customXml/itemProps2.xml><?xml version="1.0" encoding="utf-8"?>
<ds:datastoreItem xmlns:ds="http://schemas.openxmlformats.org/officeDocument/2006/customXml" ds:itemID="{F578CE79-61E8-4FA6-8008-6B8921C833CC}">
  <ds:schemaRefs>
    <ds:schemaRef ds:uri="http://schemas.microsoft.com/sharepoint/v3/contenttype/forms"/>
  </ds:schemaRefs>
</ds:datastoreItem>
</file>

<file path=customXml/itemProps3.xml><?xml version="1.0" encoding="utf-8"?>
<ds:datastoreItem xmlns:ds="http://schemas.openxmlformats.org/officeDocument/2006/customXml" ds:itemID="{9363E8A6-6DF3-4095-ADF6-58FCA93EC7B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478a3548-3b53-45d3-bfe8-be04a5677b3e"/>
    <ds:schemaRef ds:uri="bad69ccd-8bc9-4ee8-b552-60585d16d837"/>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7378</TotalTime>
  <Words>1490</Words>
  <Application>Microsoft Office PowerPoint</Application>
  <PresentationFormat>Apresentação no Ecrã (16:9)</PresentationFormat>
  <Paragraphs>202</Paragraphs>
  <Slides>25</Slides>
  <Notes>9</Notes>
  <HiddenSlides>0</HiddenSlides>
  <MMClips>0</MMClips>
  <ScaleCrop>false</ScaleCrop>
  <HeadingPairs>
    <vt:vector size="6" baseType="variant">
      <vt:variant>
        <vt:lpstr>Tipos de letra usados</vt:lpstr>
      </vt:variant>
      <vt:variant>
        <vt:i4>15</vt:i4>
      </vt:variant>
      <vt:variant>
        <vt:lpstr>Tema</vt:lpstr>
      </vt:variant>
      <vt:variant>
        <vt:i4>3</vt:i4>
      </vt:variant>
      <vt:variant>
        <vt:lpstr>Títulos dos diapositivos</vt:lpstr>
      </vt:variant>
      <vt:variant>
        <vt:i4>25</vt:i4>
      </vt:variant>
    </vt:vector>
  </HeadingPairs>
  <TitlesOfParts>
    <vt:vector size="43" baseType="lpstr">
      <vt:lpstr>Open Sans</vt:lpstr>
      <vt:lpstr>Georgia</vt:lpstr>
      <vt:lpstr>Times New Roman</vt:lpstr>
      <vt:lpstr>Calibri</vt:lpstr>
      <vt:lpstr>Aptos</vt:lpstr>
      <vt:lpstr>Amasis MT Pro Black</vt:lpstr>
      <vt:lpstr>Roboto</vt:lpstr>
      <vt:lpstr>Montserrat ExtraBold</vt:lpstr>
      <vt:lpstr>Segoe UI Symbol</vt:lpstr>
      <vt:lpstr>Calibri Light</vt:lpstr>
      <vt:lpstr>Montserrat Medium</vt:lpstr>
      <vt:lpstr>Arial</vt:lpstr>
      <vt:lpstr>Segoe UI Emoji</vt:lpstr>
      <vt:lpstr>Montserrat</vt:lpstr>
      <vt:lpstr>Biome</vt:lpstr>
      <vt:lpstr>Simple Light</vt:lpstr>
      <vt:lpstr>Office Theme</vt:lpstr>
      <vt:lpstr>Tema do Office</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Pathfinder PPT Template 2025</dc:title>
  <dc:creator>PptxGenJS</dc:creator>
  <cp:lastModifiedBy>Almeida Ribeiro</cp:lastModifiedBy>
  <cp:revision>7</cp:revision>
  <dcterms:created xsi:type="dcterms:W3CDTF">2025-06-10T12:34:57Z</dcterms:created>
  <dcterms:modified xsi:type="dcterms:W3CDTF">2026-10-12T07:14:24Z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ediaServiceImageTags">
    <vt:lpwstr/>
  </property>
  <property fmtid="{D5CDD505-2E9C-101B-9397-08002B2CF9AE}" pid="3" name="Org_x0020_Department">
    <vt:lpwstr/>
  </property>
  <property fmtid="{D5CDD505-2E9C-101B-9397-08002B2CF9AE}" pid="4" name="Org Department">
    <vt:lpwstr/>
  </property>
  <property fmtid="{D5CDD505-2E9C-101B-9397-08002B2CF9AE}" pid="5" name="Org_x0020_Language">
    <vt:lpwstr>1;#English|dd0c03cf-2d8a-4077-a6b1-012cb05c7a25</vt:lpwstr>
  </property>
  <property fmtid="{D5CDD505-2E9C-101B-9397-08002B2CF9AE}" pid="6" name="Org Topic">
    <vt:lpwstr/>
  </property>
  <property fmtid="{D5CDD505-2E9C-101B-9397-08002B2CF9AE}" pid="7" name="Country">
    <vt:lpwstr/>
  </property>
  <property fmtid="{D5CDD505-2E9C-101B-9397-08002B2CF9AE}" pid="8" name="Org Language">
    <vt:lpwstr>1;#English|dd0c03cf-2d8a-4077-a6b1-012cb05c7a25</vt:lpwstr>
  </property>
  <property fmtid="{D5CDD505-2E9C-101B-9397-08002B2CF9AE}" pid="9" name="Doc Type">
    <vt:lpwstr>38;#Presentation/Slides|f66089b5-6d15-4c1c-a806-91dddb3e430f;#8;#Template|d7852109-dc70-45aa-8671-40c8f5b45338</vt:lpwstr>
  </property>
  <property fmtid="{D5CDD505-2E9C-101B-9397-08002B2CF9AE}" pid="10" name="Org_x0020_Topic">
    <vt:lpwstr/>
  </property>
  <property fmtid="{D5CDD505-2E9C-101B-9397-08002B2CF9AE}" pid="11" name="Doc_x0020_Type">
    <vt:lpwstr>38;#Presentation/Slides|f66089b5-6d15-4c1c-a806-91dddb3e430f;#8;#Template|d7852109-dc70-45aa-8671-40c8f5b45338</vt:lpwstr>
  </property>
  <property fmtid="{D5CDD505-2E9C-101B-9397-08002B2CF9AE}" pid="12" name="ContentTypeId">
    <vt:lpwstr>0x010100899D96576B67B64CA8A377C4DF7514F2</vt:lpwstr>
  </property>
</Properties>
</file>